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01" r:id="rId17"/>
    <p:sldId id="271" r:id="rId18"/>
    <p:sldId id="272" r:id="rId19"/>
    <p:sldId id="273" r:id="rId20"/>
    <p:sldId id="274" r:id="rId21"/>
    <p:sldId id="275" r:id="rId22"/>
    <p:sldId id="277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9935C144-62DF-499C-BE43-066CB1E943A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Актуальность" id="{41DBEA8A-D4A3-4E13-A818-B6259B60EF84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Цель" id="{7C05696A-1DD7-47D3-B68D-E0F1EB2B100E}">
          <p14:sldIdLst>
            <p14:sldId id="269"/>
            <p14:sldId id="270"/>
            <p14:sldId id="301"/>
            <p14:sldId id="271"/>
            <p14:sldId id="272"/>
            <p14:sldId id="273"/>
          </p14:sldIdLst>
        </p14:section>
        <p14:section name="Задачи:Анализ рынка" id="{E4DBD440-BF51-4E1D-838F-13A5357CB86D}">
          <p14:sldIdLst>
            <p14:sldId id="274"/>
            <p14:sldId id="275"/>
            <p14:sldId id="277"/>
          </p14:sldIdLst>
        </p14:section>
        <p14:section name="Задачи:Проектирование" id="{27C52BB8-AE55-4EFD-B975-F09CA35F2003}">
          <p14:sldIdLst>
            <p14:sldId id="276"/>
            <p14:sldId id="278"/>
            <p14:sldId id="279"/>
          </p14:sldIdLst>
        </p14:section>
        <p14:section name="Задачи:Веб-Приложение" id="{6CFCC564-F107-4F27-95C9-689AA233F8DC}">
          <p14:sldIdLst>
            <p14:sldId id="280"/>
            <p14:sldId id="281"/>
            <p14:sldId id="282"/>
          </p14:sldIdLst>
        </p14:section>
        <p14:section name="Задачи:МобильноеПриложение" id="{B7BE1A56-595F-4605-85BC-761C3C370485}">
          <p14:sldIdLst>
            <p14:sldId id="283"/>
            <p14:sldId id="284"/>
            <p14:sldId id="285"/>
          </p14:sldIdLst>
        </p14:section>
        <p14:section name="Задачи:АдминистрированиеИУправление" id="{9F3B29D2-A427-4368-A58B-AF903CC65C1B}">
          <p14:sldIdLst>
            <p14:sldId id="286"/>
            <p14:sldId id="287"/>
            <p14:sldId id="288"/>
          </p14:sldIdLst>
        </p14:section>
        <p14:section name="Задачи:Безопасность" id="{F4E00623-BE83-406C-88E3-7569F8D6DC98}">
          <p14:sldIdLst>
            <p14:sldId id="289"/>
            <p14:sldId id="290"/>
            <p14:sldId id="291"/>
            <p14:sldId id="292"/>
          </p14:sldIdLst>
        </p14:section>
        <p14:section name="ПредпроектныйАнализ" id="{4F594CDD-5723-417F-8177-EA603807E1BE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082" y="1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3A2AA-250D-E700-9CA3-1B40B24AC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7A490C-FB32-30C9-13AB-4B2BDA387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D36A34-5FFC-D468-0A4B-1BF71201A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9B320E-17F2-AD61-AD4F-B68731C0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7C83B5-F6B2-2F81-83A5-BE65A521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1100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901D7-1D97-B292-FB29-7BA2AED3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3580AA-DA7D-5283-1EB8-1844EDBCF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19F82F-AE3A-3056-9051-8104406D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675912-4AE5-AAB3-5684-4CEEA592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6EE2F4-CC5C-A406-0F30-BDEC93EBB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957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70C8F-ADAE-FB9C-53D8-11FBBB26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761365-DDD2-5DD2-8FB2-E35CE20DB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3D3507-8F46-7ED4-CDC3-A9A53472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41CA1-0BD3-CF6D-0D1A-2ABA3C88D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3B2A6-7944-2D04-2BE6-8E203572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25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767B3-8871-699F-016C-5ED761DD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16DDF7-A50A-4322-4D5F-812E6B79C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A074C3-C65E-356C-60EA-0BBD43758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4DB153-9BA2-9961-CC47-7B00149A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7AE02B-E5AD-D3FA-D0F4-4A791234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AF41B8-62C8-33C9-72B5-F28A0AAB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3359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06D62-C744-2242-7395-CB7A1E05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71519A-2058-599D-3629-2615A8525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7BF3D4-4822-64F0-D2E9-CB145DBBE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CC321A-2141-56B2-EEAA-AE796EE73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682AA4-B66A-5D51-2B45-873D93C59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D27E41-4E95-A4AC-59F9-7E3CF015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A3DC7AF-11D0-2C3B-D76F-832EA18B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477DC5-E42A-6C9C-EF43-C9507DD4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350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D7C18-0BCD-3E94-DAE9-A409A3D6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3AEB794-8553-E751-AE51-E6E45B63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1BBA30-1730-2D44-B1D9-DB28FB6C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7A49E53-73A7-586B-F9DF-ECE035D4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892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186DE1-D26F-8100-55F9-2BE946052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646EB7-238F-255F-71E3-30251759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FEB279-E0EF-D75F-74B4-19886B29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867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E7BA5-1E2F-16E4-0ABF-408A3A1AF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54E7E5-DDCA-16A4-1F5B-3797C2985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E40945-725A-7D93-8873-D3C1295CF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2FE6FA-43EF-F2ED-C5C6-904E980F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30FE91-69FB-AA22-9465-077B4107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D138CC-7962-21B3-2B96-1C504F6FA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085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96E07-24CB-A86E-E44C-DEF8D5F7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FC12260-1DAE-0048-554F-BD00E3132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E6832F-C3CB-FFE0-E808-68FB8D9A3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375D63-2106-BB87-D2AC-7B296D69C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741E13-3D03-795C-21E2-00226247A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ADFC57-D211-0104-6FD2-BE97F86E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392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4A819-6B3D-784B-0A91-65D916721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CE0C36-5917-8891-6920-2044D9C42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47EE74-DEEE-9ADC-EA5F-D6F6430C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3AD5B8-F231-550A-1630-BC4BAAA5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D57106-F76C-775D-26F6-974940FA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744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69A502-C043-1EED-CB52-63C82546B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A46CDB-6BA9-6B5F-F4F9-122D59FEA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B6FD2-0432-632A-ADE8-C5B8F1C3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56108A-20A4-70EA-CFBD-088A3B6E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0D194C-CD9A-C54B-3B54-8A06D5DF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67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2EA61-3263-8A0B-B8EA-DDF93F4C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419CEF-0CCE-1B87-6CCE-17CC5F96B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76AB45-1D0B-E234-5DA5-33A633499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08F78-5772-4021-B086-79E04BD990FC}" type="datetimeFigureOut">
              <a:rPr lang="ru-RU" smtClean="0"/>
              <a:t>22.05.2026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4D26B7-A3CB-0DF3-62C9-3F4862DA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ACCCE4-A103-AD4A-AA50-52CDE9854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B3D15-8B9A-4D2B-961D-3D8E225158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15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>
            <a:extLst>
              <a:ext uri="{FF2B5EF4-FFF2-40B4-BE49-F238E27FC236}">
                <a16:creationId xmlns:a16="http://schemas.microsoft.com/office/drawing/2014/main" id="{15701CEB-E096-83D8-6546-8178EFAC85B3}"/>
              </a:ext>
            </a:extLst>
          </p:cNvPr>
          <p:cNvSpPr txBox="1"/>
          <p:nvPr/>
        </p:nvSpPr>
        <p:spPr>
          <a:xfrm>
            <a:off x="2734056" y="6336514"/>
            <a:ext cx="16758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////////////////////////////////////////</a:t>
            </a:r>
            <a:endParaRPr lang="ru-RU" sz="2800" spc="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B32FCE-7E7A-53B7-B6F7-D7A1FFA0BEBD}"/>
              </a:ext>
            </a:extLst>
          </p:cNvPr>
          <p:cNvSpPr txBox="1"/>
          <p:nvPr/>
        </p:nvSpPr>
        <p:spPr>
          <a:xfrm>
            <a:off x="2774380" y="3921432"/>
            <a:ext cx="102832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spc="-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//////////</a:t>
            </a:r>
            <a:endParaRPr lang="ru-RU" sz="13800" spc="-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C4BD91-CD2B-5915-C6C9-ED652F03FFA3}"/>
              </a:ext>
            </a:extLst>
          </p:cNvPr>
          <p:cNvSpPr txBox="1"/>
          <p:nvPr/>
        </p:nvSpPr>
        <p:spPr>
          <a:xfrm>
            <a:off x="2774380" y="1418870"/>
            <a:ext cx="1028325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spc="-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</a:t>
            </a:r>
            <a:endParaRPr lang="ru-RU" sz="16600" spc="-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36CE46-2E94-E6D9-BF36-E4ECFDBEEA5A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spc="-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////////////////////</a:t>
            </a:r>
            <a:endParaRPr lang="ru-RU" sz="8000" spc="-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A6D0E686-0C0F-5A54-9889-82CDB1962889}"/>
              </a:ext>
            </a:extLst>
          </p:cNvPr>
          <p:cNvGrpSpPr/>
          <p:nvPr/>
        </p:nvGrpSpPr>
        <p:grpSpPr>
          <a:xfrm>
            <a:off x="2828689" y="2636229"/>
            <a:ext cx="6980897" cy="1100892"/>
            <a:chOff x="1412032" y="4144300"/>
            <a:chExt cx="4803514" cy="98204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D89425-EA8D-A4ED-33CE-DC174636E08C}"/>
                </a:ext>
              </a:extLst>
            </p:cNvPr>
            <p:cNvSpPr txBox="1"/>
            <p:nvPr/>
          </p:nvSpPr>
          <p:spPr>
            <a:xfrm>
              <a:off x="1412032" y="4144300"/>
              <a:ext cx="48035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«Проектирование и разработка информационной системы автоматизации деятельности автовокзала»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E18F33-3349-1CEF-3DD7-FEF2A048CF50}"/>
                </a:ext>
              </a:extLst>
            </p:cNvPr>
            <p:cNvSpPr txBox="1"/>
            <p:nvPr/>
          </p:nvSpPr>
          <p:spPr>
            <a:xfrm>
              <a:off x="1412032" y="4787792"/>
              <a:ext cx="3536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ВКР №09.02.07.22.4.2.3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3DF10A3-D0E0-B0B3-325F-82DEA1A833B6}"/>
              </a:ext>
            </a:extLst>
          </p:cNvPr>
          <p:cNvSpPr txBox="1"/>
          <p:nvPr/>
        </p:nvSpPr>
        <p:spPr>
          <a:xfrm>
            <a:off x="2828689" y="1863573"/>
            <a:ext cx="7273637" cy="47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Выпускная квалификационная работа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63D2E77C-F6C0-B7C1-3C88-1841D45D781C}"/>
              </a:ext>
            </a:extLst>
          </p:cNvPr>
          <p:cNvGrpSpPr/>
          <p:nvPr/>
        </p:nvGrpSpPr>
        <p:grpSpPr>
          <a:xfrm>
            <a:off x="2828689" y="4494261"/>
            <a:ext cx="4667250" cy="1019123"/>
            <a:chOff x="6215546" y="2569241"/>
            <a:chExt cx="2719131" cy="90910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04652A-42D6-278A-25B5-D4E2FDD04EE2}"/>
                </a:ext>
              </a:extLst>
            </p:cNvPr>
            <p:cNvSpPr txBox="1"/>
            <p:nvPr/>
          </p:nvSpPr>
          <p:spPr>
            <a:xfrm>
              <a:off x="6215546" y="2569241"/>
              <a:ext cx="2719131" cy="521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Работу выполнил: обучающийся 22ИСП2 группы Бурдышев И.О.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4956CB-B11C-45D6-501A-9C7B44ED6AC0}"/>
                </a:ext>
              </a:extLst>
            </p:cNvPr>
            <p:cNvSpPr txBox="1"/>
            <p:nvPr/>
          </p:nvSpPr>
          <p:spPr>
            <a:xfrm>
              <a:off x="6215546" y="3176339"/>
              <a:ext cx="2719131" cy="302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Руководитель: Филимонов А.Ю.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7D0CFF2-00EE-33D5-C797-F2F671B22967}"/>
              </a:ext>
            </a:extLst>
          </p:cNvPr>
          <p:cNvSpPr txBox="1"/>
          <p:nvPr/>
        </p:nvSpPr>
        <p:spPr>
          <a:xfrm>
            <a:off x="2828689" y="6425327"/>
            <a:ext cx="1769678" cy="349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81A99-1898-F6A2-F3B6-EDC30823963D}"/>
              </a:ext>
            </a:extLst>
          </p:cNvPr>
          <p:cNvSpPr txBox="1"/>
          <p:nvPr/>
        </p:nvSpPr>
        <p:spPr>
          <a:xfrm>
            <a:off x="2828689" y="284528"/>
            <a:ext cx="6712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Пермский Техникум Промышленных и Информационных технологий им. Б.Г. </a:t>
            </a:r>
            <a:r>
              <a:rPr lang="ru-RU" sz="2000" dirty="0" err="1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Изгагина</a:t>
            </a:r>
            <a:endParaRPr lang="ru-RU" sz="20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5" name="Полилиния: фигура 74">
            <a:extLst>
              <a:ext uri="{FF2B5EF4-FFF2-40B4-BE49-F238E27FC236}">
                <a16:creationId xmlns:a16="http://schemas.microsoft.com/office/drawing/2014/main" id="{5EC05D1A-DA19-CD8E-DC04-11326B814A8B}"/>
              </a:ext>
            </a:extLst>
          </p:cNvPr>
          <p:cNvSpPr/>
          <p:nvPr/>
        </p:nvSpPr>
        <p:spPr>
          <a:xfrm>
            <a:off x="124438" y="1699029"/>
            <a:ext cx="2103120" cy="2103120"/>
          </a:xfrm>
          <a:custGeom>
            <a:avLst/>
            <a:gdLst>
              <a:gd name="csX0" fmla="*/ 1051559 w 2103120"/>
              <a:gd name="csY0" fmla="*/ 154186 h 2103120"/>
              <a:gd name="csX1" fmla="*/ 235050 w 2103120"/>
              <a:gd name="csY1" fmla="*/ 702328 h 2103120"/>
              <a:gd name="csX2" fmla="*/ 433187 w 2103120"/>
              <a:gd name="csY2" fmla="*/ 1665598 h 2103120"/>
              <a:gd name="csX3" fmla="*/ 1399752 w 2103120"/>
              <a:gd name="csY3" fmla="*/ 1846976 h 2103120"/>
              <a:gd name="csX4" fmla="*/ 1933631 w 2103120"/>
              <a:gd name="csY4" fmla="*/ 1021071 h 2103120"/>
              <a:gd name="csX5" fmla="*/ 1051560 w 2103120"/>
              <a:gd name="csY5" fmla="*/ 0 h 2103120"/>
              <a:gd name="csX6" fmla="*/ 2103120 w 2103120"/>
              <a:gd name="csY6" fmla="*/ 1051560 h 2103120"/>
              <a:gd name="csX7" fmla="*/ 1051560 w 2103120"/>
              <a:gd name="csY7" fmla="*/ 2103120 h 2103120"/>
              <a:gd name="csX8" fmla="*/ 0 w 2103120"/>
              <a:gd name="csY8" fmla="*/ 1051560 h 2103120"/>
              <a:gd name="csX9" fmla="*/ 1051560 w 2103120"/>
              <a:gd name="csY9" fmla="*/ 0 h 2103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103120" h="2103120">
                <a:moveTo>
                  <a:pt x="1051559" y="154186"/>
                </a:moveTo>
                <a:cubicBezTo>
                  <a:pt x="693346" y="154186"/>
                  <a:pt x="370694" y="370790"/>
                  <a:pt x="235050" y="702328"/>
                </a:cubicBezTo>
                <a:cubicBezTo>
                  <a:pt x="99406" y="1033866"/>
                  <a:pt x="177702" y="1414512"/>
                  <a:pt x="433187" y="1665598"/>
                </a:cubicBezTo>
                <a:cubicBezTo>
                  <a:pt x="688672" y="1916684"/>
                  <a:pt x="1070620" y="1988357"/>
                  <a:pt x="1399752" y="1846976"/>
                </a:cubicBezTo>
                <a:cubicBezTo>
                  <a:pt x="1728884" y="1705595"/>
                  <a:pt x="1939852" y="1379230"/>
                  <a:pt x="1933631" y="1021071"/>
                </a:cubicBezTo>
                <a:close/>
                <a:moveTo>
                  <a:pt x="1051560" y="0"/>
                </a:moveTo>
                <a:cubicBezTo>
                  <a:pt x="1632321" y="0"/>
                  <a:pt x="2103120" y="470799"/>
                  <a:pt x="2103120" y="1051560"/>
                </a:cubicBezTo>
                <a:cubicBezTo>
                  <a:pt x="2103120" y="1632321"/>
                  <a:pt x="1632321" y="2103120"/>
                  <a:pt x="1051560" y="2103120"/>
                </a:cubicBezTo>
                <a:cubicBezTo>
                  <a:pt x="470799" y="2103120"/>
                  <a:pt x="0" y="1632321"/>
                  <a:pt x="0" y="1051560"/>
                </a:cubicBezTo>
                <a:cubicBezTo>
                  <a:pt x="0" y="470799"/>
                  <a:pt x="470799" y="0"/>
                  <a:pt x="10515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F176C213-5D8B-E932-6211-9E8D3177E581}"/>
              </a:ext>
            </a:extLst>
          </p:cNvPr>
          <p:cNvSpPr/>
          <p:nvPr/>
        </p:nvSpPr>
        <p:spPr>
          <a:xfrm>
            <a:off x="2423160" y="1699029"/>
            <a:ext cx="310896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66520E1A-DC10-F1A7-96C6-8F232C04E8EB}"/>
              </a:ext>
            </a:extLst>
          </p:cNvPr>
          <p:cNvSpPr/>
          <p:nvPr/>
        </p:nvSpPr>
        <p:spPr>
          <a:xfrm>
            <a:off x="2423160" y="4177739"/>
            <a:ext cx="310896" cy="1652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6" name="Полилиния: фигура 115">
            <a:extLst>
              <a:ext uri="{FF2B5EF4-FFF2-40B4-BE49-F238E27FC236}">
                <a16:creationId xmlns:a16="http://schemas.microsoft.com/office/drawing/2014/main" id="{8C11BAAC-1281-1783-1D4E-16E304A5CD44}"/>
              </a:ext>
            </a:extLst>
          </p:cNvPr>
          <p:cNvSpPr/>
          <p:nvPr/>
        </p:nvSpPr>
        <p:spPr>
          <a:xfrm>
            <a:off x="1397631" y="4177738"/>
            <a:ext cx="829927" cy="1652170"/>
          </a:xfrm>
          <a:custGeom>
            <a:avLst/>
            <a:gdLst>
              <a:gd name="csX0" fmla="*/ 3035 w 829927"/>
              <a:gd name="csY0" fmla="*/ 1652089 h 1652170"/>
              <a:gd name="csX1" fmla="*/ 4250 w 829927"/>
              <a:gd name="csY1" fmla="*/ 1652150 h 1652170"/>
              <a:gd name="csX2" fmla="*/ 3842 w 829927"/>
              <a:gd name="csY2" fmla="*/ 1652170 h 1652170"/>
              <a:gd name="csX3" fmla="*/ 0 w 829927"/>
              <a:gd name="csY3" fmla="*/ 1651783 h 1652170"/>
              <a:gd name="csX4" fmla="*/ 3035 w 829927"/>
              <a:gd name="csY4" fmla="*/ 1652089 h 1652170"/>
              <a:gd name="csX5" fmla="*/ 0 w 829927"/>
              <a:gd name="csY5" fmla="*/ 1651936 h 1652170"/>
              <a:gd name="csX6" fmla="*/ 3016 w 829927"/>
              <a:gd name="csY6" fmla="*/ 83 h 1652170"/>
              <a:gd name="csX7" fmla="*/ 0 w 829927"/>
              <a:gd name="csY7" fmla="*/ 387 h 1652170"/>
              <a:gd name="csX8" fmla="*/ 0 w 829927"/>
              <a:gd name="csY8" fmla="*/ 236 h 1652170"/>
              <a:gd name="csX9" fmla="*/ 4658 w 829927"/>
              <a:gd name="csY9" fmla="*/ 41 h 1652170"/>
              <a:gd name="csX10" fmla="*/ 88304 w 829927"/>
              <a:gd name="csY10" fmla="*/ 4265 h 1652170"/>
              <a:gd name="csX11" fmla="*/ 829927 w 829927"/>
              <a:gd name="csY11" fmla="*/ 826085 h 1652170"/>
              <a:gd name="csX12" fmla="*/ 88304 w 829927"/>
              <a:gd name="csY12" fmla="*/ 1647905 h 1652170"/>
              <a:gd name="csX13" fmla="*/ 4658 w 829927"/>
              <a:gd name="csY13" fmla="*/ 1652129 h 1652170"/>
              <a:gd name="csX14" fmla="*/ 4658 w 829927"/>
              <a:gd name="csY14" fmla="*/ 1416241 h 1652170"/>
              <a:gd name="csX15" fmla="*/ 594814 w 829927"/>
              <a:gd name="csY15" fmla="*/ 826085 h 1652170"/>
              <a:gd name="csX16" fmla="*/ 4658 w 829927"/>
              <a:gd name="csY16" fmla="*/ 235929 h 1652170"/>
              <a:gd name="csX17" fmla="*/ 3842 w 829927"/>
              <a:gd name="csY17" fmla="*/ 0 h 1652170"/>
              <a:gd name="csX18" fmla="*/ 4250 w 829927"/>
              <a:gd name="csY18" fmla="*/ 21 h 1652170"/>
              <a:gd name="csX19" fmla="*/ 3016 w 829927"/>
              <a:gd name="csY19" fmla="*/ 83 h 165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829927" h="1652170">
                <a:moveTo>
                  <a:pt x="3035" y="1652089"/>
                </a:moveTo>
                <a:lnTo>
                  <a:pt x="4250" y="1652150"/>
                </a:lnTo>
                <a:lnTo>
                  <a:pt x="3842" y="1652170"/>
                </a:lnTo>
                <a:close/>
                <a:moveTo>
                  <a:pt x="0" y="1651783"/>
                </a:moveTo>
                <a:lnTo>
                  <a:pt x="3035" y="1652089"/>
                </a:lnTo>
                <a:lnTo>
                  <a:pt x="0" y="1651936"/>
                </a:lnTo>
                <a:close/>
                <a:moveTo>
                  <a:pt x="3016" y="83"/>
                </a:moveTo>
                <a:lnTo>
                  <a:pt x="0" y="387"/>
                </a:lnTo>
                <a:lnTo>
                  <a:pt x="0" y="236"/>
                </a:lnTo>
                <a:close/>
                <a:moveTo>
                  <a:pt x="4658" y="41"/>
                </a:moveTo>
                <a:lnTo>
                  <a:pt x="88304" y="4265"/>
                </a:lnTo>
                <a:cubicBezTo>
                  <a:pt x="504863" y="46569"/>
                  <a:pt x="829927" y="398366"/>
                  <a:pt x="829927" y="826085"/>
                </a:cubicBezTo>
                <a:cubicBezTo>
                  <a:pt x="829927" y="1253805"/>
                  <a:pt x="504863" y="1605601"/>
                  <a:pt x="88304" y="1647905"/>
                </a:cubicBezTo>
                <a:lnTo>
                  <a:pt x="4658" y="1652129"/>
                </a:lnTo>
                <a:lnTo>
                  <a:pt x="4658" y="1416241"/>
                </a:lnTo>
                <a:cubicBezTo>
                  <a:pt x="330592" y="1416241"/>
                  <a:pt x="594814" y="1152019"/>
                  <a:pt x="594814" y="826085"/>
                </a:cubicBezTo>
                <a:cubicBezTo>
                  <a:pt x="594814" y="500151"/>
                  <a:pt x="330592" y="235929"/>
                  <a:pt x="4658" y="235929"/>
                </a:cubicBezTo>
                <a:close/>
                <a:moveTo>
                  <a:pt x="3842" y="0"/>
                </a:moveTo>
                <a:lnTo>
                  <a:pt x="4250" y="21"/>
                </a:lnTo>
                <a:lnTo>
                  <a:pt x="3016" y="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BB4CEE62-9E6C-EAE4-1684-9AA94158B5CE}"/>
              </a:ext>
            </a:extLst>
          </p:cNvPr>
          <p:cNvSpPr/>
          <p:nvPr/>
        </p:nvSpPr>
        <p:spPr>
          <a:xfrm>
            <a:off x="124438" y="6437752"/>
            <a:ext cx="2103120" cy="3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Полилиния: фигура 118">
            <a:extLst>
              <a:ext uri="{FF2B5EF4-FFF2-40B4-BE49-F238E27FC236}">
                <a16:creationId xmlns:a16="http://schemas.microsoft.com/office/drawing/2014/main" id="{2A8E3F5D-D467-B9C3-5D89-55F6D892C90F}"/>
              </a:ext>
            </a:extLst>
          </p:cNvPr>
          <p:cNvSpPr/>
          <p:nvPr/>
        </p:nvSpPr>
        <p:spPr>
          <a:xfrm>
            <a:off x="124438" y="4177738"/>
            <a:ext cx="829927" cy="1652170"/>
          </a:xfrm>
          <a:custGeom>
            <a:avLst/>
            <a:gdLst>
              <a:gd name="csX0" fmla="*/ 3035 w 829927"/>
              <a:gd name="csY0" fmla="*/ 1652089 h 1652170"/>
              <a:gd name="csX1" fmla="*/ 4250 w 829927"/>
              <a:gd name="csY1" fmla="*/ 1652150 h 1652170"/>
              <a:gd name="csX2" fmla="*/ 3842 w 829927"/>
              <a:gd name="csY2" fmla="*/ 1652170 h 1652170"/>
              <a:gd name="csX3" fmla="*/ 0 w 829927"/>
              <a:gd name="csY3" fmla="*/ 1651783 h 1652170"/>
              <a:gd name="csX4" fmla="*/ 3035 w 829927"/>
              <a:gd name="csY4" fmla="*/ 1652089 h 1652170"/>
              <a:gd name="csX5" fmla="*/ 0 w 829927"/>
              <a:gd name="csY5" fmla="*/ 1651936 h 1652170"/>
              <a:gd name="csX6" fmla="*/ 3016 w 829927"/>
              <a:gd name="csY6" fmla="*/ 83 h 1652170"/>
              <a:gd name="csX7" fmla="*/ 0 w 829927"/>
              <a:gd name="csY7" fmla="*/ 387 h 1652170"/>
              <a:gd name="csX8" fmla="*/ 0 w 829927"/>
              <a:gd name="csY8" fmla="*/ 236 h 1652170"/>
              <a:gd name="csX9" fmla="*/ 4658 w 829927"/>
              <a:gd name="csY9" fmla="*/ 41 h 1652170"/>
              <a:gd name="csX10" fmla="*/ 88304 w 829927"/>
              <a:gd name="csY10" fmla="*/ 4265 h 1652170"/>
              <a:gd name="csX11" fmla="*/ 829927 w 829927"/>
              <a:gd name="csY11" fmla="*/ 826085 h 1652170"/>
              <a:gd name="csX12" fmla="*/ 88304 w 829927"/>
              <a:gd name="csY12" fmla="*/ 1647905 h 1652170"/>
              <a:gd name="csX13" fmla="*/ 4658 w 829927"/>
              <a:gd name="csY13" fmla="*/ 1652129 h 1652170"/>
              <a:gd name="csX14" fmla="*/ 4658 w 829927"/>
              <a:gd name="csY14" fmla="*/ 1416241 h 1652170"/>
              <a:gd name="csX15" fmla="*/ 594814 w 829927"/>
              <a:gd name="csY15" fmla="*/ 826085 h 1652170"/>
              <a:gd name="csX16" fmla="*/ 4658 w 829927"/>
              <a:gd name="csY16" fmla="*/ 235929 h 1652170"/>
              <a:gd name="csX17" fmla="*/ 3842 w 829927"/>
              <a:gd name="csY17" fmla="*/ 0 h 1652170"/>
              <a:gd name="csX18" fmla="*/ 4250 w 829927"/>
              <a:gd name="csY18" fmla="*/ 21 h 1652170"/>
              <a:gd name="csX19" fmla="*/ 3016 w 829927"/>
              <a:gd name="csY19" fmla="*/ 83 h 165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829927" h="1652170">
                <a:moveTo>
                  <a:pt x="3035" y="1652089"/>
                </a:moveTo>
                <a:lnTo>
                  <a:pt x="4250" y="1652150"/>
                </a:lnTo>
                <a:lnTo>
                  <a:pt x="3842" y="1652170"/>
                </a:lnTo>
                <a:close/>
                <a:moveTo>
                  <a:pt x="0" y="1651783"/>
                </a:moveTo>
                <a:lnTo>
                  <a:pt x="3035" y="1652089"/>
                </a:lnTo>
                <a:lnTo>
                  <a:pt x="0" y="1651936"/>
                </a:lnTo>
                <a:close/>
                <a:moveTo>
                  <a:pt x="3016" y="83"/>
                </a:moveTo>
                <a:lnTo>
                  <a:pt x="0" y="387"/>
                </a:lnTo>
                <a:lnTo>
                  <a:pt x="0" y="236"/>
                </a:lnTo>
                <a:close/>
                <a:moveTo>
                  <a:pt x="4658" y="41"/>
                </a:moveTo>
                <a:lnTo>
                  <a:pt x="88304" y="4265"/>
                </a:lnTo>
                <a:cubicBezTo>
                  <a:pt x="504863" y="46569"/>
                  <a:pt x="829927" y="398366"/>
                  <a:pt x="829927" y="826085"/>
                </a:cubicBezTo>
                <a:cubicBezTo>
                  <a:pt x="829927" y="1253805"/>
                  <a:pt x="504863" y="1605601"/>
                  <a:pt x="88304" y="1647905"/>
                </a:cubicBezTo>
                <a:lnTo>
                  <a:pt x="4658" y="1652129"/>
                </a:lnTo>
                <a:lnTo>
                  <a:pt x="4658" y="1416241"/>
                </a:lnTo>
                <a:cubicBezTo>
                  <a:pt x="330592" y="1416241"/>
                  <a:pt x="594814" y="1152019"/>
                  <a:pt x="594814" y="826085"/>
                </a:cubicBezTo>
                <a:cubicBezTo>
                  <a:pt x="594814" y="500151"/>
                  <a:pt x="330592" y="235929"/>
                  <a:pt x="4658" y="235929"/>
                </a:cubicBezTo>
                <a:close/>
                <a:moveTo>
                  <a:pt x="3842" y="0"/>
                </a:moveTo>
                <a:lnTo>
                  <a:pt x="4250" y="21"/>
                </a:lnTo>
                <a:lnTo>
                  <a:pt x="3016" y="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DA57F5-2A01-BE7E-3DC6-94BD85FA3C8E}"/>
              </a:ext>
            </a:extLst>
          </p:cNvPr>
          <p:cNvSpPr/>
          <p:nvPr/>
        </p:nvSpPr>
        <p:spPr>
          <a:xfrm>
            <a:off x="2423160" y="6437752"/>
            <a:ext cx="310896" cy="3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531739B7-061D-8DC8-BBC9-ADC3C4A4F406}"/>
              </a:ext>
            </a:extLst>
          </p:cNvPr>
          <p:cNvSpPr/>
          <p:nvPr/>
        </p:nvSpPr>
        <p:spPr>
          <a:xfrm>
            <a:off x="2423160" y="91666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A0D1C0EB-0FBC-14A3-0376-5DC905467E8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7" name="Рисунок 126">
            <a:extLst>
              <a:ext uri="{FF2B5EF4-FFF2-40B4-BE49-F238E27FC236}">
                <a16:creationId xmlns:a16="http://schemas.microsoft.com/office/drawing/2014/main" id="{9C05DC6D-1794-DA64-ED4E-D55650B1D89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7144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2998B-4673-7AAD-4F60-9DBA0D60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Полилиния: фигура 74">
            <a:extLst>
              <a:ext uri="{FF2B5EF4-FFF2-40B4-BE49-F238E27FC236}">
                <a16:creationId xmlns:a16="http://schemas.microsoft.com/office/drawing/2014/main" id="{30405E77-E9D9-D948-9585-84C13BD13E1F}"/>
              </a:ext>
            </a:extLst>
          </p:cNvPr>
          <p:cNvSpPr/>
          <p:nvPr/>
        </p:nvSpPr>
        <p:spPr>
          <a:xfrm>
            <a:off x="124438" y="1699029"/>
            <a:ext cx="2103120" cy="2103120"/>
          </a:xfrm>
          <a:custGeom>
            <a:avLst/>
            <a:gdLst>
              <a:gd name="csX0" fmla="*/ 1051559 w 2103120"/>
              <a:gd name="csY0" fmla="*/ 154186 h 2103120"/>
              <a:gd name="csX1" fmla="*/ 235050 w 2103120"/>
              <a:gd name="csY1" fmla="*/ 702328 h 2103120"/>
              <a:gd name="csX2" fmla="*/ 433187 w 2103120"/>
              <a:gd name="csY2" fmla="*/ 1665598 h 2103120"/>
              <a:gd name="csX3" fmla="*/ 1399752 w 2103120"/>
              <a:gd name="csY3" fmla="*/ 1846976 h 2103120"/>
              <a:gd name="csX4" fmla="*/ 1933631 w 2103120"/>
              <a:gd name="csY4" fmla="*/ 1021071 h 2103120"/>
              <a:gd name="csX5" fmla="*/ 1051560 w 2103120"/>
              <a:gd name="csY5" fmla="*/ 0 h 2103120"/>
              <a:gd name="csX6" fmla="*/ 2103120 w 2103120"/>
              <a:gd name="csY6" fmla="*/ 1051560 h 2103120"/>
              <a:gd name="csX7" fmla="*/ 1051560 w 2103120"/>
              <a:gd name="csY7" fmla="*/ 2103120 h 2103120"/>
              <a:gd name="csX8" fmla="*/ 0 w 2103120"/>
              <a:gd name="csY8" fmla="*/ 1051560 h 2103120"/>
              <a:gd name="csX9" fmla="*/ 1051560 w 2103120"/>
              <a:gd name="csY9" fmla="*/ 0 h 2103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103120" h="2103120">
                <a:moveTo>
                  <a:pt x="1051559" y="154186"/>
                </a:moveTo>
                <a:cubicBezTo>
                  <a:pt x="693346" y="154186"/>
                  <a:pt x="370694" y="370790"/>
                  <a:pt x="235050" y="702328"/>
                </a:cubicBezTo>
                <a:cubicBezTo>
                  <a:pt x="99406" y="1033866"/>
                  <a:pt x="177702" y="1414512"/>
                  <a:pt x="433187" y="1665598"/>
                </a:cubicBezTo>
                <a:cubicBezTo>
                  <a:pt x="688672" y="1916684"/>
                  <a:pt x="1070620" y="1988357"/>
                  <a:pt x="1399752" y="1846976"/>
                </a:cubicBezTo>
                <a:cubicBezTo>
                  <a:pt x="1728884" y="1705595"/>
                  <a:pt x="1939852" y="1379230"/>
                  <a:pt x="1933631" y="1021071"/>
                </a:cubicBezTo>
                <a:close/>
                <a:moveTo>
                  <a:pt x="1051560" y="0"/>
                </a:moveTo>
                <a:cubicBezTo>
                  <a:pt x="1632321" y="0"/>
                  <a:pt x="2103120" y="470799"/>
                  <a:pt x="2103120" y="1051560"/>
                </a:cubicBezTo>
                <a:cubicBezTo>
                  <a:pt x="2103120" y="1632321"/>
                  <a:pt x="1632321" y="2103120"/>
                  <a:pt x="1051560" y="2103120"/>
                </a:cubicBezTo>
                <a:cubicBezTo>
                  <a:pt x="470799" y="2103120"/>
                  <a:pt x="0" y="1632321"/>
                  <a:pt x="0" y="1051560"/>
                </a:cubicBezTo>
                <a:cubicBezTo>
                  <a:pt x="0" y="470799"/>
                  <a:pt x="470799" y="0"/>
                  <a:pt x="10515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9181CA7D-4B4E-8988-388D-83E93D563C02}"/>
              </a:ext>
            </a:extLst>
          </p:cNvPr>
          <p:cNvSpPr/>
          <p:nvPr/>
        </p:nvSpPr>
        <p:spPr>
          <a:xfrm>
            <a:off x="2423160" y="1699029"/>
            <a:ext cx="10634472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1D423546-7243-5B59-1E8C-C40961D9D197}"/>
              </a:ext>
            </a:extLst>
          </p:cNvPr>
          <p:cNvSpPr/>
          <p:nvPr/>
        </p:nvSpPr>
        <p:spPr>
          <a:xfrm>
            <a:off x="2423160" y="4177739"/>
            <a:ext cx="10634472" cy="1652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Полилиния: фигура 115">
            <a:extLst>
              <a:ext uri="{FF2B5EF4-FFF2-40B4-BE49-F238E27FC236}">
                <a16:creationId xmlns:a16="http://schemas.microsoft.com/office/drawing/2014/main" id="{E0530548-C995-0612-9CDB-8CE285A907FE}"/>
              </a:ext>
            </a:extLst>
          </p:cNvPr>
          <p:cNvSpPr/>
          <p:nvPr/>
        </p:nvSpPr>
        <p:spPr>
          <a:xfrm>
            <a:off x="1397631" y="4177738"/>
            <a:ext cx="829927" cy="1652170"/>
          </a:xfrm>
          <a:custGeom>
            <a:avLst/>
            <a:gdLst>
              <a:gd name="csX0" fmla="*/ 3035 w 829927"/>
              <a:gd name="csY0" fmla="*/ 1652089 h 1652170"/>
              <a:gd name="csX1" fmla="*/ 4250 w 829927"/>
              <a:gd name="csY1" fmla="*/ 1652150 h 1652170"/>
              <a:gd name="csX2" fmla="*/ 3842 w 829927"/>
              <a:gd name="csY2" fmla="*/ 1652170 h 1652170"/>
              <a:gd name="csX3" fmla="*/ 0 w 829927"/>
              <a:gd name="csY3" fmla="*/ 1651783 h 1652170"/>
              <a:gd name="csX4" fmla="*/ 3035 w 829927"/>
              <a:gd name="csY4" fmla="*/ 1652089 h 1652170"/>
              <a:gd name="csX5" fmla="*/ 0 w 829927"/>
              <a:gd name="csY5" fmla="*/ 1651936 h 1652170"/>
              <a:gd name="csX6" fmla="*/ 3016 w 829927"/>
              <a:gd name="csY6" fmla="*/ 83 h 1652170"/>
              <a:gd name="csX7" fmla="*/ 0 w 829927"/>
              <a:gd name="csY7" fmla="*/ 387 h 1652170"/>
              <a:gd name="csX8" fmla="*/ 0 w 829927"/>
              <a:gd name="csY8" fmla="*/ 236 h 1652170"/>
              <a:gd name="csX9" fmla="*/ 4658 w 829927"/>
              <a:gd name="csY9" fmla="*/ 41 h 1652170"/>
              <a:gd name="csX10" fmla="*/ 88304 w 829927"/>
              <a:gd name="csY10" fmla="*/ 4265 h 1652170"/>
              <a:gd name="csX11" fmla="*/ 829927 w 829927"/>
              <a:gd name="csY11" fmla="*/ 826085 h 1652170"/>
              <a:gd name="csX12" fmla="*/ 88304 w 829927"/>
              <a:gd name="csY12" fmla="*/ 1647905 h 1652170"/>
              <a:gd name="csX13" fmla="*/ 4658 w 829927"/>
              <a:gd name="csY13" fmla="*/ 1652129 h 1652170"/>
              <a:gd name="csX14" fmla="*/ 4658 w 829927"/>
              <a:gd name="csY14" fmla="*/ 1416241 h 1652170"/>
              <a:gd name="csX15" fmla="*/ 594814 w 829927"/>
              <a:gd name="csY15" fmla="*/ 826085 h 1652170"/>
              <a:gd name="csX16" fmla="*/ 4658 w 829927"/>
              <a:gd name="csY16" fmla="*/ 235929 h 1652170"/>
              <a:gd name="csX17" fmla="*/ 3842 w 829927"/>
              <a:gd name="csY17" fmla="*/ 0 h 1652170"/>
              <a:gd name="csX18" fmla="*/ 4250 w 829927"/>
              <a:gd name="csY18" fmla="*/ 21 h 1652170"/>
              <a:gd name="csX19" fmla="*/ 3016 w 829927"/>
              <a:gd name="csY19" fmla="*/ 83 h 165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829927" h="1652170">
                <a:moveTo>
                  <a:pt x="3035" y="1652089"/>
                </a:moveTo>
                <a:lnTo>
                  <a:pt x="4250" y="1652150"/>
                </a:lnTo>
                <a:lnTo>
                  <a:pt x="3842" y="1652170"/>
                </a:lnTo>
                <a:close/>
                <a:moveTo>
                  <a:pt x="0" y="1651783"/>
                </a:moveTo>
                <a:lnTo>
                  <a:pt x="3035" y="1652089"/>
                </a:lnTo>
                <a:lnTo>
                  <a:pt x="0" y="1651936"/>
                </a:lnTo>
                <a:close/>
                <a:moveTo>
                  <a:pt x="3016" y="83"/>
                </a:moveTo>
                <a:lnTo>
                  <a:pt x="0" y="387"/>
                </a:lnTo>
                <a:lnTo>
                  <a:pt x="0" y="236"/>
                </a:lnTo>
                <a:close/>
                <a:moveTo>
                  <a:pt x="4658" y="41"/>
                </a:moveTo>
                <a:lnTo>
                  <a:pt x="88304" y="4265"/>
                </a:lnTo>
                <a:cubicBezTo>
                  <a:pt x="504863" y="46569"/>
                  <a:pt x="829927" y="398366"/>
                  <a:pt x="829927" y="826085"/>
                </a:cubicBezTo>
                <a:cubicBezTo>
                  <a:pt x="829927" y="1253805"/>
                  <a:pt x="504863" y="1605601"/>
                  <a:pt x="88304" y="1647905"/>
                </a:cubicBezTo>
                <a:lnTo>
                  <a:pt x="4658" y="1652129"/>
                </a:lnTo>
                <a:lnTo>
                  <a:pt x="4658" y="1416241"/>
                </a:lnTo>
                <a:cubicBezTo>
                  <a:pt x="330592" y="1416241"/>
                  <a:pt x="594814" y="1152019"/>
                  <a:pt x="594814" y="826085"/>
                </a:cubicBezTo>
                <a:cubicBezTo>
                  <a:pt x="594814" y="500151"/>
                  <a:pt x="330592" y="235929"/>
                  <a:pt x="4658" y="235929"/>
                </a:cubicBezTo>
                <a:close/>
                <a:moveTo>
                  <a:pt x="3842" y="0"/>
                </a:moveTo>
                <a:lnTo>
                  <a:pt x="4250" y="21"/>
                </a:lnTo>
                <a:lnTo>
                  <a:pt x="3016" y="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01804784-5EEA-B302-75DC-DF619B8E6E29}"/>
              </a:ext>
            </a:extLst>
          </p:cNvPr>
          <p:cNvSpPr/>
          <p:nvPr/>
        </p:nvSpPr>
        <p:spPr>
          <a:xfrm>
            <a:off x="124438" y="1699029"/>
            <a:ext cx="2103120" cy="5048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Полилиния: фигура 118">
            <a:extLst>
              <a:ext uri="{FF2B5EF4-FFF2-40B4-BE49-F238E27FC236}">
                <a16:creationId xmlns:a16="http://schemas.microsoft.com/office/drawing/2014/main" id="{923DC1AE-97AE-DCC5-EA31-815D26898A77}"/>
              </a:ext>
            </a:extLst>
          </p:cNvPr>
          <p:cNvSpPr/>
          <p:nvPr/>
        </p:nvSpPr>
        <p:spPr>
          <a:xfrm>
            <a:off x="124438" y="4177738"/>
            <a:ext cx="829927" cy="1652170"/>
          </a:xfrm>
          <a:custGeom>
            <a:avLst/>
            <a:gdLst>
              <a:gd name="csX0" fmla="*/ 3035 w 829927"/>
              <a:gd name="csY0" fmla="*/ 1652089 h 1652170"/>
              <a:gd name="csX1" fmla="*/ 4250 w 829927"/>
              <a:gd name="csY1" fmla="*/ 1652150 h 1652170"/>
              <a:gd name="csX2" fmla="*/ 3842 w 829927"/>
              <a:gd name="csY2" fmla="*/ 1652170 h 1652170"/>
              <a:gd name="csX3" fmla="*/ 0 w 829927"/>
              <a:gd name="csY3" fmla="*/ 1651783 h 1652170"/>
              <a:gd name="csX4" fmla="*/ 3035 w 829927"/>
              <a:gd name="csY4" fmla="*/ 1652089 h 1652170"/>
              <a:gd name="csX5" fmla="*/ 0 w 829927"/>
              <a:gd name="csY5" fmla="*/ 1651936 h 1652170"/>
              <a:gd name="csX6" fmla="*/ 3016 w 829927"/>
              <a:gd name="csY6" fmla="*/ 83 h 1652170"/>
              <a:gd name="csX7" fmla="*/ 0 w 829927"/>
              <a:gd name="csY7" fmla="*/ 387 h 1652170"/>
              <a:gd name="csX8" fmla="*/ 0 w 829927"/>
              <a:gd name="csY8" fmla="*/ 236 h 1652170"/>
              <a:gd name="csX9" fmla="*/ 4658 w 829927"/>
              <a:gd name="csY9" fmla="*/ 41 h 1652170"/>
              <a:gd name="csX10" fmla="*/ 88304 w 829927"/>
              <a:gd name="csY10" fmla="*/ 4265 h 1652170"/>
              <a:gd name="csX11" fmla="*/ 829927 w 829927"/>
              <a:gd name="csY11" fmla="*/ 826085 h 1652170"/>
              <a:gd name="csX12" fmla="*/ 88304 w 829927"/>
              <a:gd name="csY12" fmla="*/ 1647905 h 1652170"/>
              <a:gd name="csX13" fmla="*/ 4658 w 829927"/>
              <a:gd name="csY13" fmla="*/ 1652129 h 1652170"/>
              <a:gd name="csX14" fmla="*/ 4658 w 829927"/>
              <a:gd name="csY14" fmla="*/ 1416241 h 1652170"/>
              <a:gd name="csX15" fmla="*/ 594814 w 829927"/>
              <a:gd name="csY15" fmla="*/ 826085 h 1652170"/>
              <a:gd name="csX16" fmla="*/ 4658 w 829927"/>
              <a:gd name="csY16" fmla="*/ 235929 h 1652170"/>
              <a:gd name="csX17" fmla="*/ 3842 w 829927"/>
              <a:gd name="csY17" fmla="*/ 0 h 1652170"/>
              <a:gd name="csX18" fmla="*/ 4250 w 829927"/>
              <a:gd name="csY18" fmla="*/ 21 h 1652170"/>
              <a:gd name="csX19" fmla="*/ 3016 w 829927"/>
              <a:gd name="csY19" fmla="*/ 83 h 1652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829927" h="1652170">
                <a:moveTo>
                  <a:pt x="3035" y="1652089"/>
                </a:moveTo>
                <a:lnTo>
                  <a:pt x="4250" y="1652150"/>
                </a:lnTo>
                <a:lnTo>
                  <a:pt x="3842" y="1652170"/>
                </a:lnTo>
                <a:close/>
                <a:moveTo>
                  <a:pt x="0" y="1651783"/>
                </a:moveTo>
                <a:lnTo>
                  <a:pt x="3035" y="1652089"/>
                </a:lnTo>
                <a:lnTo>
                  <a:pt x="0" y="1651936"/>
                </a:lnTo>
                <a:close/>
                <a:moveTo>
                  <a:pt x="3016" y="83"/>
                </a:moveTo>
                <a:lnTo>
                  <a:pt x="0" y="387"/>
                </a:lnTo>
                <a:lnTo>
                  <a:pt x="0" y="236"/>
                </a:lnTo>
                <a:close/>
                <a:moveTo>
                  <a:pt x="4658" y="41"/>
                </a:moveTo>
                <a:lnTo>
                  <a:pt x="88304" y="4265"/>
                </a:lnTo>
                <a:cubicBezTo>
                  <a:pt x="504863" y="46569"/>
                  <a:pt x="829927" y="398366"/>
                  <a:pt x="829927" y="826085"/>
                </a:cubicBezTo>
                <a:cubicBezTo>
                  <a:pt x="829927" y="1253805"/>
                  <a:pt x="504863" y="1605601"/>
                  <a:pt x="88304" y="1647905"/>
                </a:cubicBezTo>
                <a:lnTo>
                  <a:pt x="4658" y="1652129"/>
                </a:lnTo>
                <a:lnTo>
                  <a:pt x="4658" y="1416241"/>
                </a:lnTo>
                <a:cubicBezTo>
                  <a:pt x="330592" y="1416241"/>
                  <a:pt x="594814" y="1152019"/>
                  <a:pt x="594814" y="826085"/>
                </a:cubicBezTo>
                <a:cubicBezTo>
                  <a:pt x="594814" y="500151"/>
                  <a:pt x="330592" y="235929"/>
                  <a:pt x="4658" y="235929"/>
                </a:cubicBezTo>
                <a:close/>
                <a:moveTo>
                  <a:pt x="3842" y="0"/>
                </a:moveTo>
                <a:lnTo>
                  <a:pt x="4250" y="21"/>
                </a:lnTo>
                <a:lnTo>
                  <a:pt x="3016" y="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7457A3-AA4B-D6D1-6FB0-D2947AAF9EEA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spc="-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////////////////////</a:t>
            </a:r>
            <a:endParaRPr lang="ru-RU" sz="8000" spc="-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A5135F-43D8-4E22-E0DA-BDB73B6C2A93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Актуальность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D449BB0-5A50-916A-ACCE-1163C3263630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D1B6501-46E3-D874-3287-20395F978A8F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06129CA3-17E8-82E5-2409-82F5EB086658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34B4DF19-3472-C2A4-EB67-ABC6D781611E}"/>
              </a:ext>
            </a:extLst>
          </p:cNvPr>
          <p:cNvSpPr/>
          <p:nvPr/>
        </p:nvSpPr>
        <p:spPr>
          <a:xfrm>
            <a:off x="2423160" y="6437752"/>
            <a:ext cx="10634472" cy="3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0405456E-2067-C065-62D8-BF252D72F2FF}"/>
              </a:ext>
            </a:extLst>
          </p:cNvPr>
          <p:cNvSpPr/>
          <p:nvPr/>
        </p:nvSpPr>
        <p:spPr>
          <a:xfrm>
            <a:off x="2423160" y="91666"/>
            <a:ext cx="10634472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Прямоугольник 1" hidden="1">
            <a:extLst>
              <a:ext uri="{FF2B5EF4-FFF2-40B4-BE49-F238E27FC236}">
                <a16:creationId xmlns:a16="http://schemas.microsoft.com/office/drawing/2014/main" id="{2AA9BA98-03EA-0F59-09D8-16780E516B41}"/>
              </a:ext>
            </a:extLst>
          </p:cNvPr>
          <p:cNvSpPr/>
          <p:nvPr/>
        </p:nvSpPr>
        <p:spPr>
          <a:xfrm>
            <a:off x="124438" y="6747352"/>
            <a:ext cx="2103120" cy="504832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3B5FB4A-F598-F396-26AC-C8DD782493F4}"/>
              </a:ext>
            </a:extLst>
          </p:cNvPr>
          <p:cNvSpPr/>
          <p:nvPr/>
        </p:nvSpPr>
        <p:spPr>
          <a:xfrm>
            <a:off x="124438" y="6747352"/>
            <a:ext cx="2103120" cy="504832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976A664-E6FB-98E7-D6AA-22DD530C2397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8E0608B-4B50-4699-31D6-9C8C14ABEEB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6403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F2751-C23E-2DD5-D2C1-8437E2E4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E0E8235-C2D3-9841-7D92-1F936DF07920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  1 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7AADD8-51BC-087F-01D1-04D59DAE206F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spc="-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////////////////////</a:t>
            </a:r>
            <a:endParaRPr lang="ru-RU" sz="8000" spc="-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9D24E91A-BE58-7F2B-3CE8-525B880071D7}"/>
              </a:ext>
            </a:extLst>
          </p:cNvPr>
          <p:cNvSpPr/>
          <p:nvPr/>
        </p:nvSpPr>
        <p:spPr>
          <a:xfrm>
            <a:off x="12915900" y="1699029"/>
            <a:ext cx="141732" cy="2103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90FAE9E2-08E4-2B11-FACA-18FB06E00A34}"/>
              </a:ext>
            </a:extLst>
          </p:cNvPr>
          <p:cNvSpPr/>
          <p:nvPr/>
        </p:nvSpPr>
        <p:spPr>
          <a:xfrm>
            <a:off x="12915900" y="4177739"/>
            <a:ext cx="141732" cy="1652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5D1C74FA-8F41-AF13-A3D5-9E62E357E2E8}"/>
              </a:ext>
            </a:extLst>
          </p:cNvPr>
          <p:cNvSpPr/>
          <p:nvPr/>
        </p:nvSpPr>
        <p:spPr>
          <a:xfrm>
            <a:off x="124438" y="1699029"/>
            <a:ext cx="2103120" cy="5048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BA0C5340-EC5C-BC1B-0225-BDDA76916FAD}"/>
              </a:ext>
            </a:extLst>
          </p:cNvPr>
          <p:cNvSpPr/>
          <p:nvPr/>
        </p:nvSpPr>
        <p:spPr>
          <a:xfrm>
            <a:off x="12915900" y="6437752"/>
            <a:ext cx="141732" cy="3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40F65138-8F4E-B0E3-2BD0-56D4BD969B20}"/>
              </a:ext>
            </a:extLst>
          </p:cNvPr>
          <p:cNvSpPr/>
          <p:nvPr/>
        </p:nvSpPr>
        <p:spPr>
          <a:xfrm>
            <a:off x="12915900" y="91666"/>
            <a:ext cx="141732" cy="1100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906EF4B-2BA6-F21E-8DD1-8B31C856B825}"/>
              </a:ext>
            </a:extLst>
          </p:cNvPr>
          <p:cNvSpPr/>
          <p:nvPr/>
        </p:nvSpPr>
        <p:spPr>
          <a:xfrm>
            <a:off x="124438" y="1699028"/>
            <a:ext cx="2103120" cy="504832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8A053-599E-844B-FC6A-468F107418BF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Актуальность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03FB69C-ED39-BF19-9DCE-D21C9B2FD274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5400874-6040-EE03-CE0D-1E399867EBE2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202C3E1-0017-1707-B060-EBE4178582C5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FBBDA4D-FD22-D918-199F-B7F4173D8F2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F25791D-FAD6-63F7-B0B7-3982A44CA87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0952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4941A-F8D9-4E8A-86C4-131C957D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73786EC-0F44-201F-DCF8-1DED83EBA550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F858BD-0C28-B3DD-056A-5EA333711E02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2E70C-8216-22B4-76EA-9BAE037E47E6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Актуальность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D1DE13C-2EA6-A448-74C3-3CBF0D01547A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E1597F3-C7D5-5620-1734-F58D7AA4C55E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FFEACA24-0030-DE3B-B3AB-5C0EA4B305DF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B52F4D7-8628-0868-ECB6-1B70A9173C6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FDBCFD-7CFF-C073-80F1-890BC984499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725D82E-B264-6471-8854-2DAC7DF6EAC3}"/>
              </a:ext>
            </a:extLst>
          </p:cNvPr>
          <p:cNvSpPr txBox="1"/>
          <p:nvPr/>
        </p:nvSpPr>
        <p:spPr>
          <a:xfrm>
            <a:off x="2828689" y="2274838"/>
            <a:ext cx="3692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Более 70% пользователей предпочитают онлайн-сервисы заместо «бумажного» формата билета.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69DF1E-E8A4-79B3-0E09-A9A2ABB68756}"/>
              </a:ext>
            </a:extLst>
          </p:cNvPr>
          <p:cNvSpPr txBox="1"/>
          <p:nvPr/>
        </p:nvSpPr>
        <p:spPr>
          <a:xfrm>
            <a:off x="6732982" y="5443197"/>
            <a:ext cx="526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---</a:t>
            </a: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+---</a:t>
            </a: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+---</a:t>
            </a: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+---</a:t>
            </a: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+</a:t>
            </a: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lang="ru-RU" sz="28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828CF5-229D-0DFB-64CE-3E14F1B9535C}"/>
              </a:ext>
            </a:extLst>
          </p:cNvPr>
          <p:cNvSpPr txBox="1"/>
          <p:nvPr/>
        </p:nvSpPr>
        <p:spPr>
          <a:xfrm rot="16200000">
            <a:off x="5273422" y="3167389"/>
            <a:ext cx="49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+---</a:t>
            </a: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+---</a:t>
            </a: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+---</a:t>
            </a: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+</a:t>
            </a: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lang="ru-RU" sz="28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44219-8013-1810-831D-136022FA2130}"/>
              </a:ext>
            </a:extLst>
          </p:cNvPr>
          <p:cNvSpPr txBox="1"/>
          <p:nvPr/>
        </p:nvSpPr>
        <p:spPr>
          <a:xfrm>
            <a:off x="7074215" y="2425183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80%</a:t>
            </a:r>
            <a:endParaRPr lang="ru-RU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BA411-3BAA-18D7-FD4A-5EB9ADDE29D5}"/>
              </a:ext>
            </a:extLst>
          </p:cNvPr>
          <p:cNvSpPr txBox="1"/>
          <p:nvPr/>
        </p:nvSpPr>
        <p:spPr>
          <a:xfrm>
            <a:off x="7074215" y="3458009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50%</a:t>
            </a:r>
            <a:endParaRPr lang="ru-RU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1818B7-2872-F089-961A-6CD51507C0A5}"/>
              </a:ext>
            </a:extLst>
          </p:cNvPr>
          <p:cNvSpPr txBox="1"/>
          <p:nvPr/>
        </p:nvSpPr>
        <p:spPr>
          <a:xfrm>
            <a:off x="7074215" y="4490834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20%</a:t>
            </a:r>
            <a:endParaRPr lang="ru-RU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AB4430-5DDF-0D1D-9C5D-10985DF181A0}"/>
              </a:ext>
            </a:extLst>
          </p:cNvPr>
          <p:cNvSpPr txBox="1"/>
          <p:nvPr/>
        </p:nvSpPr>
        <p:spPr>
          <a:xfrm>
            <a:off x="8440250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2012</a:t>
            </a:r>
            <a:endParaRPr lang="ru-RU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6C6CB7-688D-F2F0-D4F8-587B3E68C531}"/>
              </a:ext>
            </a:extLst>
          </p:cNvPr>
          <p:cNvSpPr txBox="1"/>
          <p:nvPr/>
        </p:nvSpPr>
        <p:spPr>
          <a:xfrm>
            <a:off x="949471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2018</a:t>
            </a:r>
            <a:endParaRPr lang="ru-RU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FD88E9-1DAB-0715-2018-535B30AFF932}"/>
              </a:ext>
            </a:extLst>
          </p:cNvPr>
          <p:cNvSpPr txBox="1"/>
          <p:nvPr/>
        </p:nvSpPr>
        <p:spPr>
          <a:xfrm>
            <a:off x="1054627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2024</a:t>
            </a:r>
            <a:endParaRPr lang="ru-RU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3569D14-E7DF-C00A-C33B-EF3238B70027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C786911-DBF7-78F7-58CB-448D266A8F3B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D0D0D"/>
                </a:solidFill>
              </a:rPr>
              <a:t>1b</a:t>
            </a:r>
            <a:endParaRPr lang="ru-RU" dirty="0">
              <a:solidFill>
                <a:srgbClr val="0D0D0D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BE7E6FD-3F8B-84AA-604F-152D704BEFD5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2CB8ABD-8A13-7816-D034-F2B51250D27E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D0D0D"/>
                </a:solidFill>
              </a:rPr>
              <a:t>2b</a:t>
            </a:r>
            <a:endParaRPr lang="ru-RU" dirty="0">
              <a:solidFill>
                <a:srgbClr val="0D0D0D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A4340B9-55FF-646A-F406-AF6722E23370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7F25C78-2A06-9E8B-73A5-EE1FC97CD5D4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D0D0D"/>
                </a:solidFill>
              </a:rPr>
              <a:t>3b</a:t>
            </a:r>
            <a:endParaRPr lang="ru-RU" dirty="0">
              <a:solidFill>
                <a:srgbClr val="0D0D0D"/>
              </a:solidFill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5C22D362-F58F-2566-8B2C-3A3E715EFAA0}"/>
              </a:ext>
            </a:extLst>
          </p:cNvPr>
          <p:cNvGrpSpPr/>
          <p:nvPr/>
        </p:nvGrpSpPr>
        <p:grpSpPr>
          <a:xfrm>
            <a:off x="2423159" y="1528580"/>
            <a:ext cx="9340215" cy="4748395"/>
            <a:chOff x="2423160" y="91666"/>
            <a:chExt cx="310896" cy="1100757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D5BF900-B604-635A-F11C-418D12D82CB0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B0A051D-8102-4F8B-07CD-2BFD1C772B8F}"/>
                </a:ext>
              </a:extLst>
            </p:cNvPr>
            <p:cNvSpPr/>
            <p:nvPr/>
          </p:nvSpPr>
          <p:spPr>
            <a:xfrm>
              <a:off x="2423160" y="730940"/>
              <a:ext cx="310896" cy="461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2C11231-2965-977B-A6E3-00BA9FA403B0}"/>
              </a:ext>
            </a:extLst>
          </p:cNvPr>
          <p:cNvGrpSpPr/>
          <p:nvPr/>
        </p:nvGrpSpPr>
        <p:grpSpPr>
          <a:xfrm>
            <a:off x="2423158" y="1528580"/>
            <a:ext cx="9340215" cy="4748395"/>
            <a:chOff x="2423160" y="91666"/>
            <a:chExt cx="310896" cy="1100757"/>
          </a:xfrm>
          <a:solidFill>
            <a:srgbClr val="0D0D0D"/>
          </a:solidFill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F95D560F-1322-F29F-F3A8-530C37A16CDC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06AF5BF-100A-D37C-CFB9-8B8A22FC85F4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FDEF16D-0A79-4FE6-FD81-E8B666F63183}"/>
              </a:ext>
            </a:extLst>
          </p:cNvPr>
          <p:cNvGrpSpPr/>
          <p:nvPr/>
        </p:nvGrpSpPr>
        <p:grpSpPr>
          <a:xfrm>
            <a:off x="241698" y="1528580"/>
            <a:ext cx="1855154" cy="4748395"/>
            <a:chOff x="2423160" y="91666"/>
            <a:chExt cx="310896" cy="110075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9DB201D-4668-063D-486B-BD2A6F5F050D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4609794D-D2FF-20B0-01A3-365F3E33EF18}"/>
                </a:ext>
              </a:extLst>
            </p:cNvPr>
            <p:cNvSpPr/>
            <p:nvPr/>
          </p:nvSpPr>
          <p:spPr>
            <a:xfrm>
              <a:off x="2423160" y="1163239"/>
              <a:ext cx="310896" cy="29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8B4113E1-39AD-F52D-4F2E-1D114D846F87}"/>
              </a:ext>
            </a:extLst>
          </p:cNvPr>
          <p:cNvGrpSpPr/>
          <p:nvPr/>
        </p:nvGrpSpPr>
        <p:grpSpPr>
          <a:xfrm>
            <a:off x="237242" y="1465686"/>
            <a:ext cx="1855154" cy="4811289"/>
            <a:chOff x="2423160" y="91666"/>
            <a:chExt cx="310896" cy="1100757"/>
          </a:xfrm>
          <a:solidFill>
            <a:srgbClr val="0D0D0D"/>
          </a:solidFill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FBD14411-754F-4782-DCAA-C8A2EA0D14C7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545D9806-6533-080A-6F33-98B261742666}"/>
                </a:ext>
              </a:extLst>
            </p:cNvPr>
            <p:cNvSpPr/>
            <p:nvPr/>
          </p:nvSpPr>
          <p:spPr>
            <a:xfrm>
              <a:off x="2423160" y="1120431"/>
              <a:ext cx="310896" cy="71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689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 advTm="0"/>
    </mc:Choice>
    <mc:Fallback xmlns="">
      <p:transition spd="slow"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73CF6-AC74-4771-243E-155CAF889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3C5DC07-8614-6B96-9ECC-7ED94DE665FF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19DBE6-9FA3-D9F3-A951-B92FAC2FE52C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3E709-5E36-CF31-FFB2-7B4C4B4E61F2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Актуальность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5B8E0784-7E1B-6271-850B-768FBC9A46F2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C9E66394-1E06-9759-F432-3260AB12F4B4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75A077B-BA38-B9D6-7395-6DF953E4B5C0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FA5E9A3-C43B-E0DB-27C7-3823816996F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670992C-11AD-9209-6466-FA9946FCCE2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52EB2D-A769-54AF-9F98-90A0EE814764}"/>
              </a:ext>
            </a:extLst>
          </p:cNvPr>
          <p:cNvSpPr txBox="1"/>
          <p:nvPr/>
        </p:nvSpPr>
        <p:spPr>
          <a:xfrm>
            <a:off x="2828689" y="2274838"/>
            <a:ext cx="3692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Более 70% пользователей предпочитают онлайн-сервисы заместо «бумажного» формата билета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1E067D-DFD9-934B-37FB-B07819235304}"/>
              </a:ext>
            </a:extLst>
          </p:cNvPr>
          <p:cNvSpPr txBox="1"/>
          <p:nvPr/>
        </p:nvSpPr>
        <p:spPr>
          <a:xfrm>
            <a:off x="6732982" y="5443197"/>
            <a:ext cx="526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B084C2-4CC2-0412-C14B-D22B637296DF}"/>
              </a:ext>
            </a:extLst>
          </p:cNvPr>
          <p:cNvSpPr txBox="1"/>
          <p:nvPr/>
        </p:nvSpPr>
        <p:spPr>
          <a:xfrm rot="16200000">
            <a:off x="5273422" y="3167389"/>
            <a:ext cx="49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CD24C-236B-195B-5016-562B91626B89}"/>
              </a:ext>
            </a:extLst>
          </p:cNvPr>
          <p:cNvSpPr txBox="1"/>
          <p:nvPr/>
        </p:nvSpPr>
        <p:spPr>
          <a:xfrm>
            <a:off x="7074215" y="2425183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80%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AFB5C0-6734-707B-A575-F5AC65717F58}"/>
              </a:ext>
            </a:extLst>
          </p:cNvPr>
          <p:cNvSpPr txBox="1"/>
          <p:nvPr/>
        </p:nvSpPr>
        <p:spPr>
          <a:xfrm>
            <a:off x="7074215" y="3458009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50%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C5C35A-F23F-280E-DD5B-A57BBF186C4F}"/>
              </a:ext>
            </a:extLst>
          </p:cNvPr>
          <p:cNvSpPr txBox="1"/>
          <p:nvPr/>
        </p:nvSpPr>
        <p:spPr>
          <a:xfrm>
            <a:off x="7074215" y="4490834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4D9A52-4B2E-715D-C2AE-1C1E5AB037BF}"/>
              </a:ext>
            </a:extLst>
          </p:cNvPr>
          <p:cNvSpPr txBox="1"/>
          <p:nvPr/>
        </p:nvSpPr>
        <p:spPr>
          <a:xfrm>
            <a:off x="8440250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960782-2279-C6B6-1CEC-14C9068E1283}"/>
              </a:ext>
            </a:extLst>
          </p:cNvPr>
          <p:cNvSpPr txBox="1"/>
          <p:nvPr/>
        </p:nvSpPr>
        <p:spPr>
          <a:xfrm>
            <a:off x="949471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6FE434-BEFF-D4B1-AE01-52E3136F4463}"/>
              </a:ext>
            </a:extLst>
          </p:cNvPr>
          <p:cNvSpPr txBox="1"/>
          <p:nvPr/>
        </p:nvSpPr>
        <p:spPr>
          <a:xfrm>
            <a:off x="1054627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1C87587-DC4D-3467-F204-BDD29BB115FF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28260E2-7F1E-DD2E-A395-B968B24A259D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10498CF-4BCA-E19F-A1C6-EAA17B981B60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204AD2A-F4F0-27B1-FE71-91AE39ADAADF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3E578E7-F706-7BBE-5C70-52C9CAE66CFA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C69D3B0-0689-7728-B3C6-CC0F491D6437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!!ShapeRemoverW1!!">
            <a:extLst>
              <a:ext uri="{FF2B5EF4-FFF2-40B4-BE49-F238E27FC236}">
                <a16:creationId xmlns:a16="http://schemas.microsoft.com/office/drawing/2014/main" id="{FE74B4EB-54C1-53DD-3848-30FC2C85A554}"/>
              </a:ext>
            </a:extLst>
          </p:cNvPr>
          <p:cNvSpPr/>
          <p:nvPr/>
        </p:nvSpPr>
        <p:spPr>
          <a:xfrm>
            <a:off x="241699" y="370183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DC99B107-E203-4980-23E3-C701FB8CF27A}"/>
              </a:ext>
            </a:extLst>
          </p:cNvPr>
          <p:cNvGrpSpPr/>
          <p:nvPr/>
        </p:nvGrpSpPr>
        <p:grpSpPr>
          <a:xfrm>
            <a:off x="809217" y="4438768"/>
            <a:ext cx="1283179" cy="1270193"/>
            <a:chOff x="813675" y="4421822"/>
            <a:chExt cx="1283179" cy="1270193"/>
          </a:xfrm>
        </p:grpSpPr>
        <p:sp>
          <p:nvSpPr>
            <p:cNvPr id="43" name="Блок-схема: процесс 42">
              <a:extLst>
                <a:ext uri="{FF2B5EF4-FFF2-40B4-BE49-F238E27FC236}">
                  <a16:creationId xmlns:a16="http://schemas.microsoft.com/office/drawing/2014/main" id="{452AE1C4-1EF5-C6F0-AF01-3746F0BC30E1}"/>
                </a:ext>
              </a:extLst>
            </p:cNvPr>
            <p:cNvSpPr/>
            <p:nvPr/>
          </p:nvSpPr>
          <p:spPr>
            <a:xfrm>
              <a:off x="1146483" y="4421822"/>
              <a:ext cx="950371" cy="940753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Блок-схема: процесс 43">
              <a:extLst>
                <a:ext uri="{FF2B5EF4-FFF2-40B4-BE49-F238E27FC236}">
                  <a16:creationId xmlns:a16="http://schemas.microsoft.com/office/drawing/2014/main" id="{7DBFA311-8CAD-DFCE-37E8-BE27F6388DB1}"/>
                </a:ext>
              </a:extLst>
            </p:cNvPr>
            <p:cNvSpPr/>
            <p:nvPr/>
          </p:nvSpPr>
          <p:spPr>
            <a:xfrm>
              <a:off x="813675" y="5362575"/>
              <a:ext cx="332808" cy="329440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481FCB92-BB36-BA1C-36DF-8B5B305B4149}"/>
              </a:ext>
            </a:extLst>
          </p:cNvPr>
          <p:cNvSpPr/>
          <p:nvPr/>
        </p:nvSpPr>
        <p:spPr>
          <a:xfrm>
            <a:off x="241699" y="1846679"/>
            <a:ext cx="1855154" cy="1855154"/>
          </a:xfrm>
          <a:custGeom>
            <a:avLst/>
            <a:gdLst>
              <a:gd name="csX0" fmla="*/ 594769 w 1855154"/>
              <a:gd name="csY0" fmla="*/ 927576 h 1855154"/>
              <a:gd name="csX1" fmla="*/ 594769 w 1855154"/>
              <a:gd name="csY1" fmla="*/ 1257016 h 1855154"/>
              <a:gd name="csX2" fmla="*/ 927577 w 1855154"/>
              <a:gd name="csY2" fmla="*/ 1257016 h 1855154"/>
              <a:gd name="csX3" fmla="*/ 927577 w 1855154"/>
              <a:gd name="csY3" fmla="*/ 927576 h 1855154"/>
              <a:gd name="csX4" fmla="*/ 927577 w 1855154"/>
              <a:gd name="csY4" fmla="*/ 0 h 1855154"/>
              <a:gd name="csX5" fmla="*/ 927578 w 1855154"/>
              <a:gd name="csY5" fmla="*/ 927577 h 1855154"/>
              <a:gd name="csX6" fmla="*/ 1855154 w 1855154"/>
              <a:gd name="csY6" fmla="*/ 927577 h 1855154"/>
              <a:gd name="csX7" fmla="*/ 927577 w 1855154"/>
              <a:gd name="csY7" fmla="*/ 1855154 h 1855154"/>
              <a:gd name="csX8" fmla="*/ 0 w 1855154"/>
              <a:gd name="csY8" fmla="*/ 927577 h 1855154"/>
              <a:gd name="csX9" fmla="*/ 927577 w 1855154"/>
              <a:gd name="csY9" fmla="*/ 0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855154" h="1855154">
                <a:moveTo>
                  <a:pt x="594769" y="927576"/>
                </a:moveTo>
                <a:lnTo>
                  <a:pt x="594769" y="1257016"/>
                </a:lnTo>
                <a:lnTo>
                  <a:pt x="927577" y="1257016"/>
                </a:lnTo>
                <a:lnTo>
                  <a:pt x="927577" y="927576"/>
                </a:lnTo>
                <a:close/>
                <a:moveTo>
                  <a:pt x="927577" y="0"/>
                </a:moveTo>
                <a:cubicBezTo>
                  <a:pt x="927577" y="309192"/>
                  <a:pt x="927578" y="618385"/>
                  <a:pt x="927578" y="927577"/>
                </a:cubicBezTo>
                <a:lnTo>
                  <a:pt x="1855154" y="927577"/>
                </a:lnTo>
                <a:cubicBezTo>
                  <a:pt x="1855154" y="1439864"/>
                  <a:pt x="1439864" y="1855154"/>
                  <a:pt x="927577" y="1855154"/>
                </a:cubicBezTo>
                <a:cubicBezTo>
                  <a:pt x="415290" y="1855154"/>
                  <a:pt x="0" y="1439864"/>
                  <a:pt x="0" y="927577"/>
                </a:cubicBezTo>
                <a:cubicBezTo>
                  <a:pt x="0" y="415290"/>
                  <a:pt x="415290" y="0"/>
                  <a:pt x="927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5" name="!!ShapeRemoverB1!!">
            <a:extLst>
              <a:ext uri="{FF2B5EF4-FFF2-40B4-BE49-F238E27FC236}">
                <a16:creationId xmlns:a16="http://schemas.microsoft.com/office/drawing/2014/main" id="{7A3B5469-836D-23B2-6F3D-2E53C1A7DD46}"/>
              </a:ext>
            </a:extLst>
          </p:cNvPr>
          <p:cNvSpPr/>
          <p:nvPr/>
        </p:nvSpPr>
        <p:spPr>
          <a:xfrm>
            <a:off x="241699" y="3701833"/>
            <a:ext cx="1863562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FD66AB0-BF9A-990D-9572-92283E524FFA}"/>
              </a:ext>
            </a:extLst>
          </p:cNvPr>
          <p:cNvGrpSpPr/>
          <p:nvPr/>
        </p:nvGrpSpPr>
        <p:grpSpPr>
          <a:xfrm>
            <a:off x="2423159" y="1528580"/>
            <a:ext cx="310897" cy="4748395"/>
            <a:chOff x="2423160" y="91666"/>
            <a:chExt cx="310896" cy="110075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1DEA84B-E12C-8758-682C-4C8F328595AF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4FF3F4-0EC4-5938-EFA8-F76A7C9F377D}"/>
                </a:ext>
              </a:extLst>
            </p:cNvPr>
            <p:cNvSpPr/>
            <p:nvPr/>
          </p:nvSpPr>
          <p:spPr>
            <a:xfrm>
              <a:off x="2423160" y="532215"/>
              <a:ext cx="310896" cy="66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C79C086B-8DDB-4C7F-791A-CB2BFE7232A4}"/>
              </a:ext>
            </a:extLst>
          </p:cNvPr>
          <p:cNvGrpSpPr/>
          <p:nvPr/>
        </p:nvGrpSpPr>
        <p:grpSpPr>
          <a:xfrm>
            <a:off x="2423159" y="1528580"/>
            <a:ext cx="9340215" cy="4748395"/>
            <a:chOff x="2423160" y="91666"/>
            <a:chExt cx="310896" cy="1100757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BD0ED0AB-4930-4F50-8643-6FA55D72A2C7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85C1F53F-DA18-247A-B6D4-91C456E432C3}"/>
                </a:ext>
              </a:extLst>
            </p:cNvPr>
            <p:cNvSpPr/>
            <p:nvPr/>
          </p:nvSpPr>
          <p:spPr>
            <a:xfrm>
              <a:off x="2423160" y="730940"/>
              <a:ext cx="310896" cy="461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F9467E9-6BB0-6D51-DE36-1392494DC083}"/>
              </a:ext>
            </a:extLst>
          </p:cNvPr>
          <p:cNvGrpSpPr/>
          <p:nvPr/>
        </p:nvGrpSpPr>
        <p:grpSpPr>
          <a:xfrm>
            <a:off x="11763374" y="1528580"/>
            <a:ext cx="9340215" cy="4748395"/>
            <a:chOff x="2423160" y="91666"/>
            <a:chExt cx="310896" cy="1100757"/>
          </a:xfrm>
          <a:solidFill>
            <a:srgbClr val="0D0D0D"/>
          </a:solidFill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463ABCBD-63CB-AF75-F7A3-2E16C4E4FD76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3E483700-F37D-79FE-1A83-5232D0AAD430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6" name="!!ShapeRemoverW2!!">
            <a:extLst>
              <a:ext uri="{FF2B5EF4-FFF2-40B4-BE49-F238E27FC236}">
                <a16:creationId xmlns:a16="http://schemas.microsoft.com/office/drawing/2014/main" id="{990AC34D-6372-FBD5-1700-8DEA9375D6AE}"/>
              </a:ext>
            </a:extLst>
          </p:cNvPr>
          <p:cNvSpPr/>
          <p:nvPr/>
        </p:nvSpPr>
        <p:spPr>
          <a:xfrm>
            <a:off x="241699" y="621124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!!ShapeRemoverB2!!">
            <a:extLst>
              <a:ext uri="{FF2B5EF4-FFF2-40B4-BE49-F238E27FC236}">
                <a16:creationId xmlns:a16="http://schemas.microsoft.com/office/drawing/2014/main" id="{F10A2A41-72E4-D7AF-483F-A5F303569D8C}"/>
              </a:ext>
            </a:extLst>
          </p:cNvPr>
          <p:cNvSpPr/>
          <p:nvPr/>
        </p:nvSpPr>
        <p:spPr>
          <a:xfrm>
            <a:off x="139552" y="6211243"/>
            <a:ext cx="1965709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9B371F8-CE36-B5B8-F541-9BB140E904ED}"/>
              </a:ext>
            </a:extLst>
          </p:cNvPr>
          <p:cNvGrpSpPr/>
          <p:nvPr/>
        </p:nvGrpSpPr>
        <p:grpSpPr>
          <a:xfrm>
            <a:off x="241698" y="1528580"/>
            <a:ext cx="1855154" cy="4748395"/>
            <a:chOff x="2423160" y="91666"/>
            <a:chExt cx="310896" cy="1100757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6F356FD5-5F56-2510-8100-C116E43806DD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12869BAD-51EE-0676-A221-B1CCC31114BE}"/>
                </a:ext>
              </a:extLst>
            </p:cNvPr>
            <p:cNvSpPr/>
            <p:nvPr/>
          </p:nvSpPr>
          <p:spPr>
            <a:xfrm>
              <a:off x="2423160" y="1163239"/>
              <a:ext cx="310896" cy="29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2AA03E80-EEA3-94AD-8343-ABF8EA5E2FE7}"/>
              </a:ext>
            </a:extLst>
          </p:cNvPr>
          <p:cNvGrpSpPr/>
          <p:nvPr/>
        </p:nvGrpSpPr>
        <p:grpSpPr>
          <a:xfrm>
            <a:off x="237242" y="6276975"/>
            <a:ext cx="1855154" cy="4811289"/>
            <a:chOff x="2423160" y="91666"/>
            <a:chExt cx="310896" cy="1100757"/>
          </a:xfrm>
          <a:solidFill>
            <a:srgbClr val="0D0D0D"/>
          </a:solidFill>
        </p:grpSpPr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0AD8B85A-8546-A96F-0958-4DACD7A077FF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68465E1D-43AD-92E0-3F3D-B6F40591C0D8}"/>
                </a:ext>
              </a:extLst>
            </p:cNvPr>
            <p:cNvSpPr/>
            <p:nvPr/>
          </p:nvSpPr>
          <p:spPr>
            <a:xfrm>
              <a:off x="2423160" y="1120431"/>
              <a:ext cx="310896" cy="71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6449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A623E-84DC-F170-370D-AEED9BF9C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427F6E3A-0F6A-0C00-A135-76E2EB52E955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7777C-7D64-B622-7A57-EED84C7F9343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1BC61D-F5D1-EE07-C867-8846A6C7829C}"/>
              </a:ext>
            </a:extLst>
          </p:cNvPr>
          <p:cNvSpPr txBox="1"/>
          <p:nvPr/>
        </p:nvSpPr>
        <p:spPr>
          <a:xfrm>
            <a:off x="2828689" y="1465686"/>
            <a:ext cx="1675846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54307-4E50-1463-95C4-73A610F3DBE2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Актуальность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6CE91D0-F979-0BEC-8394-E74401575C57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E462C27-1A45-FB83-8973-8460A8A62305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06B7FC0B-BF04-290D-72B5-E8CE7AF365BA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FBAA063-4A6D-764C-501E-B1B5B49858A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62770F8-AEF6-0F1D-ED5B-F1095D1EAA77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BE95E12-10FE-8AE3-BB7B-7F1B611E7A9F}"/>
              </a:ext>
            </a:extLst>
          </p:cNvPr>
          <p:cNvSpPr txBox="1"/>
          <p:nvPr/>
        </p:nvSpPr>
        <p:spPr>
          <a:xfrm>
            <a:off x="2828689" y="1620094"/>
            <a:ext cx="3692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Более 70% пользователей предпочитают онлайн-сервисы заместо «бумажного» формата билета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9163E8-FD8B-7D2B-D241-CA6B89E33033}"/>
              </a:ext>
            </a:extLst>
          </p:cNvPr>
          <p:cNvSpPr txBox="1"/>
          <p:nvPr/>
        </p:nvSpPr>
        <p:spPr>
          <a:xfrm>
            <a:off x="6732982" y="5443197"/>
            <a:ext cx="526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B8C101-C605-3516-6EAD-6F6BFEAA3852}"/>
              </a:ext>
            </a:extLst>
          </p:cNvPr>
          <p:cNvSpPr txBox="1"/>
          <p:nvPr/>
        </p:nvSpPr>
        <p:spPr>
          <a:xfrm rot="16200000">
            <a:off x="5273422" y="3167389"/>
            <a:ext cx="49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B759C8-80CD-0348-A690-88434EA84CA3}"/>
              </a:ext>
            </a:extLst>
          </p:cNvPr>
          <p:cNvSpPr txBox="1"/>
          <p:nvPr/>
        </p:nvSpPr>
        <p:spPr>
          <a:xfrm>
            <a:off x="7074215" y="2425183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80%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CAD6C2-95C7-B8B4-3325-7E3C7B695D11}"/>
              </a:ext>
            </a:extLst>
          </p:cNvPr>
          <p:cNvSpPr txBox="1"/>
          <p:nvPr/>
        </p:nvSpPr>
        <p:spPr>
          <a:xfrm>
            <a:off x="7074215" y="3458009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50%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8CC91D-A324-84F3-44AC-9728906F9B56}"/>
              </a:ext>
            </a:extLst>
          </p:cNvPr>
          <p:cNvSpPr txBox="1"/>
          <p:nvPr/>
        </p:nvSpPr>
        <p:spPr>
          <a:xfrm>
            <a:off x="7074215" y="4490834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16CAC4-863F-869A-AF67-15BF1726D013}"/>
              </a:ext>
            </a:extLst>
          </p:cNvPr>
          <p:cNvSpPr txBox="1"/>
          <p:nvPr/>
        </p:nvSpPr>
        <p:spPr>
          <a:xfrm>
            <a:off x="8440250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AB7E66-7057-7B6A-AD5F-93992BC1C129}"/>
              </a:ext>
            </a:extLst>
          </p:cNvPr>
          <p:cNvSpPr txBox="1"/>
          <p:nvPr/>
        </p:nvSpPr>
        <p:spPr>
          <a:xfrm>
            <a:off x="949471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8E2CFE-BCEC-78FB-D038-842192865681}"/>
              </a:ext>
            </a:extLst>
          </p:cNvPr>
          <p:cNvSpPr txBox="1"/>
          <p:nvPr/>
        </p:nvSpPr>
        <p:spPr>
          <a:xfrm>
            <a:off x="1054627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83E9968-6ED2-A06F-0945-872CF2F3C1AE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7A256FE-97D7-F98F-7365-8406EEC50027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B833429-894F-351F-1B50-F72C01926E3F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4F0AA8E-8304-FBA8-A5B0-3DE5DFCCDBD6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8C1E539-A16A-88E3-043B-7FAD26746000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AB5CD9E-4FD9-3CD3-B54B-80407CE03B37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2B4ADF7-673C-C482-5778-FF4A48B9FA06}"/>
              </a:ext>
            </a:extLst>
          </p:cNvPr>
          <p:cNvGrpSpPr/>
          <p:nvPr/>
        </p:nvGrpSpPr>
        <p:grpSpPr>
          <a:xfrm>
            <a:off x="11763373" y="1528580"/>
            <a:ext cx="9340215" cy="4748395"/>
            <a:chOff x="2423160" y="91666"/>
            <a:chExt cx="310896" cy="1100757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5C4ECC-9887-81B3-8305-A26030D61DB3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8B56782C-19A6-B87C-F775-B677852398F8}"/>
                </a:ext>
              </a:extLst>
            </p:cNvPr>
            <p:cNvSpPr/>
            <p:nvPr/>
          </p:nvSpPr>
          <p:spPr>
            <a:xfrm>
              <a:off x="2423160" y="730940"/>
              <a:ext cx="310896" cy="461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5274475-D660-E6C6-E28C-63ECFAC61EA5}"/>
              </a:ext>
            </a:extLst>
          </p:cNvPr>
          <p:cNvGrpSpPr/>
          <p:nvPr/>
        </p:nvGrpSpPr>
        <p:grpSpPr>
          <a:xfrm>
            <a:off x="11763374" y="1528580"/>
            <a:ext cx="9340215" cy="4748395"/>
            <a:chOff x="2423160" y="91666"/>
            <a:chExt cx="310896" cy="1100757"/>
          </a:xfrm>
          <a:solidFill>
            <a:srgbClr val="0D0D0D"/>
          </a:solidFill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3C47171-BAFA-52C7-387C-D6E62433B0FD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14C22C7-4584-22BE-A3BD-C42C2748E8CA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2E933B6-AAA9-A8AB-BA26-6401027A2CAA}"/>
              </a:ext>
            </a:extLst>
          </p:cNvPr>
          <p:cNvGrpSpPr/>
          <p:nvPr/>
        </p:nvGrpSpPr>
        <p:grpSpPr>
          <a:xfrm>
            <a:off x="2423159" y="1528580"/>
            <a:ext cx="310897" cy="4748395"/>
            <a:chOff x="2423160" y="91666"/>
            <a:chExt cx="310896" cy="110075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4DDC725-9693-8DA7-21BB-10D42EA4C856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987C968F-AE60-3070-C947-FCD9670B1521}"/>
                </a:ext>
              </a:extLst>
            </p:cNvPr>
            <p:cNvSpPr/>
            <p:nvPr/>
          </p:nvSpPr>
          <p:spPr>
            <a:xfrm>
              <a:off x="2423160" y="532215"/>
              <a:ext cx="310896" cy="66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62BCF102-F4A0-9F66-2587-F8475DB07199}"/>
              </a:ext>
            </a:extLst>
          </p:cNvPr>
          <p:cNvSpPr/>
          <p:nvPr/>
        </p:nvSpPr>
        <p:spPr>
          <a:xfrm>
            <a:off x="241699" y="1846679"/>
            <a:ext cx="1855154" cy="1855154"/>
          </a:xfrm>
          <a:custGeom>
            <a:avLst/>
            <a:gdLst>
              <a:gd name="csX0" fmla="*/ 594769 w 1855154"/>
              <a:gd name="csY0" fmla="*/ 927576 h 1855154"/>
              <a:gd name="csX1" fmla="*/ 594769 w 1855154"/>
              <a:gd name="csY1" fmla="*/ 1257016 h 1855154"/>
              <a:gd name="csX2" fmla="*/ 927577 w 1855154"/>
              <a:gd name="csY2" fmla="*/ 1257016 h 1855154"/>
              <a:gd name="csX3" fmla="*/ 927577 w 1855154"/>
              <a:gd name="csY3" fmla="*/ 927576 h 1855154"/>
              <a:gd name="csX4" fmla="*/ 927577 w 1855154"/>
              <a:gd name="csY4" fmla="*/ 0 h 1855154"/>
              <a:gd name="csX5" fmla="*/ 927578 w 1855154"/>
              <a:gd name="csY5" fmla="*/ 927577 h 1855154"/>
              <a:gd name="csX6" fmla="*/ 1855154 w 1855154"/>
              <a:gd name="csY6" fmla="*/ 927577 h 1855154"/>
              <a:gd name="csX7" fmla="*/ 927577 w 1855154"/>
              <a:gd name="csY7" fmla="*/ 1855154 h 1855154"/>
              <a:gd name="csX8" fmla="*/ 0 w 1855154"/>
              <a:gd name="csY8" fmla="*/ 927577 h 1855154"/>
              <a:gd name="csX9" fmla="*/ 927577 w 1855154"/>
              <a:gd name="csY9" fmla="*/ 0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855154" h="1855154">
                <a:moveTo>
                  <a:pt x="594769" y="927576"/>
                </a:moveTo>
                <a:lnTo>
                  <a:pt x="594769" y="1257016"/>
                </a:lnTo>
                <a:lnTo>
                  <a:pt x="927577" y="1257016"/>
                </a:lnTo>
                <a:lnTo>
                  <a:pt x="927577" y="927576"/>
                </a:lnTo>
                <a:close/>
                <a:moveTo>
                  <a:pt x="927577" y="0"/>
                </a:moveTo>
                <a:cubicBezTo>
                  <a:pt x="927577" y="309192"/>
                  <a:pt x="927578" y="618385"/>
                  <a:pt x="927578" y="927577"/>
                </a:cubicBezTo>
                <a:lnTo>
                  <a:pt x="1855154" y="927577"/>
                </a:lnTo>
                <a:cubicBezTo>
                  <a:pt x="1855154" y="1439864"/>
                  <a:pt x="1439864" y="1855154"/>
                  <a:pt x="927577" y="1855154"/>
                </a:cubicBezTo>
                <a:cubicBezTo>
                  <a:pt x="415290" y="1855154"/>
                  <a:pt x="0" y="1439864"/>
                  <a:pt x="0" y="927577"/>
                </a:cubicBezTo>
                <a:cubicBezTo>
                  <a:pt x="0" y="415290"/>
                  <a:pt x="415290" y="0"/>
                  <a:pt x="927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FF988B68-6781-F9B6-E19F-2ED83D27F930}"/>
              </a:ext>
            </a:extLst>
          </p:cNvPr>
          <p:cNvGrpSpPr/>
          <p:nvPr/>
        </p:nvGrpSpPr>
        <p:grpSpPr>
          <a:xfrm>
            <a:off x="241698" y="6331746"/>
            <a:ext cx="1855154" cy="4748395"/>
            <a:chOff x="2423160" y="91666"/>
            <a:chExt cx="310896" cy="1100757"/>
          </a:xfrm>
        </p:grpSpPr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0B579C0A-92BE-8A3C-8236-E7E1BA307B6E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2D646131-6BD6-6512-2105-CC0AC4D77C53}"/>
                </a:ext>
              </a:extLst>
            </p:cNvPr>
            <p:cNvSpPr/>
            <p:nvPr/>
          </p:nvSpPr>
          <p:spPr>
            <a:xfrm>
              <a:off x="2423160" y="1163239"/>
              <a:ext cx="310896" cy="29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7" name="!!ShapeRemoverW1!!">
            <a:extLst>
              <a:ext uri="{FF2B5EF4-FFF2-40B4-BE49-F238E27FC236}">
                <a16:creationId xmlns:a16="http://schemas.microsoft.com/office/drawing/2014/main" id="{4BA8F560-26D2-F8D7-0C94-21F2124ED5E0}"/>
              </a:ext>
            </a:extLst>
          </p:cNvPr>
          <p:cNvSpPr/>
          <p:nvPr/>
        </p:nvSpPr>
        <p:spPr>
          <a:xfrm>
            <a:off x="241699" y="370183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!!ShapeRemoverB1!!">
            <a:extLst>
              <a:ext uri="{FF2B5EF4-FFF2-40B4-BE49-F238E27FC236}">
                <a16:creationId xmlns:a16="http://schemas.microsoft.com/office/drawing/2014/main" id="{20B33312-B54C-F467-766C-BB87AD2C2732}"/>
              </a:ext>
            </a:extLst>
          </p:cNvPr>
          <p:cNvSpPr/>
          <p:nvPr/>
        </p:nvSpPr>
        <p:spPr>
          <a:xfrm>
            <a:off x="241699" y="3701833"/>
            <a:ext cx="1863562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F3D78477-61E2-98B7-B5FC-3741EC5782CE}"/>
              </a:ext>
            </a:extLst>
          </p:cNvPr>
          <p:cNvGrpSpPr/>
          <p:nvPr/>
        </p:nvGrpSpPr>
        <p:grpSpPr>
          <a:xfrm>
            <a:off x="237242" y="6320579"/>
            <a:ext cx="1855154" cy="4811289"/>
            <a:chOff x="2423160" y="91666"/>
            <a:chExt cx="310896" cy="1100757"/>
          </a:xfrm>
          <a:solidFill>
            <a:srgbClr val="0D0D0D"/>
          </a:solidFill>
        </p:grpSpPr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0A7B07FA-47CE-E43F-DAAE-B4D3015F0444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F8192575-019D-4446-D883-3CE005E87222}"/>
                </a:ext>
              </a:extLst>
            </p:cNvPr>
            <p:cNvSpPr/>
            <p:nvPr/>
          </p:nvSpPr>
          <p:spPr>
            <a:xfrm>
              <a:off x="2423160" y="1120431"/>
              <a:ext cx="310896" cy="719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67F5464-6328-13C3-1C12-B24B1EFF1FA7}"/>
              </a:ext>
            </a:extLst>
          </p:cNvPr>
          <p:cNvGrpSpPr/>
          <p:nvPr/>
        </p:nvGrpSpPr>
        <p:grpSpPr>
          <a:xfrm>
            <a:off x="813675" y="4356090"/>
            <a:ext cx="1283179" cy="1270193"/>
            <a:chOff x="813675" y="4421822"/>
            <a:chExt cx="1283179" cy="1270193"/>
          </a:xfrm>
        </p:grpSpPr>
        <p:sp>
          <p:nvSpPr>
            <p:cNvPr id="35" name="Блок-схема: процесс 34">
              <a:extLst>
                <a:ext uri="{FF2B5EF4-FFF2-40B4-BE49-F238E27FC236}">
                  <a16:creationId xmlns:a16="http://schemas.microsoft.com/office/drawing/2014/main" id="{B0A91505-1905-D795-83BF-F3766E3578C4}"/>
                </a:ext>
              </a:extLst>
            </p:cNvPr>
            <p:cNvSpPr/>
            <p:nvPr/>
          </p:nvSpPr>
          <p:spPr>
            <a:xfrm>
              <a:off x="1146483" y="4421822"/>
              <a:ext cx="950371" cy="940753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Блок-схема: процесс 35">
              <a:extLst>
                <a:ext uri="{FF2B5EF4-FFF2-40B4-BE49-F238E27FC236}">
                  <a16:creationId xmlns:a16="http://schemas.microsoft.com/office/drawing/2014/main" id="{361A3EC5-1C84-3951-EF99-7CDEEDDDEED2}"/>
                </a:ext>
              </a:extLst>
            </p:cNvPr>
            <p:cNvSpPr/>
            <p:nvPr/>
          </p:nvSpPr>
          <p:spPr>
            <a:xfrm>
              <a:off x="813675" y="5362575"/>
              <a:ext cx="332808" cy="329440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379FE85-9608-AA84-4CA3-4F626E56E2C3}"/>
              </a:ext>
            </a:extLst>
          </p:cNvPr>
          <p:cNvSpPr txBox="1"/>
          <p:nvPr/>
        </p:nvSpPr>
        <p:spPr>
          <a:xfrm>
            <a:off x="2781587" y="4006758"/>
            <a:ext cx="407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IIIIIIIIIIIIIIIIIIIIIIIIIIIIIIIIIIIIIIIIIIIIIIIIIIIIIIIIIIIIIIIIIIIIIIIIIIIIIIIIIIIIIIIIII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42" name="!!ShapeRemoverW2!!">
            <a:extLst>
              <a:ext uri="{FF2B5EF4-FFF2-40B4-BE49-F238E27FC236}">
                <a16:creationId xmlns:a16="http://schemas.microsoft.com/office/drawing/2014/main" id="{9B4F79AF-1E9E-4088-CD08-3687F819D3A1}"/>
              </a:ext>
            </a:extLst>
          </p:cNvPr>
          <p:cNvSpPr/>
          <p:nvPr/>
        </p:nvSpPr>
        <p:spPr>
          <a:xfrm>
            <a:off x="241699" y="621124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!!ShapeRemoverB2!!">
            <a:extLst>
              <a:ext uri="{FF2B5EF4-FFF2-40B4-BE49-F238E27FC236}">
                <a16:creationId xmlns:a16="http://schemas.microsoft.com/office/drawing/2014/main" id="{E45737F4-A81E-63C0-B78A-CF35F2712451}"/>
              </a:ext>
            </a:extLst>
          </p:cNvPr>
          <p:cNvSpPr/>
          <p:nvPr/>
        </p:nvSpPr>
        <p:spPr>
          <a:xfrm>
            <a:off x="139552" y="6211243"/>
            <a:ext cx="1965709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468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4140A-BB3E-0A62-DA0C-B4F63BD9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0FDE36-1272-BBAE-7419-ECD7CF934EED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23001-63DD-2FFB-2E6E-00DFCCFB8F7B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64B5C3-959A-3576-F78A-8163B5765213}"/>
              </a:ext>
            </a:extLst>
          </p:cNvPr>
          <p:cNvSpPr txBox="1"/>
          <p:nvPr/>
        </p:nvSpPr>
        <p:spPr>
          <a:xfrm>
            <a:off x="2828689" y="1465686"/>
            <a:ext cx="40710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114F2-026B-216F-20FB-8CA24CDFBE6A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Актуальность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F43DA84-A61E-D3FB-4B04-A01C8886F02C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372257E8-9BA9-0B6E-A9DD-813E9A4B8118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30530074-8992-F182-67BB-99C4B12ACCD3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1452F80-2FCA-B559-7AF8-61FEE8D83B6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66289E9-2BEC-73C0-3B19-64B9DE2ED01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DBDAA5-836F-AE0D-B57F-6791E32EFBE1}"/>
              </a:ext>
            </a:extLst>
          </p:cNvPr>
          <p:cNvSpPr txBox="1"/>
          <p:nvPr/>
        </p:nvSpPr>
        <p:spPr>
          <a:xfrm>
            <a:off x="2828689" y="1620094"/>
            <a:ext cx="3692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Более 70% пользователей предпочитают онлайн-сервисы заместо «бумажного» формата билета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169211-35CD-054A-3342-139364D2B242}"/>
              </a:ext>
            </a:extLst>
          </p:cNvPr>
          <p:cNvSpPr txBox="1"/>
          <p:nvPr/>
        </p:nvSpPr>
        <p:spPr>
          <a:xfrm>
            <a:off x="6732982" y="5443197"/>
            <a:ext cx="526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A6E70D-41EC-329A-486F-64CB835E87B4}"/>
              </a:ext>
            </a:extLst>
          </p:cNvPr>
          <p:cNvSpPr txBox="1"/>
          <p:nvPr/>
        </p:nvSpPr>
        <p:spPr>
          <a:xfrm rot="16200000">
            <a:off x="5273422" y="3167389"/>
            <a:ext cx="49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DEC8F2-553A-54B8-8DBB-952A528FF4CB}"/>
              </a:ext>
            </a:extLst>
          </p:cNvPr>
          <p:cNvSpPr txBox="1"/>
          <p:nvPr/>
        </p:nvSpPr>
        <p:spPr>
          <a:xfrm>
            <a:off x="7074215" y="2425183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80%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28865B-76E4-0357-0E37-9FDE372ACB33}"/>
              </a:ext>
            </a:extLst>
          </p:cNvPr>
          <p:cNvSpPr txBox="1"/>
          <p:nvPr/>
        </p:nvSpPr>
        <p:spPr>
          <a:xfrm>
            <a:off x="7074215" y="3458009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50%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6620E2-C2E4-718D-9A53-D0C8BBBB5AE7}"/>
              </a:ext>
            </a:extLst>
          </p:cNvPr>
          <p:cNvSpPr txBox="1"/>
          <p:nvPr/>
        </p:nvSpPr>
        <p:spPr>
          <a:xfrm>
            <a:off x="7074215" y="4490834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977F52-E304-47B8-4473-72F60DB5E9B8}"/>
              </a:ext>
            </a:extLst>
          </p:cNvPr>
          <p:cNvSpPr txBox="1"/>
          <p:nvPr/>
        </p:nvSpPr>
        <p:spPr>
          <a:xfrm>
            <a:off x="8440250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48BDBD-FEB4-7312-EB0E-5FDDA9C50429}"/>
              </a:ext>
            </a:extLst>
          </p:cNvPr>
          <p:cNvSpPr txBox="1"/>
          <p:nvPr/>
        </p:nvSpPr>
        <p:spPr>
          <a:xfrm>
            <a:off x="949471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7FDADD-E819-B7A5-415F-81A092052589}"/>
              </a:ext>
            </a:extLst>
          </p:cNvPr>
          <p:cNvSpPr txBox="1"/>
          <p:nvPr/>
        </p:nvSpPr>
        <p:spPr>
          <a:xfrm>
            <a:off x="1054627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B0CB687-871C-C5EB-45D4-DDA71A8F71B7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068A44C-DBEB-E7DD-8612-A0243A55F117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B5319CD-C7F4-AD21-43EA-89B20EC26C13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E35EEE2-3591-E1A1-6C2E-317EC0303C58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999069C-5F89-16AC-6043-DF12C395801D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4557ADE-B142-72C3-19FF-FC494E1067B4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28EEEE7-1FCB-0349-61D7-1E24C6251D1B}"/>
              </a:ext>
            </a:extLst>
          </p:cNvPr>
          <p:cNvGrpSpPr/>
          <p:nvPr/>
        </p:nvGrpSpPr>
        <p:grpSpPr>
          <a:xfrm>
            <a:off x="2423159" y="1528580"/>
            <a:ext cx="310897" cy="4748395"/>
            <a:chOff x="2423160" y="91666"/>
            <a:chExt cx="310896" cy="110075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82ACA8D-1358-2588-A96F-646767A470CF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BD4B241A-A84E-77E5-0A11-2A12337F933D}"/>
                </a:ext>
              </a:extLst>
            </p:cNvPr>
            <p:cNvSpPr/>
            <p:nvPr/>
          </p:nvSpPr>
          <p:spPr>
            <a:xfrm>
              <a:off x="2423160" y="532215"/>
              <a:ext cx="310896" cy="66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!!ShapeRemoverW1!!">
            <a:extLst>
              <a:ext uri="{FF2B5EF4-FFF2-40B4-BE49-F238E27FC236}">
                <a16:creationId xmlns:a16="http://schemas.microsoft.com/office/drawing/2014/main" id="{B09BBE4D-4EC8-CE04-20BC-885F0417CCA6}"/>
              </a:ext>
            </a:extLst>
          </p:cNvPr>
          <p:cNvSpPr/>
          <p:nvPr/>
        </p:nvSpPr>
        <p:spPr>
          <a:xfrm>
            <a:off x="241699" y="370183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!!ShapeRemoverB1!!">
            <a:extLst>
              <a:ext uri="{FF2B5EF4-FFF2-40B4-BE49-F238E27FC236}">
                <a16:creationId xmlns:a16="http://schemas.microsoft.com/office/drawing/2014/main" id="{68D2DD9B-7F55-C09A-2FF5-53C4C3ED5818}"/>
              </a:ext>
            </a:extLst>
          </p:cNvPr>
          <p:cNvSpPr/>
          <p:nvPr/>
        </p:nvSpPr>
        <p:spPr>
          <a:xfrm>
            <a:off x="241699" y="3701833"/>
            <a:ext cx="1863562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E6FE9C49-777C-821C-9949-F85A499CCC81}"/>
              </a:ext>
            </a:extLst>
          </p:cNvPr>
          <p:cNvSpPr/>
          <p:nvPr/>
        </p:nvSpPr>
        <p:spPr>
          <a:xfrm>
            <a:off x="241699" y="1846679"/>
            <a:ext cx="1855154" cy="1855154"/>
          </a:xfrm>
          <a:custGeom>
            <a:avLst/>
            <a:gdLst>
              <a:gd name="csX0" fmla="*/ 594769 w 1855154"/>
              <a:gd name="csY0" fmla="*/ 927576 h 1855154"/>
              <a:gd name="csX1" fmla="*/ 594769 w 1855154"/>
              <a:gd name="csY1" fmla="*/ 1257016 h 1855154"/>
              <a:gd name="csX2" fmla="*/ 927577 w 1855154"/>
              <a:gd name="csY2" fmla="*/ 1257016 h 1855154"/>
              <a:gd name="csX3" fmla="*/ 927577 w 1855154"/>
              <a:gd name="csY3" fmla="*/ 927576 h 1855154"/>
              <a:gd name="csX4" fmla="*/ 927577 w 1855154"/>
              <a:gd name="csY4" fmla="*/ 0 h 1855154"/>
              <a:gd name="csX5" fmla="*/ 927578 w 1855154"/>
              <a:gd name="csY5" fmla="*/ 927577 h 1855154"/>
              <a:gd name="csX6" fmla="*/ 1855154 w 1855154"/>
              <a:gd name="csY6" fmla="*/ 927577 h 1855154"/>
              <a:gd name="csX7" fmla="*/ 927577 w 1855154"/>
              <a:gd name="csY7" fmla="*/ 1855154 h 1855154"/>
              <a:gd name="csX8" fmla="*/ 0 w 1855154"/>
              <a:gd name="csY8" fmla="*/ 927577 h 1855154"/>
              <a:gd name="csX9" fmla="*/ 927577 w 1855154"/>
              <a:gd name="csY9" fmla="*/ 0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855154" h="1855154">
                <a:moveTo>
                  <a:pt x="594769" y="927576"/>
                </a:moveTo>
                <a:lnTo>
                  <a:pt x="594769" y="1257016"/>
                </a:lnTo>
                <a:lnTo>
                  <a:pt x="927577" y="1257016"/>
                </a:lnTo>
                <a:lnTo>
                  <a:pt x="927577" y="927576"/>
                </a:lnTo>
                <a:close/>
                <a:moveTo>
                  <a:pt x="927577" y="0"/>
                </a:moveTo>
                <a:cubicBezTo>
                  <a:pt x="927577" y="309192"/>
                  <a:pt x="927578" y="618385"/>
                  <a:pt x="927578" y="927577"/>
                </a:cubicBezTo>
                <a:lnTo>
                  <a:pt x="1855154" y="927577"/>
                </a:lnTo>
                <a:cubicBezTo>
                  <a:pt x="1855154" y="1439864"/>
                  <a:pt x="1439864" y="1855154"/>
                  <a:pt x="927577" y="1855154"/>
                </a:cubicBezTo>
                <a:cubicBezTo>
                  <a:pt x="415290" y="1855154"/>
                  <a:pt x="0" y="1439864"/>
                  <a:pt x="0" y="927577"/>
                </a:cubicBezTo>
                <a:cubicBezTo>
                  <a:pt x="0" y="415290"/>
                  <a:pt x="415290" y="0"/>
                  <a:pt x="927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63DC726-A059-EEEE-EB69-D3B29E0CDE9A}"/>
              </a:ext>
            </a:extLst>
          </p:cNvPr>
          <p:cNvGrpSpPr/>
          <p:nvPr/>
        </p:nvGrpSpPr>
        <p:grpSpPr>
          <a:xfrm>
            <a:off x="813675" y="4356090"/>
            <a:ext cx="1283179" cy="1270193"/>
            <a:chOff x="813675" y="4421822"/>
            <a:chExt cx="1283179" cy="1270193"/>
          </a:xfrm>
        </p:grpSpPr>
        <p:sp>
          <p:nvSpPr>
            <p:cNvPr id="37" name="Блок-схема: процесс 36">
              <a:extLst>
                <a:ext uri="{FF2B5EF4-FFF2-40B4-BE49-F238E27FC236}">
                  <a16:creationId xmlns:a16="http://schemas.microsoft.com/office/drawing/2014/main" id="{C3A1962C-D957-F5AD-9F0A-42DEA576FC8A}"/>
                </a:ext>
              </a:extLst>
            </p:cNvPr>
            <p:cNvSpPr/>
            <p:nvPr/>
          </p:nvSpPr>
          <p:spPr>
            <a:xfrm>
              <a:off x="1146483" y="4421822"/>
              <a:ext cx="950371" cy="940753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Блок-схема: процесс 39">
              <a:extLst>
                <a:ext uri="{FF2B5EF4-FFF2-40B4-BE49-F238E27FC236}">
                  <a16:creationId xmlns:a16="http://schemas.microsoft.com/office/drawing/2014/main" id="{0E074EDF-D0E5-6ABB-E0EA-0AA50ECEEAB4}"/>
                </a:ext>
              </a:extLst>
            </p:cNvPr>
            <p:cNvSpPr/>
            <p:nvPr/>
          </p:nvSpPr>
          <p:spPr>
            <a:xfrm>
              <a:off x="813675" y="5362575"/>
              <a:ext cx="332808" cy="329440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D93574A-9108-D84F-BD7B-0300F7E3AAEA}"/>
              </a:ext>
            </a:extLst>
          </p:cNvPr>
          <p:cNvSpPr txBox="1"/>
          <p:nvPr/>
        </p:nvSpPr>
        <p:spPr>
          <a:xfrm>
            <a:off x="2781587" y="4006758"/>
            <a:ext cx="407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IIIIIIIIIIIIIIIIIIIIIIIIIIIIIIIIIIIIIIIIIIIIIIIIIIIIIIIIIIIIIIIIIIIIIIIIIIIIIIIIIIIIIIIIII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1" name="!!ShapeRemoverW2!!">
            <a:extLst>
              <a:ext uri="{FF2B5EF4-FFF2-40B4-BE49-F238E27FC236}">
                <a16:creationId xmlns:a16="http://schemas.microsoft.com/office/drawing/2014/main" id="{53111FBE-F038-47FF-B96C-CB47812257B8}"/>
              </a:ext>
            </a:extLst>
          </p:cNvPr>
          <p:cNvSpPr/>
          <p:nvPr/>
        </p:nvSpPr>
        <p:spPr>
          <a:xfrm>
            <a:off x="241699" y="621124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!!ShapeRemoverB2!!">
            <a:extLst>
              <a:ext uri="{FF2B5EF4-FFF2-40B4-BE49-F238E27FC236}">
                <a16:creationId xmlns:a16="http://schemas.microsoft.com/office/drawing/2014/main" id="{3065B934-99B0-E224-56BE-320AE62CDB3F}"/>
              </a:ext>
            </a:extLst>
          </p:cNvPr>
          <p:cNvSpPr/>
          <p:nvPr/>
        </p:nvSpPr>
        <p:spPr>
          <a:xfrm>
            <a:off x="139552" y="6211243"/>
            <a:ext cx="1965709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598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862D8-9E59-5A78-55B8-4FCAE875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7CD54-4952-57D6-B34A-1E8D2212DFD7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FF1200-CCF6-77DC-B800-230B82D85DA7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C974A3-BDDB-6D64-60C0-A6DACA1C91B4}"/>
              </a:ext>
            </a:extLst>
          </p:cNvPr>
          <p:cNvSpPr txBox="1"/>
          <p:nvPr/>
        </p:nvSpPr>
        <p:spPr>
          <a:xfrm>
            <a:off x="2828689" y="1465686"/>
            <a:ext cx="40710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C9F70-E735-8383-ADBD-8248D84DD3A5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Актуальность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59A90A2-97B3-14E3-4CAB-BB3F73B7F5C8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C3A6E46-450E-70C3-E5AE-C37A4401BB78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021F8EB0-93D5-A2BA-FB61-6BA6FDDD3905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3CC856C-EF40-D7BF-6912-C91EBC37227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805BA56-54CE-3E6E-577A-B6A3DBA8CCA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039A38-9CBC-6023-493D-9EA0F289504D}"/>
              </a:ext>
            </a:extLst>
          </p:cNvPr>
          <p:cNvSpPr txBox="1"/>
          <p:nvPr/>
        </p:nvSpPr>
        <p:spPr>
          <a:xfrm>
            <a:off x="2828689" y="1620094"/>
            <a:ext cx="3692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Более 70% пользователей предпочитают онлайн-сервисы заместо «бумажного» формата билета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6A9D8-4C57-931F-43C3-3AC5D1D2248F}"/>
              </a:ext>
            </a:extLst>
          </p:cNvPr>
          <p:cNvSpPr txBox="1"/>
          <p:nvPr/>
        </p:nvSpPr>
        <p:spPr>
          <a:xfrm>
            <a:off x="6732982" y="5443197"/>
            <a:ext cx="526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FDC604-4CD9-71F2-1F7E-8564FEB400B4}"/>
              </a:ext>
            </a:extLst>
          </p:cNvPr>
          <p:cNvSpPr txBox="1"/>
          <p:nvPr/>
        </p:nvSpPr>
        <p:spPr>
          <a:xfrm rot="16200000">
            <a:off x="5273422" y="3167389"/>
            <a:ext cx="49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93A874-0ABF-9C41-565E-4679E7D0511E}"/>
              </a:ext>
            </a:extLst>
          </p:cNvPr>
          <p:cNvSpPr txBox="1"/>
          <p:nvPr/>
        </p:nvSpPr>
        <p:spPr>
          <a:xfrm>
            <a:off x="7074215" y="2425183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80%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8409B-33CE-D672-D5FE-D9975CEA44CC}"/>
              </a:ext>
            </a:extLst>
          </p:cNvPr>
          <p:cNvSpPr txBox="1"/>
          <p:nvPr/>
        </p:nvSpPr>
        <p:spPr>
          <a:xfrm>
            <a:off x="7074215" y="3458009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50%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4F9684-3B3E-9C08-A22D-318EC7970A6C}"/>
              </a:ext>
            </a:extLst>
          </p:cNvPr>
          <p:cNvSpPr txBox="1"/>
          <p:nvPr/>
        </p:nvSpPr>
        <p:spPr>
          <a:xfrm>
            <a:off x="7074215" y="4490834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52379D-8B79-CA0D-FEE4-2032A19ADA19}"/>
              </a:ext>
            </a:extLst>
          </p:cNvPr>
          <p:cNvSpPr txBox="1"/>
          <p:nvPr/>
        </p:nvSpPr>
        <p:spPr>
          <a:xfrm>
            <a:off x="8440250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1CFD81-4017-187D-79F1-A929A895860C}"/>
              </a:ext>
            </a:extLst>
          </p:cNvPr>
          <p:cNvSpPr txBox="1"/>
          <p:nvPr/>
        </p:nvSpPr>
        <p:spPr>
          <a:xfrm>
            <a:off x="949471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FE9C2A-BD88-6549-2426-7F67B6BA2BFC}"/>
              </a:ext>
            </a:extLst>
          </p:cNvPr>
          <p:cNvSpPr txBox="1"/>
          <p:nvPr/>
        </p:nvSpPr>
        <p:spPr>
          <a:xfrm>
            <a:off x="1054627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A3FDEBC-55D5-9CF1-B7D0-14AB68575884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CE07ADE-D601-4305-E302-4B6BB8B5ACCF}"/>
              </a:ext>
            </a:extLst>
          </p:cNvPr>
          <p:cNvSpPr/>
          <p:nvPr/>
        </p:nvSpPr>
        <p:spPr>
          <a:xfrm>
            <a:off x="8530799" y="4702799"/>
            <a:ext cx="523221" cy="36933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D97F420-15CF-677C-8F4E-9ECEE93A01CD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27FCC33-31DD-8452-B958-7B64D9B6105D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F6A4058-5A93-98F2-659A-E44A1A95B13E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6BD3FE9-3BAC-7285-48AD-284B72EFBDB3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4F581E2-0506-91F4-A00F-A4DDE82256F7}"/>
              </a:ext>
            </a:extLst>
          </p:cNvPr>
          <p:cNvGrpSpPr/>
          <p:nvPr/>
        </p:nvGrpSpPr>
        <p:grpSpPr>
          <a:xfrm>
            <a:off x="2423159" y="1528580"/>
            <a:ext cx="310897" cy="4748395"/>
            <a:chOff x="2423160" y="91666"/>
            <a:chExt cx="310896" cy="110075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E41C301-1682-8A35-C5D6-BE5AB056CB33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677B666-1AE3-AC26-1072-733D400A6ECD}"/>
                </a:ext>
              </a:extLst>
            </p:cNvPr>
            <p:cNvSpPr/>
            <p:nvPr/>
          </p:nvSpPr>
          <p:spPr>
            <a:xfrm>
              <a:off x="2423160" y="532215"/>
              <a:ext cx="310896" cy="66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!!ShapeRemoverW1!!">
            <a:extLst>
              <a:ext uri="{FF2B5EF4-FFF2-40B4-BE49-F238E27FC236}">
                <a16:creationId xmlns:a16="http://schemas.microsoft.com/office/drawing/2014/main" id="{F04C6FBE-6254-EAF9-01CF-C293CF38445F}"/>
              </a:ext>
            </a:extLst>
          </p:cNvPr>
          <p:cNvSpPr/>
          <p:nvPr/>
        </p:nvSpPr>
        <p:spPr>
          <a:xfrm>
            <a:off x="241699" y="370183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!!ShapeRemoverB1!!">
            <a:extLst>
              <a:ext uri="{FF2B5EF4-FFF2-40B4-BE49-F238E27FC236}">
                <a16:creationId xmlns:a16="http://schemas.microsoft.com/office/drawing/2014/main" id="{79983983-808D-9A2F-9186-5860132C1AA6}"/>
              </a:ext>
            </a:extLst>
          </p:cNvPr>
          <p:cNvSpPr/>
          <p:nvPr/>
        </p:nvSpPr>
        <p:spPr>
          <a:xfrm>
            <a:off x="241699" y="3701833"/>
            <a:ext cx="1863562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8146B599-1BC3-8298-424C-3723BCA7E3EF}"/>
              </a:ext>
            </a:extLst>
          </p:cNvPr>
          <p:cNvSpPr/>
          <p:nvPr/>
        </p:nvSpPr>
        <p:spPr>
          <a:xfrm>
            <a:off x="241699" y="1846679"/>
            <a:ext cx="1855154" cy="1855154"/>
          </a:xfrm>
          <a:custGeom>
            <a:avLst/>
            <a:gdLst>
              <a:gd name="csX0" fmla="*/ 594769 w 1855154"/>
              <a:gd name="csY0" fmla="*/ 927576 h 1855154"/>
              <a:gd name="csX1" fmla="*/ 594769 w 1855154"/>
              <a:gd name="csY1" fmla="*/ 1257016 h 1855154"/>
              <a:gd name="csX2" fmla="*/ 927577 w 1855154"/>
              <a:gd name="csY2" fmla="*/ 1257016 h 1855154"/>
              <a:gd name="csX3" fmla="*/ 927577 w 1855154"/>
              <a:gd name="csY3" fmla="*/ 927576 h 1855154"/>
              <a:gd name="csX4" fmla="*/ 927577 w 1855154"/>
              <a:gd name="csY4" fmla="*/ 0 h 1855154"/>
              <a:gd name="csX5" fmla="*/ 927578 w 1855154"/>
              <a:gd name="csY5" fmla="*/ 927577 h 1855154"/>
              <a:gd name="csX6" fmla="*/ 1855154 w 1855154"/>
              <a:gd name="csY6" fmla="*/ 927577 h 1855154"/>
              <a:gd name="csX7" fmla="*/ 927577 w 1855154"/>
              <a:gd name="csY7" fmla="*/ 1855154 h 1855154"/>
              <a:gd name="csX8" fmla="*/ 0 w 1855154"/>
              <a:gd name="csY8" fmla="*/ 927577 h 1855154"/>
              <a:gd name="csX9" fmla="*/ 927577 w 1855154"/>
              <a:gd name="csY9" fmla="*/ 0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855154" h="1855154">
                <a:moveTo>
                  <a:pt x="594769" y="927576"/>
                </a:moveTo>
                <a:lnTo>
                  <a:pt x="594769" y="1257016"/>
                </a:lnTo>
                <a:lnTo>
                  <a:pt x="927577" y="1257016"/>
                </a:lnTo>
                <a:lnTo>
                  <a:pt x="927577" y="927576"/>
                </a:lnTo>
                <a:close/>
                <a:moveTo>
                  <a:pt x="927577" y="0"/>
                </a:moveTo>
                <a:cubicBezTo>
                  <a:pt x="927577" y="309192"/>
                  <a:pt x="927578" y="618385"/>
                  <a:pt x="927578" y="927577"/>
                </a:cubicBezTo>
                <a:lnTo>
                  <a:pt x="1855154" y="927577"/>
                </a:lnTo>
                <a:cubicBezTo>
                  <a:pt x="1855154" y="1439864"/>
                  <a:pt x="1439864" y="1855154"/>
                  <a:pt x="927577" y="1855154"/>
                </a:cubicBezTo>
                <a:cubicBezTo>
                  <a:pt x="415290" y="1855154"/>
                  <a:pt x="0" y="1439864"/>
                  <a:pt x="0" y="927577"/>
                </a:cubicBezTo>
                <a:cubicBezTo>
                  <a:pt x="0" y="415290"/>
                  <a:pt x="415290" y="0"/>
                  <a:pt x="927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D5F1AB1-CD6C-8E4C-4FE5-62AB65DD99E9}"/>
              </a:ext>
            </a:extLst>
          </p:cNvPr>
          <p:cNvGrpSpPr/>
          <p:nvPr/>
        </p:nvGrpSpPr>
        <p:grpSpPr>
          <a:xfrm>
            <a:off x="813675" y="4356090"/>
            <a:ext cx="1283179" cy="1270193"/>
            <a:chOff x="813675" y="4421822"/>
            <a:chExt cx="1283179" cy="1270193"/>
          </a:xfrm>
        </p:grpSpPr>
        <p:sp>
          <p:nvSpPr>
            <p:cNvPr id="37" name="Блок-схема: процесс 36">
              <a:extLst>
                <a:ext uri="{FF2B5EF4-FFF2-40B4-BE49-F238E27FC236}">
                  <a16:creationId xmlns:a16="http://schemas.microsoft.com/office/drawing/2014/main" id="{FE8AE45E-5A4D-C322-0423-D08FA9DE2BED}"/>
                </a:ext>
              </a:extLst>
            </p:cNvPr>
            <p:cNvSpPr/>
            <p:nvPr/>
          </p:nvSpPr>
          <p:spPr>
            <a:xfrm>
              <a:off x="1146483" y="4421822"/>
              <a:ext cx="950371" cy="940753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Блок-схема: процесс 39">
              <a:extLst>
                <a:ext uri="{FF2B5EF4-FFF2-40B4-BE49-F238E27FC236}">
                  <a16:creationId xmlns:a16="http://schemas.microsoft.com/office/drawing/2014/main" id="{77D6BABE-8A14-7C7A-92A7-77526550F506}"/>
                </a:ext>
              </a:extLst>
            </p:cNvPr>
            <p:cNvSpPr/>
            <p:nvPr/>
          </p:nvSpPr>
          <p:spPr>
            <a:xfrm>
              <a:off x="813675" y="5362575"/>
              <a:ext cx="332808" cy="329440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CB97E17-7C4D-3BBB-8216-ACF139B3ED31}"/>
              </a:ext>
            </a:extLst>
          </p:cNvPr>
          <p:cNvSpPr txBox="1"/>
          <p:nvPr/>
        </p:nvSpPr>
        <p:spPr>
          <a:xfrm>
            <a:off x="2781587" y="4006758"/>
            <a:ext cx="407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IIIIIIIIIIIIIIIIIIIIIIIIIIIIIIIIIIIIIIIIIIIIIIIIIIIIIIIIIIIIIIIIIIIIIIIIIIIIIIIIIIIIIIIIII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1" name="!!ShapeRemoverW2!!">
            <a:extLst>
              <a:ext uri="{FF2B5EF4-FFF2-40B4-BE49-F238E27FC236}">
                <a16:creationId xmlns:a16="http://schemas.microsoft.com/office/drawing/2014/main" id="{0E6769B0-B03F-82A2-E862-636B60B4ECB5}"/>
              </a:ext>
            </a:extLst>
          </p:cNvPr>
          <p:cNvSpPr/>
          <p:nvPr/>
        </p:nvSpPr>
        <p:spPr>
          <a:xfrm>
            <a:off x="241699" y="621124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!!ShapeRemoverB2!!">
            <a:extLst>
              <a:ext uri="{FF2B5EF4-FFF2-40B4-BE49-F238E27FC236}">
                <a16:creationId xmlns:a16="http://schemas.microsoft.com/office/drawing/2014/main" id="{282E49CA-5976-F0BA-E3D9-88997DB2EEDE}"/>
              </a:ext>
            </a:extLst>
          </p:cNvPr>
          <p:cNvSpPr/>
          <p:nvPr/>
        </p:nvSpPr>
        <p:spPr>
          <a:xfrm>
            <a:off x="139552" y="6211243"/>
            <a:ext cx="1965709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221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500">
        <p159:morph option="byObject"/>
      </p:transition>
    </mc:Choice>
    <mc:Fallback xmlns="">
      <p:transition advClick="0" advTm="5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892CA-BA9A-A0FF-0D6D-FD6B7167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7EFBA1-96AD-D053-8E14-522E045424E3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4CE42-0088-014A-5C8C-76E581363685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F5ABC6-F794-8849-46DA-0CF1AD0B92C5}"/>
              </a:ext>
            </a:extLst>
          </p:cNvPr>
          <p:cNvSpPr txBox="1"/>
          <p:nvPr/>
        </p:nvSpPr>
        <p:spPr>
          <a:xfrm>
            <a:off x="2828689" y="1465686"/>
            <a:ext cx="40710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8D3C9F7-3B2D-C6BD-E4A8-04CF5DA0C83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87619C3-B57C-772B-8114-DF47CE7F09C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173D0FF-9BE0-793D-91A2-C6E7025D79C6}"/>
              </a:ext>
            </a:extLst>
          </p:cNvPr>
          <p:cNvSpPr txBox="1"/>
          <p:nvPr/>
        </p:nvSpPr>
        <p:spPr>
          <a:xfrm>
            <a:off x="2828689" y="1620094"/>
            <a:ext cx="3692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Более 70% пользователей предпочитают онлайн-сервисы заместо «бумажного» формата билета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A6674C-DE24-1EEC-0428-B4DB8D90167F}"/>
              </a:ext>
            </a:extLst>
          </p:cNvPr>
          <p:cNvSpPr txBox="1"/>
          <p:nvPr/>
        </p:nvSpPr>
        <p:spPr>
          <a:xfrm>
            <a:off x="6732982" y="5443197"/>
            <a:ext cx="526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94F6EF-73BA-BA4E-044E-3D56D4D4D407}"/>
              </a:ext>
            </a:extLst>
          </p:cNvPr>
          <p:cNvSpPr txBox="1"/>
          <p:nvPr/>
        </p:nvSpPr>
        <p:spPr>
          <a:xfrm rot="16200000">
            <a:off x="5273422" y="3167389"/>
            <a:ext cx="49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A68D90-B54A-D421-D7D5-1D8BFB281503}"/>
              </a:ext>
            </a:extLst>
          </p:cNvPr>
          <p:cNvSpPr txBox="1"/>
          <p:nvPr/>
        </p:nvSpPr>
        <p:spPr>
          <a:xfrm>
            <a:off x="7074215" y="2425183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80%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8ECE86-D035-B2AB-1783-BDEB8CBFB4DE}"/>
              </a:ext>
            </a:extLst>
          </p:cNvPr>
          <p:cNvSpPr txBox="1"/>
          <p:nvPr/>
        </p:nvSpPr>
        <p:spPr>
          <a:xfrm>
            <a:off x="7074215" y="3458009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50%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EDA69E-BD06-1743-B8DB-F74DF24B1DE8}"/>
              </a:ext>
            </a:extLst>
          </p:cNvPr>
          <p:cNvSpPr txBox="1"/>
          <p:nvPr/>
        </p:nvSpPr>
        <p:spPr>
          <a:xfrm>
            <a:off x="2781587" y="4006758"/>
            <a:ext cx="407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IIIIIIIIIIIIIIIIIIIIIIIIIIIIIIIIIIIIIIIIIIIIIIIIIIIIIIIIIIIIIIIIIIIIIIIIIIIIIIIIIIIIIIIIII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2D523D-0E2D-3256-0ED6-B0146E14CC65}"/>
              </a:ext>
            </a:extLst>
          </p:cNvPr>
          <p:cNvSpPr txBox="1"/>
          <p:nvPr/>
        </p:nvSpPr>
        <p:spPr>
          <a:xfrm>
            <a:off x="7074215" y="4490834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5479F2-FC80-7BE2-16C3-07C4CD4E7937}"/>
              </a:ext>
            </a:extLst>
          </p:cNvPr>
          <p:cNvSpPr txBox="1"/>
          <p:nvPr/>
        </p:nvSpPr>
        <p:spPr>
          <a:xfrm>
            <a:off x="8440250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1B3F16-0E1E-55E9-BD66-4135E7936BB0}"/>
              </a:ext>
            </a:extLst>
          </p:cNvPr>
          <p:cNvSpPr txBox="1"/>
          <p:nvPr/>
        </p:nvSpPr>
        <p:spPr>
          <a:xfrm>
            <a:off x="949471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839361-3FC9-9310-7F28-54F43F10B32B}"/>
              </a:ext>
            </a:extLst>
          </p:cNvPr>
          <p:cNvSpPr txBox="1"/>
          <p:nvPr/>
        </p:nvSpPr>
        <p:spPr>
          <a:xfrm>
            <a:off x="1054627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FCB93D2-EE04-58F5-1B23-AA1A3ADD88CE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6C95056-DFAA-ED51-DAEF-080BD0D441FC}"/>
              </a:ext>
            </a:extLst>
          </p:cNvPr>
          <p:cNvSpPr/>
          <p:nvPr/>
        </p:nvSpPr>
        <p:spPr>
          <a:xfrm>
            <a:off x="8530799" y="4702799"/>
            <a:ext cx="523221" cy="36933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005FD04-EDEA-89D5-3501-ACED938F9A39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A926EC6-0005-67DC-13FC-5732F45937F5}"/>
              </a:ext>
            </a:extLst>
          </p:cNvPr>
          <p:cNvSpPr/>
          <p:nvPr/>
        </p:nvSpPr>
        <p:spPr>
          <a:xfrm>
            <a:off x="9565976" y="2481605"/>
            <a:ext cx="523221" cy="148079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568EC24-CEFA-8048-1259-DAD43A0F9A75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2514540-C73F-1075-50FA-C16E91B9A6A2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097C0-3EB0-2E1C-0835-A7022A23CFD7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Актуальность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262B82DC-D8E8-D1B0-4F70-5BCD24F6203F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4C09EB5-0EFF-9342-1618-42A54AC6F6A3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AA5F23EB-ED40-214A-098E-DC85C6DA5A77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!!ShapeRemoverW1!!">
            <a:extLst>
              <a:ext uri="{FF2B5EF4-FFF2-40B4-BE49-F238E27FC236}">
                <a16:creationId xmlns:a16="http://schemas.microsoft.com/office/drawing/2014/main" id="{7984A6DF-1620-2E2E-45EF-5A4F88626C20}"/>
              </a:ext>
            </a:extLst>
          </p:cNvPr>
          <p:cNvSpPr/>
          <p:nvPr/>
        </p:nvSpPr>
        <p:spPr>
          <a:xfrm>
            <a:off x="241699" y="370183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!!ShapeRemoverB1!!">
            <a:extLst>
              <a:ext uri="{FF2B5EF4-FFF2-40B4-BE49-F238E27FC236}">
                <a16:creationId xmlns:a16="http://schemas.microsoft.com/office/drawing/2014/main" id="{DCC745BA-A06A-3B9B-AF23-A1B92ADB664D}"/>
              </a:ext>
            </a:extLst>
          </p:cNvPr>
          <p:cNvSpPr/>
          <p:nvPr/>
        </p:nvSpPr>
        <p:spPr>
          <a:xfrm>
            <a:off x="241699" y="3701833"/>
            <a:ext cx="1863562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7089EE8-3F95-CC76-53CF-3288F88E99C8}"/>
              </a:ext>
            </a:extLst>
          </p:cNvPr>
          <p:cNvGrpSpPr/>
          <p:nvPr/>
        </p:nvGrpSpPr>
        <p:grpSpPr>
          <a:xfrm>
            <a:off x="2423159" y="1528580"/>
            <a:ext cx="310897" cy="4748395"/>
            <a:chOff x="2423160" y="91666"/>
            <a:chExt cx="310896" cy="110075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47C50E1-1BA8-CE34-BE6D-48737CF0412F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6A50EE8D-CA78-32E0-8C25-C7C05C64DD2F}"/>
                </a:ext>
              </a:extLst>
            </p:cNvPr>
            <p:cNvSpPr/>
            <p:nvPr/>
          </p:nvSpPr>
          <p:spPr>
            <a:xfrm>
              <a:off x="2423160" y="532215"/>
              <a:ext cx="310896" cy="66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E7FF91BC-CF00-67E6-9998-9EBDD35DB6AE}"/>
              </a:ext>
            </a:extLst>
          </p:cNvPr>
          <p:cNvSpPr/>
          <p:nvPr/>
        </p:nvSpPr>
        <p:spPr>
          <a:xfrm>
            <a:off x="241699" y="1846679"/>
            <a:ext cx="1855154" cy="1855154"/>
          </a:xfrm>
          <a:custGeom>
            <a:avLst/>
            <a:gdLst>
              <a:gd name="csX0" fmla="*/ 594769 w 1855154"/>
              <a:gd name="csY0" fmla="*/ 927576 h 1855154"/>
              <a:gd name="csX1" fmla="*/ 594769 w 1855154"/>
              <a:gd name="csY1" fmla="*/ 1257016 h 1855154"/>
              <a:gd name="csX2" fmla="*/ 927577 w 1855154"/>
              <a:gd name="csY2" fmla="*/ 1257016 h 1855154"/>
              <a:gd name="csX3" fmla="*/ 927577 w 1855154"/>
              <a:gd name="csY3" fmla="*/ 927576 h 1855154"/>
              <a:gd name="csX4" fmla="*/ 927577 w 1855154"/>
              <a:gd name="csY4" fmla="*/ 0 h 1855154"/>
              <a:gd name="csX5" fmla="*/ 927578 w 1855154"/>
              <a:gd name="csY5" fmla="*/ 927577 h 1855154"/>
              <a:gd name="csX6" fmla="*/ 1855154 w 1855154"/>
              <a:gd name="csY6" fmla="*/ 927577 h 1855154"/>
              <a:gd name="csX7" fmla="*/ 927577 w 1855154"/>
              <a:gd name="csY7" fmla="*/ 1855154 h 1855154"/>
              <a:gd name="csX8" fmla="*/ 0 w 1855154"/>
              <a:gd name="csY8" fmla="*/ 927577 h 1855154"/>
              <a:gd name="csX9" fmla="*/ 927577 w 1855154"/>
              <a:gd name="csY9" fmla="*/ 0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855154" h="1855154">
                <a:moveTo>
                  <a:pt x="594769" y="927576"/>
                </a:moveTo>
                <a:lnTo>
                  <a:pt x="594769" y="1257016"/>
                </a:lnTo>
                <a:lnTo>
                  <a:pt x="927577" y="1257016"/>
                </a:lnTo>
                <a:lnTo>
                  <a:pt x="927577" y="927576"/>
                </a:lnTo>
                <a:close/>
                <a:moveTo>
                  <a:pt x="927577" y="0"/>
                </a:moveTo>
                <a:cubicBezTo>
                  <a:pt x="927577" y="309192"/>
                  <a:pt x="927578" y="618385"/>
                  <a:pt x="927578" y="927577"/>
                </a:cubicBezTo>
                <a:lnTo>
                  <a:pt x="1855154" y="927577"/>
                </a:lnTo>
                <a:cubicBezTo>
                  <a:pt x="1855154" y="1439864"/>
                  <a:pt x="1439864" y="1855154"/>
                  <a:pt x="927577" y="1855154"/>
                </a:cubicBezTo>
                <a:cubicBezTo>
                  <a:pt x="415290" y="1855154"/>
                  <a:pt x="0" y="1439864"/>
                  <a:pt x="0" y="927577"/>
                </a:cubicBezTo>
                <a:cubicBezTo>
                  <a:pt x="0" y="415290"/>
                  <a:pt x="415290" y="0"/>
                  <a:pt x="927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AA1620C9-9681-AA76-1299-3CEB8E11D2E7}"/>
              </a:ext>
            </a:extLst>
          </p:cNvPr>
          <p:cNvGrpSpPr/>
          <p:nvPr/>
        </p:nvGrpSpPr>
        <p:grpSpPr>
          <a:xfrm>
            <a:off x="813675" y="4356090"/>
            <a:ext cx="1283179" cy="1270193"/>
            <a:chOff x="813675" y="4421822"/>
            <a:chExt cx="1283179" cy="1270193"/>
          </a:xfrm>
        </p:grpSpPr>
        <p:sp>
          <p:nvSpPr>
            <p:cNvPr id="37" name="Блок-схема: процесс 36">
              <a:extLst>
                <a:ext uri="{FF2B5EF4-FFF2-40B4-BE49-F238E27FC236}">
                  <a16:creationId xmlns:a16="http://schemas.microsoft.com/office/drawing/2014/main" id="{34EAF260-A7DA-EF6E-B00B-F2D4745273CA}"/>
                </a:ext>
              </a:extLst>
            </p:cNvPr>
            <p:cNvSpPr/>
            <p:nvPr/>
          </p:nvSpPr>
          <p:spPr>
            <a:xfrm>
              <a:off x="1146483" y="4421822"/>
              <a:ext cx="950371" cy="940753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Блок-схема: процесс 39">
              <a:extLst>
                <a:ext uri="{FF2B5EF4-FFF2-40B4-BE49-F238E27FC236}">
                  <a16:creationId xmlns:a16="http://schemas.microsoft.com/office/drawing/2014/main" id="{FBFC6180-E9AB-838D-474F-082CD9E789FB}"/>
                </a:ext>
              </a:extLst>
            </p:cNvPr>
            <p:cNvSpPr/>
            <p:nvPr/>
          </p:nvSpPr>
          <p:spPr>
            <a:xfrm>
              <a:off x="813675" y="5362575"/>
              <a:ext cx="332808" cy="329440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!!ShapeRemoverW2!!">
            <a:extLst>
              <a:ext uri="{FF2B5EF4-FFF2-40B4-BE49-F238E27FC236}">
                <a16:creationId xmlns:a16="http://schemas.microsoft.com/office/drawing/2014/main" id="{5C2CE7AA-DC32-48C9-8A83-7F28E7E72639}"/>
              </a:ext>
            </a:extLst>
          </p:cNvPr>
          <p:cNvSpPr/>
          <p:nvPr/>
        </p:nvSpPr>
        <p:spPr>
          <a:xfrm>
            <a:off x="241699" y="621124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!!ShapeRemoverB2!!">
            <a:extLst>
              <a:ext uri="{FF2B5EF4-FFF2-40B4-BE49-F238E27FC236}">
                <a16:creationId xmlns:a16="http://schemas.microsoft.com/office/drawing/2014/main" id="{E40B98C9-3AFD-40DA-2BDE-A713F6111479}"/>
              </a:ext>
            </a:extLst>
          </p:cNvPr>
          <p:cNvSpPr/>
          <p:nvPr/>
        </p:nvSpPr>
        <p:spPr>
          <a:xfrm>
            <a:off x="139552" y="6211243"/>
            <a:ext cx="1965709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477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500">
        <p159:morph option="byObject"/>
      </p:transition>
    </mc:Choice>
    <mc:Fallback xmlns="">
      <p:transition advClick="0" advTm="5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E873A-3430-FC35-1B9E-E70D97173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E577D63-8E89-1336-05C7-C92AB1E88DDA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171B5-557D-C65B-278F-5EB243F74DFC}"/>
              </a:ext>
            </a:extLst>
          </p:cNvPr>
          <p:cNvSpPr txBox="1"/>
          <p:nvPr/>
        </p:nvSpPr>
        <p:spPr>
          <a:xfrm>
            <a:off x="2828689" y="1465686"/>
            <a:ext cx="40710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6FC5E9C-AE24-EAEA-F7FD-14920C52427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C194027-F598-9F22-6C31-612333E7395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E7B839-5798-74B9-2944-2CE48E04B449}"/>
              </a:ext>
            </a:extLst>
          </p:cNvPr>
          <p:cNvSpPr txBox="1"/>
          <p:nvPr/>
        </p:nvSpPr>
        <p:spPr>
          <a:xfrm>
            <a:off x="2828689" y="1620094"/>
            <a:ext cx="3692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Более 70% пользователей предпочитают онлайн-сервисы заместо «бумажного» формата билета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8E4DA1-ED55-A290-E3AE-61E2BAED4712}"/>
              </a:ext>
            </a:extLst>
          </p:cNvPr>
          <p:cNvSpPr txBox="1"/>
          <p:nvPr/>
        </p:nvSpPr>
        <p:spPr>
          <a:xfrm>
            <a:off x="6732982" y="5443197"/>
            <a:ext cx="526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448D3B-5592-0E59-85DC-95704154602C}"/>
              </a:ext>
            </a:extLst>
          </p:cNvPr>
          <p:cNvSpPr txBox="1"/>
          <p:nvPr/>
        </p:nvSpPr>
        <p:spPr>
          <a:xfrm rot="16200000">
            <a:off x="5273422" y="3167389"/>
            <a:ext cx="49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AD536F-3CEE-F057-2453-36286A92F52E}"/>
              </a:ext>
            </a:extLst>
          </p:cNvPr>
          <p:cNvSpPr txBox="1"/>
          <p:nvPr/>
        </p:nvSpPr>
        <p:spPr>
          <a:xfrm>
            <a:off x="7074215" y="2425183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80%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5BC64F-EE59-E8A1-AE0F-3F58AC431335}"/>
              </a:ext>
            </a:extLst>
          </p:cNvPr>
          <p:cNvSpPr txBox="1"/>
          <p:nvPr/>
        </p:nvSpPr>
        <p:spPr>
          <a:xfrm>
            <a:off x="7074215" y="3458009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50%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14EC73-E7FB-731A-A236-EDDC6C569706}"/>
              </a:ext>
            </a:extLst>
          </p:cNvPr>
          <p:cNvSpPr txBox="1"/>
          <p:nvPr/>
        </p:nvSpPr>
        <p:spPr>
          <a:xfrm>
            <a:off x="7074215" y="4490834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5B26DA-DAB2-76AB-677B-239E7F9D8BED}"/>
              </a:ext>
            </a:extLst>
          </p:cNvPr>
          <p:cNvSpPr txBox="1"/>
          <p:nvPr/>
        </p:nvSpPr>
        <p:spPr>
          <a:xfrm>
            <a:off x="8440250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DC9AF7-1622-A76A-18DA-FFDBEEECC2BB}"/>
              </a:ext>
            </a:extLst>
          </p:cNvPr>
          <p:cNvSpPr txBox="1"/>
          <p:nvPr/>
        </p:nvSpPr>
        <p:spPr>
          <a:xfrm>
            <a:off x="949471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159802-6E41-21A7-6D07-DE87390661DC}"/>
              </a:ext>
            </a:extLst>
          </p:cNvPr>
          <p:cNvSpPr txBox="1"/>
          <p:nvPr/>
        </p:nvSpPr>
        <p:spPr>
          <a:xfrm>
            <a:off x="1054627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1EE6A35-4113-1F9C-61F8-554BC6E0F997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197221D-0830-7B38-4583-AAC93C0BD3DC}"/>
              </a:ext>
            </a:extLst>
          </p:cNvPr>
          <p:cNvSpPr/>
          <p:nvPr/>
        </p:nvSpPr>
        <p:spPr>
          <a:xfrm>
            <a:off x="8530799" y="4702799"/>
            <a:ext cx="523221" cy="36933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0635295-C0BC-656B-DBED-956A4C91460C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A42FF7A-AD44-267D-515A-C781EE98840A}"/>
              </a:ext>
            </a:extLst>
          </p:cNvPr>
          <p:cNvSpPr/>
          <p:nvPr/>
        </p:nvSpPr>
        <p:spPr>
          <a:xfrm>
            <a:off x="9565976" y="2481605"/>
            <a:ext cx="523221" cy="148079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28BD06C-9F0C-7845-7E8B-CA354E9BDE9F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A7C375C-E07D-45EF-EEC8-2C1D2D2A9CDA}"/>
              </a:ext>
            </a:extLst>
          </p:cNvPr>
          <p:cNvSpPr/>
          <p:nvPr/>
        </p:nvSpPr>
        <p:spPr>
          <a:xfrm>
            <a:off x="10601153" y="-261599"/>
            <a:ext cx="523221" cy="28523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90689-1377-6ED2-F126-80E2F0A9E887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8ACDE-9DF8-6743-EFB3-8E5A2BFF90BC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Актуальность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95104-233B-46A2-C5B2-B668060C0D49}"/>
              </a:ext>
            </a:extLst>
          </p:cNvPr>
          <p:cNvSpPr txBox="1"/>
          <p:nvPr/>
        </p:nvSpPr>
        <p:spPr>
          <a:xfrm>
            <a:off x="2781587" y="4006758"/>
            <a:ext cx="407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IIIIIIIIIIIIIIIIIIIIIIIIIIIIIIIIIIIIIIIIIIIIIIIIIIIIIIIIIIIIIIIIIIIIIIIIIIIIIIIIIIIIIIIIII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0B2E0380-CF72-CCB8-2A05-A8C7F7A7A89F}"/>
              </a:ext>
            </a:extLst>
          </p:cNvPr>
          <p:cNvSpPr/>
          <p:nvPr/>
        </p:nvSpPr>
        <p:spPr>
          <a:xfrm>
            <a:off x="241699" y="1846679"/>
            <a:ext cx="1855154" cy="1855154"/>
          </a:xfrm>
          <a:custGeom>
            <a:avLst/>
            <a:gdLst>
              <a:gd name="csX0" fmla="*/ 594769 w 1855154"/>
              <a:gd name="csY0" fmla="*/ 927576 h 1855154"/>
              <a:gd name="csX1" fmla="*/ 594769 w 1855154"/>
              <a:gd name="csY1" fmla="*/ 1257016 h 1855154"/>
              <a:gd name="csX2" fmla="*/ 927577 w 1855154"/>
              <a:gd name="csY2" fmla="*/ 1257016 h 1855154"/>
              <a:gd name="csX3" fmla="*/ 927577 w 1855154"/>
              <a:gd name="csY3" fmla="*/ 927576 h 1855154"/>
              <a:gd name="csX4" fmla="*/ 927577 w 1855154"/>
              <a:gd name="csY4" fmla="*/ 0 h 1855154"/>
              <a:gd name="csX5" fmla="*/ 927578 w 1855154"/>
              <a:gd name="csY5" fmla="*/ 927577 h 1855154"/>
              <a:gd name="csX6" fmla="*/ 1855154 w 1855154"/>
              <a:gd name="csY6" fmla="*/ 927577 h 1855154"/>
              <a:gd name="csX7" fmla="*/ 927577 w 1855154"/>
              <a:gd name="csY7" fmla="*/ 1855154 h 1855154"/>
              <a:gd name="csX8" fmla="*/ 0 w 1855154"/>
              <a:gd name="csY8" fmla="*/ 927577 h 1855154"/>
              <a:gd name="csX9" fmla="*/ 927577 w 1855154"/>
              <a:gd name="csY9" fmla="*/ 0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855154" h="1855154">
                <a:moveTo>
                  <a:pt x="594769" y="927576"/>
                </a:moveTo>
                <a:lnTo>
                  <a:pt x="594769" y="1257016"/>
                </a:lnTo>
                <a:lnTo>
                  <a:pt x="927577" y="1257016"/>
                </a:lnTo>
                <a:lnTo>
                  <a:pt x="927577" y="927576"/>
                </a:lnTo>
                <a:close/>
                <a:moveTo>
                  <a:pt x="927577" y="0"/>
                </a:moveTo>
                <a:cubicBezTo>
                  <a:pt x="927577" y="309192"/>
                  <a:pt x="927578" y="618385"/>
                  <a:pt x="927578" y="927577"/>
                </a:cubicBezTo>
                <a:lnTo>
                  <a:pt x="1855154" y="927577"/>
                </a:lnTo>
                <a:cubicBezTo>
                  <a:pt x="1855154" y="1439864"/>
                  <a:pt x="1439864" y="1855154"/>
                  <a:pt x="927577" y="1855154"/>
                </a:cubicBezTo>
                <a:cubicBezTo>
                  <a:pt x="415290" y="1855154"/>
                  <a:pt x="0" y="1439864"/>
                  <a:pt x="0" y="927577"/>
                </a:cubicBezTo>
                <a:cubicBezTo>
                  <a:pt x="0" y="415290"/>
                  <a:pt x="415290" y="0"/>
                  <a:pt x="927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537C41F-BFE2-C168-53E1-BB567832053F}"/>
              </a:ext>
            </a:extLst>
          </p:cNvPr>
          <p:cNvGrpSpPr/>
          <p:nvPr/>
        </p:nvGrpSpPr>
        <p:grpSpPr>
          <a:xfrm>
            <a:off x="2423159" y="1528580"/>
            <a:ext cx="310897" cy="4748395"/>
            <a:chOff x="2423160" y="91666"/>
            <a:chExt cx="310896" cy="110075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5896B32-9196-D64D-A4B8-E9721A28C695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80083B5D-8884-83A0-2F86-5DA8BDA21604}"/>
                </a:ext>
              </a:extLst>
            </p:cNvPr>
            <p:cNvSpPr/>
            <p:nvPr/>
          </p:nvSpPr>
          <p:spPr>
            <a:xfrm>
              <a:off x="2423160" y="532215"/>
              <a:ext cx="310896" cy="66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!!ShapeRemoverW1!!">
            <a:extLst>
              <a:ext uri="{FF2B5EF4-FFF2-40B4-BE49-F238E27FC236}">
                <a16:creationId xmlns:a16="http://schemas.microsoft.com/office/drawing/2014/main" id="{FFA53172-C502-C355-28CA-E53613DE6581}"/>
              </a:ext>
            </a:extLst>
          </p:cNvPr>
          <p:cNvSpPr/>
          <p:nvPr/>
        </p:nvSpPr>
        <p:spPr>
          <a:xfrm>
            <a:off x="241699" y="370183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!!ShapeRemoverB1!!">
            <a:extLst>
              <a:ext uri="{FF2B5EF4-FFF2-40B4-BE49-F238E27FC236}">
                <a16:creationId xmlns:a16="http://schemas.microsoft.com/office/drawing/2014/main" id="{C293C5CD-56B7-6DBA-6DC4-FC8DA09AAA15}"/>
              </a:ext>
            </a:extLst>
          </p:cNvPr>
          <p:cNvSpPr/>
          <p:nvPr/>
        </p:nvSpPr>
        <p:spPr>
          <a:xfrm>
            <a:off x="241699" y="3701833"/>
            <a:ext cx="1863562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15FD2668-322F-A6CA-5694-F771BC7095DC}"/>
              </a:ext>
            </a:extLst>
          </p:cNvPr>
          <p:cNvGrpSpPr/>
          <p:nvPr/>
        </p:nvGrpSpPr>
        <p:grpSpPr>
          <a:xfrm>
            <a:off x="813675" y="4356090"/>
            <a:ext cx="1283179" cy="1270193"/>
            <a:chOff x="813675" y="4421822"/>
            <a:chExt cx="1283179" cy="1270193"/>
          </a:xfrm>
        </p:grpSpPr>
        <p:sp>
          <p:nvSpPr>
            <p:cNvPr id="37" name="Блок-схема: процесс 36">
              <a:extLst>
                <a:ext uri="{FF2B5EF4-FFF2-40B4-BE49-F238E27FC236}">
                  <a16:creationId xmlns:a16="http://schemas.microsoft.com/office/drawing/2014/main" id="{F691E068-E631-7122-9F2A-DDDC5B0A2CE7}"/>
                </a:ext>
              </a:extLst>
            </p:cNvPr>
            <p:cNvSpPr/>
            <p:nvPr/>
          </p:nvSpPr>
          <p:spPr>
            <a:xfrm>
              <a:off x="1146483" y="4421822"/>
              <a:ext cx="950371" cy="940753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Блок-схема: процесс 39">
              <a:extLst>
                <a:ext uri="{FF2B5EF4-FFF2-40B4-BE49-F238E27FC236}">
                  <a16:creationId xmlns:a16="http://schemas.microsoft.com/office/drawing/2014/main" id="{CEA058C1-27F4-C557-0190-0A305AC6E8D8}"/>
                </a:ext>
              </a:extLst>
            </p:cNvPr>
            <p:cNvSpPr/>
            <p:nvPr/>
          </p:nvSpPr>
          <p:spPr>
            <a:xfrm>
              <a:off x="813675" y="5362575"/>
              <a:ext cx="332808" cy="329440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085B7C-DBA9-5910-20A5-E0E9FB043898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273EDB9-289E-4B9B-0AF6-3DE2EC4C3478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B6F87BA-8221-FDFF-DB57-D3409426BDBF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RemoverW2!!">
            <a:extLst>
              <a:ext uri="{FF2B5EF4-FFF2-40B4-BE49-F238E27FC236}">
                <a16:creationId xmlns:a16="http://schemas.microsoft.com/office/drawing/2014/main" id="{A38D3BBF-0C0E-6C92-6C3A-33521F670908}"/>
              </a:ext>
            </a:extLst>
          </p:cNvPr>
          <p:cNvSpPr/>
          <p:nvPr/>
        </p:nvSpPr>
        <p:spPr>
          <a:xfrm>
            <a:off x="241699" y="621124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!!ShapeRemoverB2!!">
            <a:extLst>
              <a:ext uri="{FF2B5EF4-FFF2-40B4-BE49-F238E27FC236}">
                <a16:creationId xmlns:a16="http://schemas.microsoft.com/office/drawing/2014/main" id="{82D91387-B588-A3D8-E49A-F551B879138F}"/>
              </a:ext>
            </a:extLst>
          </p:cNvPr>
          <p:cNvSpPr/>
          <p:nvPr/>
        </p:nvSpPr>
        <p:spPr>
          <a:xfrm>
            <a:off x="139552" y="6211243"/>
            <a:ext cx="1965709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!!MainTextRemoverW1!!">
            <a:extLst>
              <a:ext uri="{FF2B5EF4-FFF2-40B4-BE49-F238E27FC236}">
                <a16:creationId xmlns:a16="http://schemas.microsoft.com/office/drawing/2014/main" id="{15C7A4B0-C342-A7A4-2D73-D0F26134FDAD}"/>
              </a:ext>
            </a:extLst>
          </p:cNvPr>
          <p:cNvSpPr/>
          <p:nvPr/>
        </p:nvSpPr>
        <p:spPr>
          <a:xfrm>
            <a:off x="2420701" y="1528580"/>
            <a:ext cx="310897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!!TitleTextRemoverW1!!">
            <a:extLst>
              <a:ext uri="{FF2B5EF4-FFF2-40B4-BE49-F238E27FC236}">
                <a16:creationId xmlns:a16="http://schemas.microsoft.com/office/drawing/2014/main" id="{1A726D68-FF50-1F71-19C7-CF622AC20FD2}"/>
              </a:ext>
            </a:extLst>
          </p:cNvPr>
          <p:cNvSpPr/>
          <p:nvPr/>
        </p:nvSpPr>
        <p:spPr>
          <a:xfrm>
            <a:off x="2420702" y="91666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875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3EE6F-C5E4-07B2-ED85-5736789E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2F9C43A-B0EE-D02E-5035-497A38999EE8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4364B1-B1C2-8EAA-7CDD-81B49A4C63C9}"/>
              </a:ext>
            </a:extLst>
          </p:cNvPr>
          <p:cNvSpPr txBox="1"/>
          <p:nvPr/>
        </p:nvSpPr>
        <p:spPr>
          <a:xfrm>
            <a:off x="2828689" y="1465686"/>
            <a:ext cx="40710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58E4E5E-C186-31FB-7EB4-DA5856746C3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6FC66EA-285B-F0CF-82DA-CF96018A1E2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BA81BA2-9C09-0708-1A1F-4BB19E9E0921}"/>
              </a:ext>
            </a:extLst>
          </p:cNvPr>
          <p:cNvSpPr txBox="1"/>
          <p:nvPr/>
        </p:nvSpPr>
        <p:spPr>
          <a:xfrm>
            <a:off x="2828689" y="1620094"/>
            <a:ext cx="3692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Более 70% пользователей предпочитают онлайн-сервисы заместо «бумажного» формата билета.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7E5F3A-DF3E-0F3C-880E-40404B2C3A1B}"/>
              </a:ext>
            </a:extLst>
          </p:cNvPr>
          <p:cNvSpPr txBox="1"/>
          <p:nvPr/>
        </p:nvSpPr>
        <p:spPr>
          <a:xfrm>
            <a:off x="6732982" y="5443197"/>
            <a:ext cx="526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FF765B-0040-0824-BEF1-973B9CCF9F3B}"/>
              </a:ext>
            </a:extLst>
          </p:cNvPr>
          <p:cNvSpPr txBox="1"/>
          <p:nvPr/>
        </p:nvSpPr>
        <p:spPr>
          <a:xfrm rot="16200000">
            <a:off x="5273422" y="3167389"/>
            <a:ext cx="49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+---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+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  <a:sym typeface="Wingdings" panose="05000000000000000000" pitchFamily="2" charset="2"/>
              </a:rPr>
              <a:t>--&gt;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2714F0-0E0B-2D25-4C82-35695C3FF4B8}"/>
              </a:ext>
            </a:extLst>
          </p:cNvPr>
          <p:cNvSpPr txBox="1"/>
          <p:nvPr/>
        </p:nvSpPr>
        <p:spPr>
          <a:xfrm>
            <a:off x="7074215" y="2425183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80%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A364C1-2AA9-97AB-45B0-A72391A5D282}"/>
              </a:ext>
            </a:extLst>
          </p:cNvPr>
          <p:cNvSpPr txBox="1"/>
          <p:nvPr/>
        </p:nvSpPr>
        <p:spPr>
          <a:xfrm>
            <a:off x="7074215" y="3458009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50%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C5C8FF-A22E-BCC8-F008-8B1524004E86}"/>
              </a:ext>
            </a:extLst>
          </p:cNvPr>
          <p:cNvSpPr txBox="1"/>
          <p:nvPr/>
        </p:nvSpPr>
        <p:spPr>
          <a:xfrm>
            <a:off x="7074215" y="4490834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20%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9AEA78-4EB0-75AB-E2FF-E7B7D3B61BD8}"/>
              </a:ext>
            </a:extLst>
          </p:cNvPr>
          <p:cNvSpPr txBox="1"/>
          <p:nvPr/>
        </p:nvSpPr>
        <p:spPr>
          <a:xfrm>
            <a:off x="8440250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76F940-0E33-5C18-107A-B23461A9BBB0}"/>
              </a:ext>
            </a:extLst>
          </p:cNvPr>
          <p:cNvSpPr txBox="1"/>
          <p:nvPr/>
        </p:nvSpPr>
        <p:spPr>
          <a:xfrm>
            <a:off x="949471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2018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7154EE-5FC5-FEE5-FFD0-5C9BBDFAAF30}"/>
              </a:ext>
            </a:extLst>
          </p:cNvPr>
          <p:cNvSpPr txBox="1"/>
          <p:nvPr/>
        </p:nvSpPr>
        <p:spPr>
          <a:xfrm>
            <a:off x="10546272" y="5781751"/>
            <a:ext cx="114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2024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2AD4522-64F9-3250-15E1-30C6FB3132D2}"/>
              </a:ext>
            </a:extLst>
          </p:cNvPr>
          <p:cNvSpPr/>
          <p:nvPr/>
        </p:nvSpPr>
        <p:spPr>
          <a:xfrm>
            <a:off x="8530799" y="5073865"/>
            <a:ext cx="5232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4FE9588-CB59-F54B-3426-F9721B9884D6}"/>
              </a:ext>
            </a:extLst>
          </p:cNvPr>
          <p:cNvSpPr/>
          <p:nvPr/>
        </p:nvSpPr>
        <p:spPr>
          <a:xfrm>
            <a:off x="8530799" y="4702799"/>
            <a:ext cx="523221" cy="36933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11A96CF-CE65-5281-ACF1-64883EC5391C}"/>
              </a:ext>
            </a:extLst>
          </p:cNvPr>
          <p:cNvSpPr/>
          <p:nvPr/>
        </p:nvSpPr>
        <p:spPr>
          <a:xfrm>
            <a:off x="9565976" y="3962401"/>
            <a:ext cx="523221" cy="1480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5EDA8E5-1003-0F76-06EF-8A94B2BD9454}"/>
              </a:ext>
            </a:extLst>
          </p:cNvPr>
          <p:cNvSpPr/>
          <p:nvPr/>
        </p:nvSpPr>
        <p:spPr>
          <a:xfrm>
            <a:off x="9565976" y="2481605"/>
            <a:ext cx="523221" cy="148079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E6CB205-2AA3-F509-8F68-25BFF235553B}"/>
              </a:ext>
            </a:extLst>
          </p:cNvPr>
          <p:cNvSpPr/>
          <p:nvPr/>
        </p:nvSpPr>
        <p:spPr>
          <a:xfrm>
            <a:off x="10601153" y="2590800"/>
            <a:ext cx="523221" cy="285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5F7E562-FAC1-6A5C-2E49-F2E5FC871DE8}"/>
              </a:ext>
            </a:extLst>
          </p:cNvPr>
          <p:cNvSpPr/>
          <p:nvPr/>
        </p:nvSpPr>
        <p:spPr>
          <a:xfrm>
            <a:off x="10601153" y="-261599"/>
            <a:ext cx="523221" cy="28523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3b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BA1C51-0ACD-141E-7A89-5AA1BBA66FED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DBF9ED-AC82-9349-02ED-C330214222A2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Актуальность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BF570-3F33-8E46-738D-2E5FCF9EB33A}"/>
              </a:ext>
            </a:extLst>
          </p:cNvPr>
          <p:cNvSpPr txBox="1"/>
          <p:nvPr/>
        </p:nvSpPr>
        <p:spPr>
          <a:xfrm>
            <a:off x="2781587" y="4006758"/>
            <a:ext cx="407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IIIIIIIIIIIIIIIIIIIIIIIIIIIIIIIIIIIIIIIIIIIIIIIIIIIIIIIIIIIIIIIIIIIIIIIIIIIIIIIIIIIIIIIIII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7ED1CFEE-5464-A206-AD40-DAA4FE2D04E9}"/>
              </a:ext>
            </a:extLst>
          </p:cNvPr>
          <p:cNvSpPr/>
          <p:nvPr/>
        </p:nvSpPr>
        <p:spPr>
          <a:xfrm>
            <a:off x="241699" y="1846679"/>
            <a:ext cx="1855154" cy="1855154"/>
          </a:xfrm>
          <a:custGeom>
            <a:avLst/>
            <a:gdLst>
              <a:gd name="csX0" fmla="*/ 594769 w 1855154"/>
              <a:gd name="csY0" fmla="*/ 927576 h 1855154"/>
              <a:gd name="csX1" fmla="*/ 594769 w 1855154"/>
              <a:gd name="csY1" fmla="*/ 1257016 h 1855154"/>
              <a:gd name="csX2" fmla="*/ 927577 w 1855154"/>
              <a:gd name="csY2" fmla="*/ 1257016 h 1855154"/>
              <a:gd name="csX3" fmla="*/ 927577 w 1855154"/>
              <a:gd name="csY3" fmla="*/ 927576 h 1855154"/>
              <a:gd name="csX4" fmla="*/ 927577 w 1855154"/>
              <a:gd name="csY4" fmla="*/ 0 h 1855154"/>
              <a:gd name="csX5" fmla="*/ 927578 w 1855154"/>
              <a:gd name="csY5" fmla="*/ 927577 h 1855154"/>
              <a:gd name="csX6" fmla="*/ 1855154 w 1855154"/>
              <a:gd name="csY6" fmla="*/ 927577 h 1855154"/>
              <a:gd name="csX7" fmla="*/ 927577 w 1855154"/>
              <a:gd name="csY7" fmla="*/ 1855154 h 1855154"/>
              <a:gd name="csX8" fmla="*/ 0 w 1855154"/>
              <a:gd name="csY8" fmla="*/ 927577 h 1855154"/>
              <a:gd name="csX9" fmla="*/ 927577 w 1855154"/>
              <a:gd name="csY9" fmla="*/ 0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855154" h="1855154">
                <a:moveTo>
                  <a:pt x="594769" y="927576"/>
                </a:moveTo>
                <a:lnTo>
                  <a:pt x="594769" y="1257016"/>
                </a:lnTo>
                <a:lnTo>
                  <a:pt x="927577" y="1257016"/>
                </a:lnTo>
                <a:lnTo>
                  <a:pt x="927577" y="927576"/>
                </a:lnTo>
                <a:close/>
                <a:moveTo>
                  <a:pt x="927577" y="0"/>
                </a:moveTo>
                <a:cubicBezTo>
                  <a:pt x="927577" y="309192"/>
                  <a:pt x="927578" y="618385"/>
                  <a:pt x="927578" y="927577"/>
                </a:cubicBezTo>
                <a:lnTo>
                  <a:pt x="1855154" y="927577"/>
                </a:lnTo>
                <a:cubicBezTo>
                  <a:pt x="1855154" y="1439864"/>
                  <a:pt x="1439864" y="1855154"/>
                  <a:pt x="927577" y="1855154"/>
                </a:cubicBezTo>
                <a:cubicBezTo>
                  <a:pt x="415290" y="1855154"/>
                  <a:pt x="0" y="1439864"/>
                  <a:pt x="0" y="927577"/>
                </a:cubicBezTo>
                <a:cubicBezTo>
                  <a:pt x="0" y="415290"/>
                  <a:pt x="415290" y="0"/>
                  <a:pt x="927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8361AF6-3DEA-76FA-925F-F89F2575F803}"/>
              </a:ext>
            </a:extLst>
          </p:cNvPr>
          <p:cNvGrpSpPr/>
          <p:nvPr/>
        </p:nvGrpSpPr>
        <p:grpSpPr>
          <a:xfrm>
            <a:off x="2423159" y="1528580"/>
            <a:ext cx="310897" cy="4748395"/>
            <a:chOff x="2423160" y="91666"/>
            <a:chExt cx="310896" cy="110075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E5ABE20-1523-16DF-7D7E-A9EE148F300F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CE06316-5F35-3D42-4653-688136CF14F0}"/>
                </a:ext>
              </a:extLst>
            </p:cNvPr>
            <p:cNvSpPr/>
            <p:nvPr/>
          </p:nvSpPr>
          <p:spPr>
            <a:xfrm>
              <a:off x="2423160" y="532215"/>
              <a:ext cx="310896" cy="66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!!ShapeRemoverW1!!">
            <a:extLst>
              <a:ext uri="{FF2B5EF4-FFF2-40B4-BE49-F238E27FC236}">
                <a16:creationId xmlns:a16="http://schemas.microsoft.com/office/drawing/2014/main" id="{784129AA-246D-4590-B78C-8ACAE0CC5A1B}"/>
              </a:ext>
            </a:extLst>
          </p:cNvPr>
          <p:cNvSpPr/>
          <p:nvPr/>
        </p:nvSpPr>
        <p:spPr>
          <a:xfrm>
            <a:off x="241699" y="1846678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!!ShapeRemoverB1!!">
            <a:extLst>
              <a:ext uri="{FF2B5EF4-FFF2-40B4-BE49-F238E27FC236}">
                <a16:creationId xmlns:a16="http://schemas.microsoft.com/office/drawing/2014/main" id="{DC993EF5-2CC3-628A-EB6C-506602D850E5}"/>
              </a:ext>
            </a:extLst>
          </p:cNvPr>
          <p:cNvSpPr/>
          <p:nvPr/>
        </p:nvSpPr>
        <p:spPr>
          <a:xfrm>
            <a:off x="238683" y="3701833"/>
            <a:ext cx="1861104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98370A3B-E148-0F83-D940-6197CF938485}"/>
              </a:ext>
            </a:extLst>
          </p:cNvPr>
          <p:cNvGrpSpPr/>
          <p:nvPr/>
        </p:nvGrpSpPr>
        <p:grpSpPr>
          <a:xfrm>
            <a:off x="813675" y="4356090"/>
            <a:ext cx="1283179" cy="1270193"/>
            <a:chOff x="813675" y="4421822"/>
            <a:chExt cx="1283179" cy="1270193"/>
          </a:xfrm>
        </p:grpSpPr>
        <p:sp>
          <p:nvSpPr>
            <p:cNvPr id="37" name="Блок-схема: процесс 36">
              <a:extLst>
                <a:ext uri="{FF2B5EF4-FFF2-40B4-BE49-F238E27FC236}">
                  <a16:creationId xmlns:a16="http://schemas.microsoft.com/office/drawing/2014/main" id="{5C130E83-6C3F-3614-79BB-DA2AC8BD59D5}"/>
                </a:ext>
              </a:extLst>
            </p:cNvPr>
            <p:cNvSpPr/>
            <p:nvPr/>
          </p:nvSpPr>
          <p:spPr>
            <a:xfrm>
              <a:off x="1146483" y="4421822"/>
              <a:ext cx="950371" cy="940753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Блок-схема: процесс 39">
              <a:extLst>
                <a:ext uri="{FF2B5EF4-FFF2-40B4-BE49-F238E27FC236}">
                  <a16:creationId xmlns:a16="http://schemas.microsoft.com/office/drawing/2014/main" id="{32085CBB-048D-DF4A-69B0-AA9AFAA7137A}"/>
                </a:ext>
              </a:extLst>
            </p:cNvPr>
            <p:cNvSpPr/>
            <p:nvPr/>
          </p:nvSpPr>
          <p:spPr>
            <a:xfrm>
              <a:off x="813675" y="5362575"/>
              <a:ext cx="332808" cy="329440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346A3CE7-F360-6141-D318-76A7A54DE849}"/>
              </a:ext>
            </a:extLst>
          </p:cNvPr>
          <p:cNvGrpSpPr/>
          <p:nvPr/>
        </p:nvGrpSpPr>
        <p:grpSpPr>
          <a:xfrm>
            <a:off x="2423160" y="91666"/>
            <a:ext cx="310896" cy="1100757"/>
            <a:chOff x="2423160" y="91666"/>
            <a:chExt cx="310896" cy="1100757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973E2E0-A5C9-D6E1-6C5D-ECBB8E710060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885DB073-7127-D4DF-8F76-68B45A4BE45C}"/>
                </a:ext>
              </a:extLst>
            </p:cNvPr>
            <p:cNvSpPr/>
            <p:nvPr/>
          </p:nvSpPr>
          <p:spPr>
            <a:xfrm>
              <a:off x="2423160" y="894356"/>
              <a:ext cx="310896" cy="298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RemoverW2!!">
            <a:extLst>
              <a:ext uri="{FF2B5EF4-FFF2-40B4-BE49-F238E27FC236}">
                <a16:creationId xmlns:a16="http://schemas.microsoft.com/office/drawing/2014/main" id="{E280BF07-489E-0310-8731-D68ABFA0F9DC}"/>
              </a:ext>
            </a:extLst>
          </p:cNvPr>
          <p:cNvSpPr/>
          <p:nvPr/>
        </p:nvSpPr>
        <p:spPr>
          <a:xfrm>
            <a:off x="241699" y="4356089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!!ShapeRemoverB2!!">
            <a:extLst>
              <a:ext uri="{FF2B5EF4-FFF2-40B4-BE49-F238E27FC236}">
                <a16:creationId xmlns:a16="http://schemas.microsoft.com/office/drawing/2014/main" id="{57809F54-992B-FBE6-633E-AE6F843D2D5A}"/>
              </a:ext>
            </a:extLst>
          </p:cNvPr>
          <p:cNvSpPr/>
          <p:nvPr/>
        </p:nvSpPr>
        <p:spPr>
          <a:xfrm>
            <a:off x="238683" y="6211243"/>
            <a:ext cx="1861104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!!MainTextRemoverW1!!">
            <a:extLst>
              <a:ext uri="{FF2B5EF4-FFF2-40B4-BE49-F238E27FC236}">
                <a16:creationId xmlns:a16="http://schemas.microsoft.com/office/drawing/2014/main" id="{48EAA426-1A74-E777-7E03-540FA716218B}"/>
              </a:ext>
            </a:extLst>
          </p:cNvPr>
          <p:cNvSpPr/>
          <p:nvPr/>
        </p:nvSpPr>
        <p:spPr>
          <a:xfrm>
            <a:off x="2420701" y="1528580"/>
            <a:ext cx="9996850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!!TitleTextRemoverW1!!">
            <a:extLst>
              <a:ext uri="{FF2B5EF4-FFF2-40B4-BE49-F238E27FC236}">
                <a16:creationId xmlns:a16="http://schemas.microsoft.com/office/drawing/2014/main" id="{1F6F921F-7DCD-A8D9-C164-424189D43FA7}"/>
              </a:ext>
            </a:extLst>
          </p:cNvPr>
          <p:cNvSpPr/>
          <p:nvPr/>
        </p:nvSpPr>
        <p:spPr>
          <a:xfrm>
            <a:off x="2420702" y="91666"/>
            <a:ext cx="999685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871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B42C4-C33F-1F82-F533-A06AEAC2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Perm2026!!">
            <a:extLst>
              <a:ext uri="{FF2B5EF4-FFF2-40B4-BE49-F238E27FC236}">
                <a16:creationId xmlns:a16="http://schemas.microsoft.com/office/drawing/2014/main" id="{B0A436D4-B6D8-4479-0A6B-374BDB3D0D18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8" name="!!MainTextFiller1!!">
            <a:extLst>
              <a:ext uri="{FF2B5EF4-FFF2-40B4-BE49-F238E27FC236}">
                <a16:creationId xmlns:a16="http://schemas.microsoft.com/office/drawing/2014/main" id="{E93037CD-9EAB-7CAB-D489-FD74802586DC}"/>
              </a:ext>
            </a:extLst>
          </p:cNvPr>
          <p:cNvSpPr txBox="1"/>
          <p:nvPr/>
        </p:nvSpPr>
        <p:spPr>
          <a:xfrm>
            <a:off x="2781587" y="4006758"/>
            <a:ext cx="407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TTTTTTTTTTTTTTTTTTTTTTTTTTTTTTTTTTTTTTTTTTTTTTTTTTTTTTTTTTTTTTTTTTTTTTTTTTTTTTTTTTTTTTTTTT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6" name="!!UnderMainText!!">
            <a:extLst>
              <a:ext uri="{FF2B5EF4-FFF2-40B4-BE49-F238E27FC236}">
                <a16:creationId xmlns:a16="http://schemas.microsoft.com/office/drawing/2014/main" id="{8D47696B-397E-BF0F-EED6-59C868599750}"/>
              </a:ext>
            </a:extLst>
          </p:cNvPr>
          <p:cNvSpPr txBox="1"/>
          <p:nvPr/>
        </p:nvSpPr>
        <p:spPr>
          <a:xfrm>
            <a:off x="2828689" y="1465686"/>
            <a:ext cx="40710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8" name="!!MainText!!">
            <a:extLst>
              <a:ext uri="{FF2B5EF4-FFF2-40B4-BE49-F238E27FC236}">
                <a16:creationId xmlns:a16="http://schemas.microsoft.com/office/drawing/2014/main" id="{A0AEE71E-1ACE-8591-DE72-3DB25F6A7478}"/>
              </a:ext>
            </a:extLst>
          </p:cNvPr>
          <p:cNvSpPr txBox="1"/>
          <p:nvPr/>
        </p:nvSpPr>
        <p:spPr>
          <a:xfrm>
            <a:off x="2828689" y="1817937"/>
            <a:ext cx="36920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Создание ИС Автовокзала, удобной для пользователей и сотрудников</a:t>
            </a:r>
          </a:p>
        </p:txBody>
      </p:sp>
      <p:sp>
        <p:nvSpPr>
          <p:cNvPr id="6" name="!!UnderTitle!!">
            <a:extLst>
              <a:ext uri="{FF2B5EF4-FFF2-40B4-BE49-F238E27FC236}">
                <a16:creationId xmlns:a16="http://schemas.microsoft.com/office/drawing/2014/main" id="{3A7EE7E4-5288-FFD3-4D47-2B500C872A4C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!!Title!!">
            <a:extLst>
              <a:ext uri="{FF2B5EF4-FFF2-40B4-BE49-F238E27FC236}">
                <a16:creationId xmlns:a16="http://schemas.microsoft.com/office/drawing/2014/main" id="{85BACCC5-4907-8271-8802-88F4E9FF585E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solidFill>
                  <a:prstClr val="white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Цель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5" name="!!MainTextHighligther!!">
            <a:extLst>
              <a:ext uri="{FF2B5EF4-FFF2-40B4-BE49-F238E27FC236}">
                <a16:creationId xmlns:a16="http://schemas.microsoft.com/office/drawing/2014/main" id="{549DDE7E-5EFC-6B66-B551-6975335ABB83}"/>
              </a:ext>
            </a:extLst>
          </p:cNvPr>
          <p:cNvSpPr/>
          <p:nvPr/>
        </p:nvSpPr>
        <p:spPr>
          <a:xfrm>
            <a:off x="2423159" y="1528580"/>
            <a:ext cx="310897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!!TitleHighlighter!!">
            <a:extLst>
              <a:ext uri="{FF2B5EF4-FFF2-40B4-BE49-F238E27FC236}">
                <a16:creationId xmlns:a16="http://schemas.microsoft.com/office/drawing/2014/main" id="{45612BD9-5865-D10B-86D6-277D9DA3B81E}"/>
              </a:ext>
            </a:extLst>
          </p:cNvPr>
          <p:cNvSpPr/>
          <p:nvPr/>
        </p:nvSpPr>
        <p:spPr>
          <a:xfrm>
            <a:off x="2423160" y="91666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Shape2!!">
            <a:extLst>
              <a:ext uri="{FF2B5EF4-FFF2-40B4-BE49-F238E27FC236}">
                <a16:creationId xmlns:a16="http://schemas.microsoft.com/office/drawing/2014/main" id="{C3F4D0DB-3F5B-A865-BCA4-F84157C5D3FA}"/>
              </a:ext>
            </a:extLst>
          </p:cNvPr>
          <p:cNvSpPr/>
          <p:nvPr/>
        </p:nvSpPr>
        <p:spPr>
          <a:xfrm>
            <a:off x="241699" y="4369267"/>
            <a:ext cx="1855154" cy="1831062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!!ShapeRemoverW2!!">
            <a:extLst>
              <a:ext uri="{FF2B5EF4-FFF2-40B4-BE49-F238E27FC236}">
                <a16:creationId xmlns:a16="http://schemas.microsoft.com/office/drawing/2014/main" id="{110CC5ED-597F-9A49-7EDC-196C92AE5BB5}"/>
              </a:ext>
            </a:extLst>
          </p:cNvPr>
          <p:cNvSpPr/>
          <p:nvPr/>
        </p:nvSpPr>
        <p:spPr>
          <a:xfrm>
            <a:off x="241699" y="4356089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RemoverB2!!">
            <a:extLst>
              <a:ext uri="{FF2B5EF4-FFF2-40B4-BE49-F238E27FC236}">
                <a16:creationId xmlns:a16="http://schemas.microsoft.com/office/drawing/2014/main" id="{C7C12040-0577-47F8-5B7A-0B2AA6A54BCD}"/>
              </a:ext>
            </a:extLst>
          </p:cNvPr>
          <p:cNvSpPr/>
          <p:nvPr/>
        </p:nvSpPr>
        <p:spPr>
          <a:xfrm>
            <a:off x="241699" y="2501911"/>
            <a:ext cx="1861104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!!Shape1!!">
            <a:extLst>
              <a:ext uri="{FF2B5EF4-FFF2-40B4-BE49-F238E27FC236}">
                <a16:creationId xmlns:a16="http://schemas.microsoft.com/office/drawing/2014/main" id="{98D09FE4-CAFC-1840-413F-2C017A46DACE}"/>
              </a:ext>
            </a:extLst>
          </p:cNvPr>
          <p:cNvSpPr/>
          <p:nvPr/>
        </p:nvSpPr>
        <p:spPr>
          <a:xfrm>
            <a:off x="241699" y="1859856"/>
            <a:ext cx="1855154" cy="1855154"/>
          </a:xfrm>
          <a:custGeom>
            <a:avLst/>
            <a:gdLst>
              <a:gd name="csX0" fmla="*/ 1855154 w 1855154"/>
              <a:gd name="csY0" fmla="*/ 927577 h 1855154"/>
              <a:gd name="csX1" fmla="*/ 1855154 w 1855154"/>
              <a:gd name="csY1" fmla="*/ 1855154 h 1855154"/>
              <a:gd name="csX2" fmla="*/ 927577 w 1855154"/>
              <a:gd name="csY2" fmla="*/ 1855154 h 1855154"/>
              <a:gd name="csX3" fmla="*/ 0 w 1855154"/>
              <a:gd name="csY3" fmla="*/ 927577 h 1855154"/>
              <a:gd name="csX4" fmla="*/ 927577 w 1855154"/>
              <a:gd name="csY4" fmla="*/ 1855154 h 1855154"/>
              <a:gd name="csX5" fmla="*/ 0 w 1855154"/>
              <a:gd name="csY5" fmla="*/ 1855154 h 1855154"/>
              <a:gd name="csX6" fmla="*/ 927577 w 1855154"/>
              <a:gd name="csY6" fmla="*/ 0 h 1855154"/>
              <a:gd name="csX7" fmla="*/ 1855154 w 1855154"/>
              <a:gd name="csY7" fmla="*/ 0 h 1855154"/>
              <a:gd name="csX8" fmla="*/ 1855154 w 1855154"/>
              <a:gd name="csY8" fmla="*/ 927577 h 1855154"/>
              <a:gd name="csX9" fmla="*/ 0 w 1855154"/>
              <a:gd name="csY9" fmla="*/ 0 h 1855154"/>
              <a:gd name="csX10" fmla="*/ 927577 w 1855154"/>
              <a:gd name="csY10" fmla="*/ 0 h 1855154"/>
              <a:gd name="csX11" fmla="*/ 0 w 1855154"/>
              <a:gd name="csY11" fmla="*/ 927577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855154" h="1855154">
                <a:moveTo>
                  <a:pt x="1855154" y="927577"/>
                </a:moveTo>
                <a:lnTo>
                  <a:pt x="1855154" y="1855154"/>
                </a:lnTo>
                <a:lnTo>
                  <a:pt x="927577" y="1855154"/>
                </a:lnTo>
                <a:close/>
                <a:moveTo>
                  <a:pt x="0" y="927577"/>
                </a:moveTo>
                <a:lnTo>
                  <a:pt x="927577" y="1855154"/>
                </a:lnTo>
                <a:lnTo>
                  <a:pt x="0" y="1855154"/>
                </a:lnTo>
                <a:close/>
                <a:moveTo>
                  <a:pt x="927577" y="0"/>
                </a:moveTo>
                <a:lnTo>
                  <a:pt x="1855154" y="0"/>
                </a:lnTo>
                <a:lnTo>
                  <a:pt x="1855154" y="927577"/>
                </a:lnTo>
                <a:close/>
                <a:moveTo>
                  <a:pt x="0" y="0"/>
                </a:moveTo>
                <a:lnTo>
                  <a:pt x="927577" y="0"/>
                </a:lnTo>
                <a:lnTo>
                  <a:pt x="0" y="9275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7" name="!!ShapeRemoverW1!!">
            <a:extLst>
              <a:ext uri="{FF2B5EF4-FFF2-40B4-BE49-F238E27FC236}">
                <a16:creationId xmlns:a16="http://schemas.microsoft.com/office/drawing/2014/main" id="{4D633551-8F14-C944-80BB-648D67F00BB7}"/>
              </a:ext>
            </a:extLst>
          </p:cNvPr>
          <p:cNvSpPr/>
          <p:nvPr/>
        </p:nvSpPr>
        <p:spPr>
          <a:xfrm>
            <a:off x="241699" y="1846678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!!ShapeRemoverB1!!">
            <a:extLst>
              <a:ext uri="{FF2B5EF4-FFF2-40B4-BE49-F238E27FC236}">
                <a16:creationId xmlns:a16="http://schemas.microsoft.com/office/drawing/2014/main" id="{0D46AE1E-AF09-0677-7F94-5A85402D352C}"/>
              </a:ext>
            </a:extLst>
          </p:cNvPr>
          <p:cNvSpPr/>
          <p:nvPr/>
        </p:nvSpPr>
        <p:spPr>
          <a:xfrm>
            <a:off x="241699" y="-1887"/>
            <a:ext cx="1861104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!!ImageTextShador1!!">
            <a:extLst>
              <a:ext uri="{FF2B5EF4-FFF2-40B4-BE49-F238E27FC236}">
                <a16:creationId xmlns:a16="http://schemas.microsoft.com/office/drawing/2014/main" id="{FC3BCD90-92EE-B6E6-5B3A-583BEA9D1429}"/>
              </a:ext>
            </a:extLst>
          </p:cNvPr>
          <p:cNvSpPr txBox="1"/>
          <p:nvPr/>
        </p:nvSpPr>
        <p:spPr>
          <a:xfrm>
            <a:off x="7371773" y="867437"/>
            <a:ext cx="223630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400" dirty="0">
                <a:solidFill>
                  <a:schemeClr val="bg2">
                    <a:lumMod val="10000"/>
                  </a:schemeClr>
                </a:solidFill>
                <a:latin typeface="Webdings" panose="05030102010509060703" pitchFamily="18" charset="2"/>
              </a:rPr>
              <a:t>v</a:t>
            </a:r>
            <a:endParaRPr lang="ru-RU" sz="34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0" name="!!ImageText1!!">
            <a:extLst>
              <a:ext uri="{FF2B5EF4-FFF2-40B4-BE49-F238E27FC236}">
                <a16:creationId xmlns:a16="http://schemas.microsoft.com/office/drawing/2014/main" id="{933351C2-D498-C0E9-E4ED-9D9B067498B9}"/>
              </a:ext>
            </a:extLst>
          </p:cNvPr>
          <p:cNvSpPr txBox="1"/>
          <p:nvPr/>
        </p:nvSpPr>
        <p:spPr>
          <a:xfrm>
            <a:off x="7248241" y="2061955"/>
            <a:ext cx="223630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dirty="0">
                <a:solidFill>
                  <a:schemeClr val="bg1"/>
                </a:solidFill>
                <a:latin typeface="Webdings" panose="05030102010509060703" pitchFamily="18" charset="2"/>
              </a:rPr>
              <a:t>v</a:t>
            </a:r>
            <a:endParaRPr lang="ru-RU" sz="28700" dirty="0">
              <a:solidFill>
                <a:schemeClr val="bg1"/>
              </a:solidFill>
            </a:endParaRPr>
          </a:p>
        </p:txBody>
      </p:sp>
      <p:sp>
        <p:nvSpPr>
          <p:cNvPr id="52" name="!!ImageBorderLeft1!!">
            <a:extLst>
              <a:ext uri="{FF2B5EF4-FFF2-40B4-BE49-F238E27FC236}">
                <a16:creationId xmlns:a16="http://schemas.microsoft.com/office/drawing/2014/main" id="{0BA9EC4B-795D-3B8C-9FBB-0D3115CC94BF}"/>
              </a:ext>
            </a:extLst>
          </p:cNvPr>
          <p:cNvSpPr txBox="1"/>
          <p:nvPr/>
        </p:nvSpPr>
        <p:spPr>
          <a:xfrm>
            <a:off x="7208813" y="1747402"/>
            <a:ext cx="323881" cy="45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SSSSSSSSSSSSSSSS</a:t>
            </a:r>
            <a:endParaRPr lang="ru-RU" sz="24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3" name="!!ImageBorderRight1!!">
            <a:extLst>
              <a:ext uri="{FF2B5EF4-FFF2-40B4-BE49-F238E27FC236}">
                <a16:creationId xmlns:a16="http://schemas.microsoft.com/office/drawing/2014/main" id="{75D10588-5185-1A1C-2D57-A76C388AC74E}"/>
              </a:ext>
            </a:extLst>
          </p:cNvPr>
          <p:cNvSpPr txBox="1"/>
          <p:nvPr/>
        </p:nvSpPr>
        <p:spPr>
          <a:xfrm>
            <a:off x="11413964" y="1747402"/>
            <a:ext cx="323881" cy="45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SSSSSSSSSSSSSSSS</a:t>
            </a:r>
            <a:endParaRPr lang="ru-RU" sz="24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4" name="!!ImageBorderTop1!!">
            <a:extLst>
              <a:ext uri="{FF2B5EF4-FFF2-40B4-BE49-F238E27FC236}">
                <a16:creationId xmlns:a16="http://schemas.microsoft.com/office/drawing/2014/main" id="{C408FEE6-9319-9371-65F6-93C2CCA5FA82}"/>
              </a:ext>
            </a:extLst>
          </p:cNvPr>
          <p:cNvSpPr txBox="1"/>
          <p:nvPr/>
        </p:nvSpPr>
        <p:spPr>
          <a:xfrm rot="5400000">
            <a:off x="9264557" y="-446850"/>
            <a:ext cx="323881" cy="45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SSSSSSSSSSSSSSSS</a:t>
            </a:r>
            <a:endParaRPr lang="ru-RU" sz="24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5" name="!!ImageBorderBottom1!!">
            <a:extLst>
              <a:ext uri="{FF2B5EF4-FFF2-40B4-BE49-F238E27FC236}">
                <a16:creationId xmlns:a16="http://schemas.microsoft.com/office/drawing/2014/main" id="{ED10D7E7-73F3-6E68-A0D2-623F050B77B0}"/>
              </a:ext>
            </a:extLst>
          </p:cNvPr>
          <p:cNvSpPr txBox="1"/>
          <p:nvPr/>
        </p:nvSpPr>
        <p:spPr>
          <a:xfrm rot="5400000">
            <a:off x="9264557" y="3762484"/>
            <a:ext cx="323881" cy="45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SSSSSSSSSSSSSSSS</a:t>
            </a:r>
            <a:endParaRPr lang="ru-RU" sz="24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35" name="!!MainTextRemoverW1!!">
            <a:extLst>
              <a:ext uri="{FF2B5EF4-FFF2-40B4-BE49-F238E27FC236}">
                <a16:creationId xmlns:a16="http://schemas.microsoft.com/office/drawing/2014/main" id="{B6F8D5F0-519B-D788-AD5B-C008C1D6EC35}"/>
              </a:ext>
            </a:extLst>
          </p:cNvPr>
          <p:cNvSpPr/>
          <p:nvPr/>
        </p:nvSpPr>
        <p:spPr>
          <a:xfrm>
            <a:off x="2420701" y="1528580"/>
            <a:ext cx="9996850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!!TitleTextRemoverW1!!">
            <a:extLst>
              <a:ext uri="{FF2B5EF4-FFF2-40B4-BE49-F238E27FC236}">
                <a16:creationId xmlns:a16="http://schemas.microsoft.com/office/drawing/2014/main" id="{760738B7-BB12-15C0-4A4C-90A5BDC18865}"/>
              </a:ext>
            </a:extLst>
          </p:cNvPr>
          <p:cNvSpPr/>
          <p:nvPr/>
        </p:nvSpPr>
        <p:spPr>
          <a:xfrm>
            <a:off x="2420702" y="91666"/>
            <a:ext cx="999685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!!PtpitLogo2!!">
            <a:extLst>
              <a:ext uri="{FF2B5EF4-FFF2-40B4-BE49-F238E27FC236}">
                <a16:creationId xmlns:a16="http://schemas.microsoft.com/office/drawing/2014/main" id="{BFDF304E-8F35-6EE4-3A9D-71B4681AF0E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!!PtpitLogo1!!">
            <a:extLst>
              <a:ext uri="{FF2B5EF4-FFF2-40B4-BE49-F238E27FC236}">
                <a16:creationId xmlns:a16="http://schemas.microsoft.com/office/drawing/2014/main" id="{608EB138-6133-2C0F-F7E7-E0831F2F700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9396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FD7AC-4F0C-A677-6316-831FEDB9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Perm2026!!">
            <a:extLst>
              <a:ext uri="{FF2B5EF4-FFF2-40B4-BE49-F238E27FC236}">
                <a16:creationId xmlns:a16="http://schemas.microsoft.com/office/drawing/2014/main" id="{564BF257-8039-1C42-EBEC-94F7525AF744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8" name="!!MainTextFiller1!!">
            <a:extLst>
              <a:ext uri="{FF2B5EF4-FFF2-40B4-BE49-F238E27FC236}">
                <a16:creationId xmlns:a16="http://schemas.microsoft.com/office/drawing/2014/main" id="{E2A17BB2-8DDD-EABB-1A68-585A5737720E}"/>
              </a:ext>
            </a:extLst>
          </p:cNvPr>
          <p:cNvSpPr txBox="1"/>
          <p:nvPr/>
        </p:nvSpPr>
        <p:spPr>
          <a:xfrm>
            <a:off x="2781587" y="4006758"/>
            <a:ext cx="407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TTTTTTTTTTTTTTTTTTTTTTTTTTTTTTTTTTTTTTTTTTTTTTTTTTTTTTTTTTTTTTTTTTTTTTTTTTTTTTTTTTTTTTTTTT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6" name="!!UnderMainText!!">
            <a:extLst>
              <a:ext uri="{FF2B5EF4-FFF2-40B4-BE49-F238E27FC236}">
                <a16:creationId xmlns:a16="http://schemas.microsoft.com/office/drawing/2014/main" id="{5C3C983D-6AA0-C637-0DDA-93CAAD9F3126}"/>
              </a:ext>
            </a:extLst>
          </p:cNvPr>
          <p:cNvSpPr txBox="1"/>
          <p:nvPr/>
        </p:nvSpPr>
        <p:spPr>
          <a:xfrm>
            <a:off x="2828689" y="1465686"/>
            <a:ext cx="40710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18" name="!!MainText!!">
            <a:extLst>
              <a:ext uri="{FF2B5EF4-FFF2-40B4-BE49-F238E27FC236}">
                <a16:creationId xmlns:a16="http://schemas.microsoft.com/office/drawing/2014/main" id="{B3CC10FB-154E-7F76-59B3-57C43DBBF70D}"/>
              </a:ext>
            </a:extLst>
          </p:cNvPr>
          <p:cNvSpPr txBox="1"/>
          <p:nvPr/>
        </p:nvSpPr>
        <p:spPr>
          <a:xfrm>
            <a:off x="2828689" y="1817937"/>
            <a:ext cx="36920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Создание ИС Автовокзала, удобной для пользователей и сотрудников</a:t>
            </a:r>
          </a:p>
        </p:txBody>
      </p:sp>
      <p:sp>
        <p:nvSpPr>
          <p:cNvPr id="6" name="!!UnderTitle!!">
            <a:extLst>
              <a:ext uri="{FF2B5EF4-FFF2-40B4-BE49-F238E27FC236}">
                <a16:creationId xmlns:a16="http://schemas.microsoft.com/office/drawing/2014/main" id="{42B83F77-C7C1-FD56-5844-04E0D52E8C31}"/>
              </a:ext>
            </a:extLst>
          </p:cNvPr>
          <p:cNvSpPr txBox="1"/>
          <p:nvPr/>
        </p:nvSpPr>
        <p:spPr>
          <a:xfrm>
            <a:off x="2828689" y="0"/>
            <a:ext cx="16758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////////////////////</a:t>
            </a:r>
            <a:endParaRPr kumimoji="0" lang="ru-RU" sz="80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" name="!!Title!!">
            <a:extLst>
              <a:ext uri="{FF2B5EF4-FFF2-40B4-BE49-F238E27FC236}">
                <a16:creationId xmlns:a16="http://schemas.microsoft.com/office/drawing/2014/main" id="{674B517E-AA49-2108-3D69-863D882D49F6}"/>
              </a:ext>
            </a:extLst>
          </p:cNvPr>
          <p:cNvSpPr txBox="1"/>
          <p:nvPr/>
        </p:nvSpPr>
        <p:spPr>
          <a:xfrm>
            <a:off x="2828689" y="284528"/>
            <a:ext cx="67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Цель</a:t>
            </a:r>
          </a:p>
        </p:txBody>
      </p:sp>
      <p:sp>
        <p:nvSpPr>
          <p:cNvPr id="5" name="!!MainTextHighligther!!">
            <a:extLst>
              <a:ext uri="{FF2B5EF4-FFF2-40B4-BE49-F238E27FC236}">
                <a16:creationId xmlns:a16="http://schemas.microsoft.com/office/drawing/2014/main" id="{DC3B8777-A460-FE85-8317-1E4C2ACB2EDD}"/>
              </a:ext>
            </a:extLst>
          </p:cNvPr>
          <p:cNvSpPr/>
          <p:nvPr/>
        </p:nvSpPr>
        <p:spPr>
          <a:xfrm>
            <a:off x="2423159" y="1528580"/>
            <a:ext cx="310897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!!TitleHighlighter!!">
            <a:extLst>
              <a:ext uri="{FF2B5EF4-FFF2-40B4-BE49-F238E27FC236}">
                <a16:creationId xmlns:a16="http://schemas.microsoft.com/office/drawing/2014/main" id="{0D6004B6-BB46-E694-93AE-8FD6DDF5BF3C}"/>
              </a:ext>
            </a:extLst>
          </p:cNvPr>
          <p:cNvSpPr/>
          <p:nvPr/>
        </p:nvSpPr>
        <p:spPr>
          <a:xfrm>
            <a:off x="2423160" y="91666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Shape2!!">
            <a:extLst>
              <a:ext uri="{FF2B5EF4-FFF2-40B4-BE49-F238E27FC236}">
                <a16:creationId xmlns:a16="http://schemas.microsoft.com/office/drawing/2014/main" id="{9863A9A1-7AA7-2905-016E-4F82D1FD7A29}"/>
              </a:ext>
            </a:extLst>
          </p:cNvPr>
          <p:cNvSpPr/>
          <p:nvPr/>
        </p:nvSpPr>
        <p:spPr>
          <a:xfrm>
            <a:off x="241699" y="4369267"/>
            <a:ext cx="1855154" cy="1831062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!!ShapeRemoverW2!!">
            <a:extLst>
              <a:ext uri="{FF2B5EF4-FFF2-40B4-BE49-F238E27FC236}">
                <a16:creationId xmlns:a16="http://schemas.microsoft.com/office/drawing/2014/main" id="{E23CD422-414A-EEEF-6927-B8D42592EF34}"/>
              </a:ext>
            </a:extLst>
          </p:cNvPr>
          <p:cNvSpPr/>
          <p:nvPr/>
        </p:nvSpPr>
        <p:spPr>
          <a:xfrm>
            <a:off x="241699" y="2488733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RemoverB2!!">
            <a:extLst>
              <a:ext uri="{FF2B5EF4-FFF2-40B4-BE49-F238E27FC236}">
                <a16:creationId xmlns:a16="http://schemas.microsoft.com/office/drawing/2014/main" id="{EFA535D2-A7A1-A743-E65A-A62945D52342}"/>
              </a:ext>
            </a:extLst>
          </p:cNvPr>
          <p:cNvSpPr/>
          <p:nvPr/>
        </p:nvSpPr>
        <p:spPr>
          <a:xfrm>
            <a:off x="241699" y="2371725"/>
            <a:ext cx="1861104" cy="19853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!!Shape1!!">
            <a:extLst>
              <a:ext uri="{FF2B5EF4-FFF2-40B4-BE49-F238E27FC236}">
                <a16:creationId xmlns:a16="http://schemas.microsoft.com/office/drawing/2014/main" id="{CB26A0E7-1D0E-0951-C801-6000B0A47C0A}"/>
              </a:ext>
            </a:extLst>
          </p:cNvPr>
          <p:cNvSpPr/>
          <p:nvPr/>
        </p:nvSpPr>
        <p:spPr>
          <a:xfrm>
            <a:off x="241699" y="1859856"/>
            <a:ext cx="1855154" cy="1855154"/>
          </a:xfrm>
          <a:custGeom>
            <a:avLst/>
            <a:gdLst>
              <a:gd name="csX0" fmla="*/ 1855154 w 1855154"/>
              <a:gd name="csY0" fmla="*/ 927577 h 1855154"/>
              <a:gd name="csX1" fmla="*/ 1855154 w 1855154"/>
              <a:gd name="csY1" fmla="*/ 1855154 h 1855154"/>
              <a:gd name="csX2" fmla="*/ 927577 w 1855154"/>
              <a:gd name="csY2" fmla="*/ 1855154 h 1855154"/>
              <a:gd name="csX3" fmla="*/ 0 w 1855154"/>
              <a:gd name="csY3" fmla="*/ 927577 h 1855154"/>
              <a:gd name="csX4" fmla="*/ 927577 w 1855154"/>
              <a:gd name="csY4" fmla="*/ 1855154 h 1855154"/>
              <a:gd name="csX5" fmla="*/ 0 w 1855154"/>
              <a:gd name="csY5" fmla="*/ 1855154 h 1855154"/>
              <a:gd name="csX6" fmla="*/ 927577 w 1855154"/>
              <a:gd name="csY6" fmla="*/ 0 h 1855154"/>
              <a:gd name="csX7" fmla="*/ 1855154 w 1855154"/>
              <a:gd name="csY7" fmla="*/ 0 h 1855154"/>
              <a:gd name="csX8" fmla="*/ 1855154 w 1855154"/>
              <a:gd name="csY8" fmla="*/ 927577 h 1855154"/>
              <a:gd name="csX9" fmla="*/ 0 w 1855154"/>
              <a:gd name="csY9" fmla="*/ 0 h 1855154"/>
              <a:gd name="csX10" fmla="*/ 927577 w 1855154"/>
              <a:gd name="csY10" fmla="*/ 0 h 1855154"/>
              <a:gd name="csX11" fmla="*/ 0 w 1855154"/>
              <a:gd name="csY11" fmla="*/ 927577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855154" h="1855154">
                <a:moveTo>
                  <a:pt x="1855154" y="927577"/>
                </a:moveTo>
                <a:lnTo>
                  <a:pt x="1855154" y="1855154"/>
                </a:lnTo>
                <a:lnTo>
                  <a:pt x="927577" y="1855154"/>
                </a:lnTo>
                <a:close/>
                <a:moveTo>
                  <a:pt x="0" y="927577"/>
                </a:moveTo>
                <a:lnTo>
                  <a:pt x="927577" y="1855154"/>
                </a:lnTo>
                <a:lnTo>
                  <a:pt x="0" y="1855154"/>
                </a:lnTo>
                <a:close/>
                <a:moveTo>
                  <a:pt x="927577" y="0"/>
                </a:moveTo>
                <a:lnTo>
                  <a:pt x="1855154" y="0"/>
                </a:lnTo>
                <a:lnTo>
                  <a:pt x="1855154" y="927577"/>
                </a:lnTo>
                <a:close/>
                <a:moveTo>
                  <a:pt x="0" y="0"/>
                </a:moveTo>
                <a:lnTo>
                  <a:pt x="927577" y="0"/>
                </a:lnTo>
                <a:lnTo>
                  <a:pt x="0" y="9275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!!ShapeRemoverW1!!">
            <a:extLst>
              <a:ext uri="{FF2B5EF4-FFF2-40B4-BE49-F238E27FC236}">
                <a16:creationId xmlns:a16="http://schemas.microsoft.com/office/drawing/2014/main" id="{D39BDC6F-71F9-AF26-D0BF-A27C41AC13F4}"/>
              </a:ext>
            </a:extLst>
          </p:cNvPr>
          <p:cNvSpPr/>
          <p:nvPr/>
        </p:nvSpPr>
        <p:spPr>
          <a:xfrm>
            <a:off x="241699" y="5190"/>
            <a:ext cx="1861104" cy="185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!!ShapeRemoverB1!!">
            <a:extLst>
              <a:ext uri="{FF2B5EF4-FFF2-40B4-BE49-F238E27FC236}">
                <a16:creationId xmlns:a16="http://schemas.microsoft.com/office/drawing/2014/main" id="{E969D6A4-CDCF-FE0A-8B3B-490166769FC3}"/>
              </a:ext>
            </a:extLst>
          </p:cNvPr>
          <p:cNvSpPr/>
          <p:nvPr/>
        </p:nvSpPr>
        <p:spPr>
          <a:xfrm>
            <a:off x="241699" y="-1887"/>
            <a:ext cx="1861104" cy="185515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!!ImageTextShador1!!">
            <a:extLst>
              <a:ext uri="{FF2B5EF4-FFF2-40B4-BE49-F238E27FC236}">
                <a16:creationId xmlns:a16="http://schemas.microsoft.com/office/drawing/2014/main" id="{54AAE36A-910C-4066-A7A8-C4543DCAB9E3}"/>
              </a:ext>
            </a:extLst>
          </p:cNvPr>
          <p:cNvSpPr txBox="1"/>
          <p:nvPr/>
        </p:nvSpPr>
        <p:spPr>
          <a:xfrm>
            <a:off x="7371773" y="867437"/>
            <a:ext cx="223630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Webdings" panose="05030102010509060703" pitchFamily="18" charset="2"/>
                <a:ea typeface="+mn-ea"/>
                <a:cs typeface="+mn-cs"/>
              </a:rPr>
              <a:t>v</a:t>
            </a:r>
            <a:endParaRPr kumimoji="0" lang="ru-RU" sz="34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!!ImageText1!!">
            <a:extLst>
              <a:ext uri="{FF2B5EF4-FFF2-40B4-BE49-F238E27FC236}">
                <a16:creationId xmlns:a16="http://schemas.microsoft.com/office/drawing/2014/main" id="{3B610FE4-A2FC-69FA-C33E-55D02C0135FD}"/>
              </a:ext>
            </a:extLst>
          </p:cNvPr>
          <p:cNvSpPr txBox="1"/>
          <p:nvPr/>
        </p:nvSpPr>
        <p:spPr>
          <a:xfrm>
            <a:off x="7248241" y="2061955"/>
            <a:ext cx="223630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ebdings" panose="05030102010509060703" pitchFamily="18" charset="2"/>
                <a:ea typeface="+mn-ea"/>
                <a:cs typeface="+mn-cs"/>
              </a:rPr>
              <a:t>v</a:t>
            </a:r>
            <a:endParaRPr kumimoji="0" lang="ru-RU" sz="28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!!ImageBorderLeft1!!">
            <a:extLst>
              <a:ext uri="{FF2B5EF4-FFF2-40B4-BE49-F238E27FC236}">
                <a16:creationId xmlns:a16="http://schemas.microsoft.com/office/drawing/2014/main" id="{8AEEDCA8-1426-0C19-C509-E9CBF649ADC7}"/>
              </a:ext>
            </a:extLst>
          </p:cNvPr>
          <p:cNvSpPr txBox="1"/>
          <p:nvPr/>
        </p:nvSpPr>
        <p:spPr>
          <a:xfrm>
            <a:off x="7208813" y="1747402"/>
            <a:ext cx="323881" cy="45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SSSSSSSSSSSSSSSS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53" name="!!ImageBorderRight1!!">
            <a:extLst>
              <a:ext uri="{FF2B5EF4-FFF2-40B4-BE49-F238E27FC236}">
                <a16:creationId xmlns:a16="http://schemas.microsoft.com/office/drawing/2014/main" id="{76B10006-F369-9716-0D1F-84F23031E716}"/>
              </a:ext>
            </a:extLst>
          </p:cNvPr>
          <p:cNvSpPr txBox="1"/>
          <p:nvPr/>
        </p:nvSpPr>
        <p:spPr>
          <a:xfrm>
            <a:off x="11413964" y="1747402"/>
            <a:ext cx="323881" cy="45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SSSSSSSSSSSSSSSS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54" name="!!ImageBorderTop1!!">
            <a:extLst>
              <a:ext uri="{FF2B5EF4-FFF2-40B4-BE49-F238E27FC236}">
                <a16:creationId xmlns:a16="http://schemas.microsoft.com/office/drawing/2014/main" id="{F4B94DCE-CBAD-1A65-A1F8-8013E7E412B0}"/>
              </a:ext>
            </a:extLst>
          </p:cNvPr>
          <p:cNvSpPr txBox="1"/>
          <p:nvPr/>
        </p:nvSpPr>
        <p:spPr>
          <a:xfrm rot="5400000">
            <a:off x="9264557" y="-446850"/>
            <a:ext cx="323881" cy="45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SSSSSSSSSSSSSSSS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55" name="!!ImageBorderBottom1!!">
            <a:extLst>
              <a:ext uri="{FF2B5EF4-FFF2-40B4-BE49-F238E27FC236}">
                <a16:creationId xmlns:a16="http://schemas.microsoft.com/office/drawing/2014/main" id="{FD67AF9A-4370-1DDC-32AF-0AB70C10822D}"/>
              </a:ext>
            </a:extLst>
          </p:cNvPr>
          <p:cNvSpPr txBox="1"/>
          <p:nvPr/>
        </p:nvSpPr>
        <p:spPr>
          <a:xfrm rot="5400000">
            <a:off x="9264557" y="3762484"/>
            <a:ext cx="323881" cy="45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SSSSSSSSSSSSSSSS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35" name="!!MainTextRemoverW1!!">
            <a:extLst>
              <a:ext uri="{FF2B5EF4-FFF2-40B4-BE49-F238E27FC236}">
                <a16:creationId xmlns:a16="http://schemas.microsoft.com/office/drawing/2014/main" id="{829CC465-B46B-925A-7ECB-2A316DF9440B}"/>
              </a:ext>
            </a:extLst>
          </p:cNvPr>
          <p:cNvSpPr/>
          <p:nvPr/>
        </p:nvSpPr>
        <p:spPr>
          <a:xfrm>
            <a:off x="12293599" y="1528580"/>
            <a:ext cx="123951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!!TitleTextRemoverW1!!">
            <a:extLst>
              <a:ext uri="{FF2B5EF4-FFF2-40B4-BE49-F238E27FC236}">
                <a16:creationId xmlns:a16="http://schemas.microsoft.com/office/drawing/2014/main" id="{33F013F0-7FC5-269D-B804-C2EE098EA569}"/>
              </a:ext>
            </a:extLst>
          </p:cNvPr>
          <p:cNvSpPr/>
          <p:nvPr/>
        </p:nvSpPr>
        <p:spPr>
          <a:xfrm>
            <a:off x="12293600" y="91666"/>
            <a:ext cx="123952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!!PtpitLogo2!!">
            <a:extLst>
              <a:ext uri="{FF2B5EF4-FFF2-40B4-BE49-F238E27FC236}">
                <a16:creationId xmlns:a16="http://schemas.microsoft.com/office/drawing/2014/main" id="{6266E797-F969-106D-6FEC-CE0A0674936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83" y="91666"/>
            <a:ext cx="1104045" cy="11007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!!PtpitLogo1!!">
            <a:extLst>
              <a:ext uri="{FF2B5EF4-FFF2-40B4-BE49-F238E27FC236}">
                <a16:creationId xmlns:a16="http://schemas.microsoft.com/office/drawing/2014/main" id="{5D489434-2C25-C91A-7B3A-4E689C8F60E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" y="91666"/>
            <a:ext cx="1104045" cy="11007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6687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2DD1B-84F8-3D67-57D9-E1B73EEB7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Perm2026!!">
            <a:extLst>
              <a:ext uri="{FF2B5EF4-FFF2-40B4-BE49-F238E27FC236}">
                <a16:creationId xmlns:a16="http://schemas.microsoft.com/office/drawing/2014/main" id="{B4C60FBB-74FA-383D-080A-818EA0AAFD71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12" name="!!Image!!">
            <a:extLst>
              <a:ext uri="{FF2B5EF4-FFF2-40B4-BE49-F238E27FC236}">
                <a16:creationId xmlns:a16="http://schemas.microsoft.com/office/drawing/2014/main" id="{FCF78E67-C1F2-680F-7AFC-64EDF248A1C4}"/>
              </a:ext>
            </a:extLst>
          </p:cNvPr>
          <p:cNvGrpSpPr/>
          <p:nvPr/>
        </p:nvGrpSpPr>
        <p:grpSpPr>
          <a:xfrm>
            <a:off x="7161711" y="867437"/>
            <a:ext cx="4576134" cy="5703445"/>
            <a:chOff x="7161711" y="867437"/>
            <a:chExt cx="4576134" cy="5703445"/>
          </a:xfrm>
        </p:grpSpPr>
        <p:grpSp>
          <p:nvGrpSpPr>
            <p:cNvPr id="9" name="!!ImageText!!">
              <a:extLst>
                <a:ext uri="{FF2B5EF4-FFF2-40B4-BE49-F238E27FC236}">
                  <a16:creationId xmlns:a16="http://schemas.microsoft.com/office/drawing/2014/main" id="{69B07068-5A0A-8517-A88E-B11D892FE79E}"/>
                </a:ext>
              </a:extLst>
            </p:cNvPr>
            <p:cNvGrpSpPr/>
            <p:nvPr/>
          </p:nvGrpSpPr>
          <p:grpSpPr>
            <a:xfrm>
              <a:off x="7248241" y="867437"/>
              <a:ext cx="2359837" cy="5703445"/>
              <a:chOff x="7248241" y="867437"/>
              <a:chExt cx="2359837" cy="5703445"/>
            </a:xfrm>
          </p:grpSpPr>
          <p:sp>
            <p:nvSpPr>
              <p:cNvPr id="51" name="!!ImageTextShador1!!">
                <a:extLst>
                  <a:ext uri="{FF2B5EF4-FFF2-40B4-BE49-F238E27FC236}">
                    <a16:creationId xmlns:a16="http://schemas.microsoft.com/office/drawing/2014/main" id="{0D04D1EA-D096-A4B9-FC85-6E5E7ECE72F5}"/>
                  </a:ext>
                </a:extLst>
              </p:cNvPr>
              <p:cNvSpPr txBox="1"/>
              <p:nvPr/>
            </p:nvSpPr>
            <p:spPr>
              <a:xfrm>
                <a:off x="7371773" y="867437"/>
                <a:ext cx="2236305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Webdings" panose="05030102010509060703" pitchFamily="18" charset="2"/>
                    <a:ea typeface="+mn-ea"/>
                    <a:cs typeface="+mn-cs"/>
                  </a:rPr>
                  <a:t>v</a:t>
                </a:r>
                <a:endParaRPr kumimoji="0" lang="ru-RU" sz="34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!!ImageText1!!">
                <a:extLst>
                  <a:ext uri="{FF2B5EF4-FFF2-40B4-BE49-F238E27FC236}">
                    <a16:creationId xmlns:a16="http://schemas.microsoft.com/office/drawing/2014/main" id="{BDFAB846-9499-F31F-0F81-200E77E76999}"/>
                  </a:ext>
                </a:extLst>
              </p:cNvPr>
              <p:cNvSpPr txBox="1"/>
              <p:nvPr/>
            </p:nvSpPr>
            <p:spPr>
              <a:xfrm>
                <a:off x="7248241" y="2061955"/>
                <a:ext cx="2236305" cy="4508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Webdings" panose="05030102010509060703" pitchFamily="18" charset="2"/>
                    <a:ea typeface="+mn-ea"/>
                    <a:cs typeface="+mn-cs"/>
                  </a:rPr>
                  <a:t>v</a:t>
                </a:r>
                <a:endParaRPr kumimoji="0" lang="ru-RU" sz="28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" name="!!ImageBorder!!">
              <a:extLst>
                <a:ext uri="{FF2B5EF4-FFF2-40B4-BE49-F238E27FC236}">
                  <a16:creationId xmlns:a16="http://schemas.microsoft.com/office/drawing/2014/main" id="{03BBC481-E320-FA2B-8525-5EB9E66B6C2B}"/>
                </a:ext>
              </a:extLst>
            </p:cNvPr>
            <p:cNvGrpSpPr/>
            <p:nvPr/>
          </p:nvGrpSpPr>
          <p:grpSpPr>
            <a:xfrm>
              <a:off x="7161711" y="1655996"/>
              <a:ext cx="4576134" cy="4620979"/>
              <a:chOff x="7161711" y="1655996"/>
              <a:chExt cx="4576134" cy="4620979"/>
            </a:xfrm>
          </p:grpSpPr>
          <p:sp>
            <p:nvSpPr>
              <p:cNvPr id="52" name="!!ImageBorderLeft1!!">
                <a:extLst>
                  <a:ext uri="{FF2B5EF4-FFF2-40B4-BE49-F238E27FC236}">
                    <a16:creationId xmlns:a16="http://schemas.microsoft.com/office/drawing/2014/main" id="{F196453C-00D0-B6DE-471D-8978655D64B0}"/>
                  </a:ext>
                </a:extLst>
              </p:cNvPr>
              <p:cNvSpPr txBox="1"/>
              <p:nvPr/>
            </p:nvSpPr>
            <p:spPr>
              <a:xfrm>
                <a:off x="7208813" y="1747402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  <p:sp>
            <p:nvSpPr>
              <p:cNvPr id="53" name="!!ImageBorderRight1!!">
                <a:extLst>
                  <a:ext uri="{FF2B5EF4-FFF2-40B4-BE49-F238E27FC236}">
                    <a16:creationId xmlns:a16="http://schemas.microsoft.com/office/drawing/2014/main" id="{D71E95C0-68EC-0B71-FB91-BCBDE681DE7A}"/>
                  </a:ext>
                </a:extLst>
              </p:cNvPr>
              <p:cNvSpPr txBox="1"/>
              <p:nvPr/>
            </p:nvSpPr>
            <p:spPr>
              <a:xfrm>
                <a:off x="11413964" y="1747402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  <p:sp>
            <p:nvSpPr>
              <p:cNvPr id="54" name="!!ImageBorderTop1!!">
                <a:extLst>
                  <a:ext uri="{FF2B5EF4-FFF2-40B4-BE49-F238E27FC236}">
                    <a16:creationId xmlns:a16="http://schemas.microsoft.com/office/drawing/2014/main" id="{896DF01D-2E3D-FE38-080F-99BC3AC9EB92}"/>
                  </a:ext>
                </a:extLst>
              </p:cNvPr>
              <p:cNvSpPr txBox="1"/>
              <p:nvPr/>
            </p:nvSpPr>
            <p:spPr>
              <a:xfrm rot="5400000">
                <a:off x="9264557" y="-446850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  <p:sp>
            <p:nvSpPr>
              <p:cNvPr id="55" name="!!ImageBorderBottom1!!">
                <a:extLst>
                  <a:ext uri="{FF2B5EF4-FFF2-40B4-BE49-F238E27FC236}">
                    <a16:creationId xmlns:a16="http://schemas.microsoft.com/office/drawing/2014/main" id="{B08DB2CC-3FEF-B37A-8510-FE86CDEFF86E}"/>
                  </a:ext>
                </a:extLst>
              </p:cNvPr>
              <p:cNvSpPr txBox="1"/>
              <p:nvPr/>
            </p:nvSpPr>
            <p:spPr>
              <a:xfrm rot="5400000">
                <a:off x="9264557" y="3762484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</p:grpSp>
      </p:grpSp>
      <p:grpSp>
        <p:nvGrpSpPr>
          <p:cNvPr id="17" name="!!MainSection!!">
            <a:extLst>
              <a:ext uri="{FF2B5EF4-FFF2-40B4-BE49-F238E27FC236}">
                <a16:creationId xmlns:a16="http://schemas.microsoft.com/office/drawing/2014/main" id="{D7C612FB-9125-474B-990C-EE998221F3E1}"/>
              </a:ext>
            </a:extLst>
          </p:cNvPr>
          <p:cNvGrpSpPr/>
          <p:nvPr/>
        </p:nvGrpSpPr>
        <p:grpSpPr>
          <a:xfrm>
            <a:off x="2423159" y="1465686"/>
            <a:ext cx="4476620" cy="4811289"/>
            <a:chOff x="2423159" y="1465686"/>
            <a:chExt cx="4476620" cy="4811289"/>
          </a:xfrm>
        </p:grpSpPr>
        <p:sp>
          <p:nvSpPr>
            <p:cNvPr id="8" name="!!MainTextFiller1!!">
              <a:extLst>
                <a:ext uri="{FF2B5EF4-FFF2-40B4-BE49-F238E27FC236}">
                  <a16:creationId xmlns:a16="http://schemas.microsoft.com/office/drawing/2014/main" id="{50EAC6C7-D31F-A124-2E86-A0E48D72A182}"/>
                </a:ext>
              </a:extLst>
            </p:cNvPr>
            <p:cNvSpPr txBox="1"/>
            <p:nvPr/>
          </p:nvSpPr>
          <p:spPr>
            <a:xfrm>
              <a:off x="2781587" y="4006758"/>
              <a:ext cx="4071090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TTTTTTTTTTTTTTTTTTTTTTTTTTTTTTTTTTTTTTTTTTTTTTTTTTTTTTTTTTTTTTTTTTTTTTTTTTTTTTTTTTTTTTTTTT</a:t>
              </a:r>
              <a:endPara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6" name="!!UnderMainText!!">
              <a:extLst>
                <a:ext uri="{FF2B5EF4-FFF2-40B4-BE49-F238E27FC236}">
                  <a16:creationId xmlns:a16="http://schemas.microsoft.com/office/drawing/2014/main" id="{69FF7E58-C0E7-77D0-E4B4-593FA4E7B01B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8" name="!!MainText!!">
              <a:extLst>
                <a:ext uri="{FF2B5EF4-FFF2-40B4-BE49-F238E27FC236}">
                  <a16:creationId xmlns:a16="http://schemas.microsoft.com/office/drawing/2014/main" id="{253376EE-0DCA-0FBC-FAB9-DFEC4FEF23B3}"/>
                </a:ext>
              </a:extLst>
            </p:cNvPr>
            <p:cNvSpPr txBox="1"/>
            <p:nvPr/>
          </p:nvSpPr>
          <p:spPr>
            <a:xfrm>
              <a:off x="2828689" y="1817937"/>
              <a:ext cx="369207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Создание ИС Автовокзала, удобной для пользователей и сотрудников</a:t>
              </a:r>
            </a:p>
          </p:txBody>
        </p:sp>
        <p:sp>
          <p:nvSpPr>
            <p:cNvPr id="5" name="!!MainTextHighligther!!">
              <a:extLst>
                <a:ext uri="{FF2B5EF4-FFF2-40B4-BE49-F238E27FC236}">
                  <a16:creationId xmlns:a16="http://schemas.microsoft.com/office/drawing/2014/main" id="{1E04EDCF-4D23-F476-4A11-04AD6F757E20}"/>
                </a:ext>
              </a:extLst>
            </p:cNvPr>
            <p:cNvSpPr/>
            <p:nvPr/>
          </p:nvSpPr>
          <p:spPr>
            <a:xfrm>
              <a:off x="2423159" y="1528580"/>
              <a:ext cx="310897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!!MainSectionRemoval!!">
            <a:extLst>
              <a:ext uri="{FF2B5EF4-FFF2-40B4-BE49-F238E27FC236}">
                <a16:creationId xmlns:a16="http://schemas.microsoft.com/office/drawing/2014/main" id="{71F3011C-667C-C210-7EEF-8781BD332143}"/>
              </a:ext>
            </a:extLst>
          </p:cNvPr>
          <p:cNvSpPr/>
          <p:nvPr/>
        </p:nvSpPr>
        <p:spPr>
          <a:xfrm>
            <a:off x="2426353" y="1528580"/>
            <a:ext cx="310897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46F20A3E-D1F7-610E-31F5-86D4BBFF0883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54C4A542-3F8A-96AB-EA96-CA4DC7CB205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8A41BAA-0572-23AB-FCA9-BDA83ED10CBB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Цель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276C4B3A-E63B-EE70-63D8-B7E5112FD2A2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!!TitleSectionRemoval!!">
            <a:extLst>
              <a:ext uri="{FF2B5EF4-FFF2-40B4-BE49-F238E27FC236}">
                <a16:creationId xmlns:a16="http://schemas.microsoft.com/office/drawing/2014/main" id="{A8F0E8C5-3AED-1A2C-C58C-A88BB1AD5A62}"/>
              </a:ext>
            </a:extLst>
          </p:cNvPr>
          <p:cNvSpPr/>
          <p:nvPr/>
        </p:nvSpPr>
        <p:spPr>
          <a:xfrm>
            <a:off x="2423160" y="91665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Shape2!!">
            <a:extLst>
              <a:ext uri="{FF2B5EF4-FFF2-40B4-BE49-F238E27FC236}">
                <a16:creationId xmlns:a16="http://schemas.microsoft.com/office/drawing/2014/main" id="{747A5D7D-4178-43B4-364D-A349D587107A}"/>
              </a:ext>
            </a:extLst>
          </p:cNvPr>
          <p:cNvSpPr/>
          <p:nvPr/>
        </p:nvSpPr>
        <p:spPr>
          <a:xfrm>
            <a:off x="241699" y="4369267"/>
            <a:ext cx="1855154" cy="1831062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!!ShapeRemovalW2!!">
            <a:extLst>
              <a:ext uri="{FF2B5EF4-FFF2-40B4-BE49-F238E27FC236}">
                <a16:creationId xmlns:a16="http://schemas.microsoft.com/office/drawing/2014/main" id="{AC11D928-9446-60EE-E93D-E01593E52C85}"/>
              </a:ext>
            </a:extLst>
          </p:cNvPr>
          <p:cNvSpPr/>
          <p:nvPr/>
        </p:nvSpPr>
        <p:spPr>
          <a:xfrm>
            <a:off x="-1775090" y="4314536"/>
            <a:ext cx="1935309" cy="1938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!!ShapeRemovalB2!!">
            <a:extLst>
              <a:ext uri="{FF2B5EF4-FFF2-40B4-BE49-F238E27FC236}">
                <a16:creationId xmlns:a16="http://schemas.microsoft.com/office/drawing/2014/main" id="{9C58C586-7AD0-0156-1F22-67979808F26F}"/>
              </a:ext>
            </a:extLst>
          </p:cNvPr>
          <p:cNvSpPr/>
          <p:nvPr/>
        </p:nvSpPr>
        <p:spPr>
          <a:xfrm>
            <a:off x="-1943100" y="4112564"/>
            <a:ext cx="2103319" cy="24025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!!Shape1!!">
            <a:extLst>
              <a:ext uri="{FF2B5EF4-FFF2-40B4-BE49-F238E27FC236}">
                <a16:creationId xmlns:a16="http://schemas.microsoft.com/office/drawing/2014/main" id="{9A6954EE-B2CC-9240-3801-0C843CC7252D}"/>
              </a:ext>
            </a:extLst>
          </p:cNvPr>
          <p:cNvSpPr/>
          <p:nvPr/>
        </p:nvSpPr>
        <p:spPr>
          <a:xfrm>
            <a:off x="241699" y="1859856"/>
            <a:ext cx="1855154" cy="1855154"/>
          </a:xfrm>
          <a:custGeom>
            <a:avLst/>
            <a:gdLst>
              <a:gd name="csX0" fmla="*/ 1855154 w 1855154"/>
              <a:gd name="csY0" fmla="*/ 927577 h 1855154"/>
              <a:gd name="csX1" fmla="*/ 1855154 w 1855154"/>
              <a:gd name="csY1" fmla="*/ 1855154 h 1855154"/>
              <a:gd name="csX2" fmla="*/ 927577 w 1855154"/>
              <a:gd name="csY2" fmla="*/ 1855154 h 1855154"/>
              <a:gd name="csX3" fmla="*/ 0 w 1855154"/>
              <a:gd name="csY3" fmla="*/ 927577 h 1855154"/>
              <a:gd name="csX4" fmla="*/ 927577 w 1855154"/>
              <a:gd name="csY4" fmla="*/ 1855154 h 1855154"/>
              <a:gd name="csX5" fmla="*/ 0 w 1855154"/>
              <a:gd name="csY5" fmla="*/ 1855154 h 1855154"/>
              <a:gd name="csX6" fmla="*/ 927577 w 1855154"/>
              <a:gd name="csY6" fmla="*/ 0 h 1855154"/>
              <a:gd name="csX7" fmla="*/ 1855154 w 1855154"/>
              <a:gd name="csY7" fmla="*/ 0 h 1855154"/>
              <a:gd name="csX8" fmla="*/ 1855154 w 1855154"/>
              <a:gd name="csY8" fmla="*/ 927577 h 1855154"/>
              <a:gd name="csX9" fmla="*/ 0 w 1855154"/>
              <a:gd name="csY9" fmla="*/ 0 h 1855154"/>
              <a:gd name="csX10" fmla="*/ 927577 w 1855154"/>
              <a:gd name="csY10" fmla="*/ 0 h 1855154"/>
              <a:gd name="csX11" fmla="*/ 0 w 1855154"/>
              <a:gd name="csY11" fmla="*/ 927577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855154" h="1855154">
                <a:moveTo>
                  <a:pt x="1855154" y="927577"/>
                </a:moveTo>
                <a:lnTo>
                  <a:pt x="1855154" y="1855154"/>
                </a:lnTo>
                <a:lnTo>
                  <a:pt x="927577" y="1855154"/>
                </a:lnTo>
                <a:close/>
                <a:moveTo>
                  <a:pt x="0" y="927577"/>
                </a:moveTo>
                <a:lnTo>
                  <a:pt x="927577" y="1855154"/>
                </a:lnTo>
                <a:lnTo>
                  <a:pt x="0" y="1855154"/>
                </a:lnTo>
                <a:close/>
                <a:moveTo>
                  <a:pt x="927577" y="0"/>
                </a:moveTo>
                <a:lnTo>
                  <a:pt x="1855154" y="0"/>
                </a:lnTo>
                <a:lnTo>
                  <a:pt x="1855154" y="927577"/>
                </a:lnTo>
                <a:close/>
                <a:moveTo>
                  <a:pt x="0" y="0"/>
                </a:moveTo>
                <a:lnTo>
                  <a:pt x="927577" y="0"/>
                </a:lnTo>
                <a:lnTo>
                  <a:pt x="0" y="9275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ShapeRemovalW1!!">
            <a:extLst>
              <a:ext uri="{FF2B5EF4-FFF2-40B4-BE49-F238E27FC236}">
                <a16:creationId xmlns:a16="http://schemas.microsoft.com/office/drawing/2014/main" id="{EFB5DF17-A13D-7563-5F85-8B212787FC32}"/>
              </a:ext>
            </a:extLst>
          </p:cNvPr>
          <p:cNvSpPr/>
          <p:nvPr/>
        </p:nvSpPr>
        <p:spPr>
          <a:xfrm>
            <a:off x="-1775090" y="1817938"/>
            <a:ext cx="1935309" cy="193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!!ShapeRemovalB1!!">
            <a:extLst>
              <a:ext uri="{FF2B5EF4-FFF2-40B4-BE49-F238E27FC236}">
                <a16:creationId xmlns:a16="http://schemas.microsoft.com/office/drawing/2014/main" id="{4BE0B906-B110-0AF8-7A16-F08EB63DDFD5}"/>
              </a:ext>
            </a:extLst>
          </p:cNvPr>
          <p:cNvSpPr/>
          <p:nvPr/>
        </p:nvSpPr>
        <p:spPr>
          <a:xfrm>
            <a:off x="-1943100" y="1655996"/>
            <a:ext cx="2103320" cy="226830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B6616E12-B5D1-C318-AF52-D352B3E50B74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8A7040E5-84C6-5A76-91D6-2FF473B72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A5A240DE-3230-AD6F-BEF7-4CCA8FD75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29474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502AB-3299-DD40-47F5-2134AA3B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Perm2026!!">
            <a:extLst>
              <a:ext uri="{FF2B5EF4-FFF2-40B4-BE49-F238E27FC236}">
                <a16:creationId xmlns:a16="http://schemas.microsoft.com/office/drawing/2014/main" id="{E2EAE9E9-9D2E-D44C-7884-17908C03779E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12" name="!!Image!!">
            <a:extLst>
              <a:ext uri="{FF2B5EF4-FFF2-40B4-BE49-F238E27FC236}">
                <a16:creationId xmlns:a16="http://schemas.microsoft.com/office/drawing/2014/main" id="{108637C1-D76B-AB10-412D-FBD1B20710D0}"/>
              </a:ext>
            </a:extLst>
          </p:cNvPr>
          <p:cNvGrpSpPr/>
          <p:nvPr/>
        </p:nvGrpSpPr>
        <p:grpSpPr>
          <a:xfrm>
            <a:off x="7161711" y="867437"/>
            <a:ext cx="4576134" cy="5703445"/>
            <a:chOff x="7161711" y="867437"/>
            <a:chExt cx="4576134" cy="5703445"/>
          </a:xfrm>
        </p:grpSpPr>
        <p:grpSp>
          <p:nvGrpSpPr>
            <p:cNvPr id="9" name="!!ImageText!!">
              <a:extLst>
                <a:ext uri="{FF2B5EF4-FFF2-40B4-BE49-F238E27FC236}">
                  <a16:creationId xmlns:a16="http://schemas.microsoft.com/office/drawing/2014/main" id="{1A79284F-949F-290A-F336-7A673982251C}"/>
                </a:ext>
              </a:extLst>
            </p:cNvPr>
            <p:cNvGrpSpPr/>
            <p:nvPr/>
          </p:nvGrpSpPr>
          <p:grpSpPr>
            <a:xfrm>
              <a:off x="7248241" y="867437"/>
              <a:ext cx="2359837" cy="5703445"/>
              <a:chOff x="7248241" y="867437"/>
              <a:chExt cx="2359837" cy="5703445"/>
            </a:xfrm>
          </p:grpSpPr>
          <p:sp>
            <p:nvSpPr>
              <p:cNvPr id="51" name="!!ImageTextShador1!!">
                <a:extLst>
                  <a:ext uri="{FF2B5EF4-FFF2-40B4-BE49-F238E27FC236}">
                    <a16:creationId xmlns:a16="http://schemas.microsoft.com/office/drawing/2014/main" id="{0760B495-048B-085F-2750-338A3E88805B}"/>
                  </a:ext>
                </a:extLst>
              </p:cNvPr>
              <p:cNvSpPr txBox="1"/>
              <p:nvPr/>
            </p:nvSpPr>
            <p:spPr>
              <a:xfrm>
                <a:off x="7371773" y="867437"/>
                <a:ext cx="2236305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Webdings" panose="05030102010509060703" pitchFamily="18" charset="2"/>
                    <a:ea typeface="+mn-ea"/>
                    <a:cs typeface="+mn-cs"/>
                  </a:rPr>
                  <a:t>v</a:t>
                </a:r>
                <a:endParaRPr kumimoji="0" lang="ru-RU" sz="34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!!ImageText1!!">
                <a:extLst>
                  <a:ext uri="{FF2B5EF4-FFF2-40B4-BE49-F238E27FC236}">
                    <a16:creationId xmlns:a16="http://schemas.microsoft.com/office/drawing/2014/main" id="{C6E4A605-B70D-E8C6-4BAF-889AD4B5BFD5}"/>
                  </a:ext>
                </a:extLst>
              </p:cNvPr>
              <p:cNvSpPr txBox="1"/>
              <p:nvPr/>
            </p:nvSpPr>
            <p:spPr>
              <a:xfrm>
                <a:off x="7248241" y="2061955"/>
                <a:ext cx="2236305" cy="4508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Webdings" panose="05030102010509060703" pitchFamily="18" charset="2"/>
                    <a:ea typeface="+mn-ea"/>
                    <a:cs typeface="+mn-cs"/>
                  </a:rPr>
                  <a:t>v</a:t>
                </a:r>
                <a:endParaRPr kumimoji="0" lang="ru-RU" sz="28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" name="!!ImageBorder!!">
              <a:extLst>
                <a:ext uri="{FF2B5EF4-FFF2-40B4-BE49-F238E27FC236}">
                  <a16:creationId xmlns:a16="http://schemas.microsoft.com/office/drawing/2014/main" id="{789B4985-4B20-3E28-D3A4-D6DF10226884}"/>
                </a:ext>
              </a:extLst>
            </p:cNvPr>
            <p:cNvGrpSpPr/>
            <p:nvPr/>
          </p:nvGrpSpPr>
          <p:grpSpPr>
            <a:xfrm>
              <a:off x="7161711" y="1655996"/>
              <a:ext cx="4576134" cy="4620979"/>
              <a:chOff x="7161711" y="1655996"/>
              <a:chExt cx="4576134" cy="4620979"/>
            </a:xfrm>
          </p:grpSpPr>
          <p:sp>
            <p:nvSpPr>
              <p:cNvPr id="52" name="!!ImageBorderLeft1!!">
                <a:extLst>
                  <a:ext uri="{FF2B5EF4-FFF2-40B4-BE49-F238E27FC236}">
                    <a16:creationId xmlns:a16="http://schemas.microsoft.com/office/drawing/2014/main" id="{A0E358E5-1AA2-3C47-F40B-A13118290C75}"/>
                  </a:ext>
                </a:extLst>
              </p:cNvPr>
              <p:cNvSpPr txBox="1"/>
              <p:nvPr/>
            </p:nvSpPr>
            <p:spPr>
              <a:xfrm>
                <a:off x="7208813" y="1747402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  <p:sp>
            <p:nvSpPr>
              <p:cNvPr id="53" name="!!ImageBorderRight1!!">
                <a:extLst>
                  <a:ext uri="{FF2B5EF4-FFF2-40B4-BE49-F238E27FC236}">
                    <a16:creationId xmlns:a16="http://schemas.microsoft.com/office/drawing/2014/main" id="{A071FB77-E40E-6C02-90AE-0714463ADD58}"/>
                  </a:ext>
                </a:extLst>
              </p:cNvPr>
              <p:cNvSpPr txBox="1"/>
              <p:nvPr/>
            </p:nvSpPr>
            <p:spPr>
              <a:xfrm>
                <a:off x="11413964" y="1747402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  <p:sp>
            <p:nvSpPr>
              <p:cNvPr id="54" name="!!ImageBorderTop1!!">
                <a:extLst>
                  <a:ext uri="{FF2B5EF4-FFF2-40B4-BE49-F238E27FC236}">
                    <a16:creationId xmlns:a16="http://schemas.microsoft.com/office/drawing/2014/main" id="{9AFC4524-CC64-2E2B-2FF4-EB93854AB610}"/>
                  </a:ext>
                </a:extLst>
              </p:cNvPr>
              <p:cNvSpPr txBox="1"/>
              <p:nvPr/>
            </p:nvSpPr>
            <p:spPr>
              <a:xfrm rot="5400000">
                <a:off x="9264557" y="-446850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  <p:sp>
            <p:nvSpPr>
              <p:cNvPr id="55" name="!!ImageBorderBottom1!!">
                <a:extLst>
                  <a:ext uri="{FF2B5EF4-FFF2-40B4-BE49-F238E27FC236}">
                    <a16:creationId xmlns:a16="http://schemas.microsoft.com/office/drawing/2014/main" id="{25952BE7-C4AC-19CE-FD56-186917299E4B}"/>
                  </a:ext>
                </a:extLst>
              </p:cNvPr>
              <p:cNvSpPr txBox="1"/>
              <p:nvPr/>
            </p:nvSpPr>
            <p:spPr>
              <a:xfrm rot="5400000">
                <a:off x="9264557" y="3762484"/>
                <a:ext cx="323881" cy="4529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Cascadia Code SemiBold" panose="020B0609020000020004" pitchFamily="49" charset="0"/>
                    <a:ea typeface="+mn-ea"/>
                    <a:cs typeface="Cascadia Code SemiBold" panose="020B0609020000020004" pitchFamily="49" charset="0"/>
                  </a:rPr>
                  <a:t>SSSSSSSSSSSSSSSS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endParaRPr>
              </a:p>
            </p:txBody>
          </p:sp>
        </p:grpSp>
      </p:grpSp>
      <p:grpSp>
        <p:nvGrpSpPr>
          <p:cNvPr id="17" name="!!MainSection!!">
            <a:extLst>
              <a:ext uri="{FF2B5EF4-FFF2-40B4-BE49-F238E27FC236}">
                <a16:creationId xmlns:a16="http://schemas.microsoft.com/office/drawing/2014/main" id="{F535EDF6-C730-B170-91AD-5824401FE667}"/>
              </a:ext>
            </a:extLst>
          </p:cNvPr>
          <p:cNvGrpSpPr/>
          <p:nvPr/>
        </p:nvGrpSpPr>
        <p:grpSpPr>
          <a:xfrm>
            <a:off x="2423159" y="1465686"/>
            <a:ext cx="4476620" cy="4811289"/>
            <a:chOff x="2423159" y="1465686"/>
            <a:chExt cx="4476620" cy="4811289"/>
          </a:xfrm>
        </p:grpSpPr>
        <p:sp>
          <p:nvSpPr>
            <p:cNvPr id="8" name="!!MainTextFiller1!!">
              <a:extLst>
                <a:ext uri="{FF2B5EF4-FFF2-40B4-BE49-F238E27FC236}">
                  <a16:creationId xmlns:a16="http://schemas.microsoft.com/office/drawing/2014/main" id="{990C9864-5DF5-BE4A-26FA-F3FC0F52C555}"/>
                </a:ext>
              </a:extLst>
            </p:cNvPr>
            <p:cNvSpPr txBox="1"/>
            <p:nvPr/>
          </p:nvSpPr>
          <p:spPr>
            <a:xfrm>
              <a:off x="2781587" y="4006758"/>
              <a:ext cx="4071090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TTTTTTTTTTTTTTTTTTTTTTTTTTTTTTTTTTTTTTTTTTTTTTTTTTTTTTTTTTTTTTTTTTTTTTTTTTTTTTTTTTTTTTTTTT</a:t>
              </a:r>
              <a:endPara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6" name="!!UnderMainText!!">
              <a:extLst>
                <a:ext uri="{FF2B5EF4-FFF2-40B4-BE49-F238E27FC236}">
                  <a16:creationId xmlns:a16="http://schemas.microsoft.com/office/drawing/2014/main" id="{688D550B-30D6-860D-8C9C-6B150759D454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8" name="!!MainText!!">
              <a:extLst>
                <a:ext uri="{FF2B5EF4-FFF2-40B4-BE49-F238E27FC236}">
                  <a16:creationId xmlns:a16="http://schemas.microsoft.com/office/drawing/2014/main" id="{EDC6E5D6-3DCD-78E7-E023-31C3B3D4B796}"/>
                </a:ext>
              </a:extLst>
            </p:cNvPr>
            <p:cNvSpPr txBox="1"/>
            <p:nvPr/>
          </p:nvSpPr>
          <p:spPr>
            <a:xfrm>
              <a:off x="2828689" y="1817937"/>
              <a:ext cx="369207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Создание ИС Автовокзала, удобной для пользователей и сотрудников</a:t>
              </a:r>
            </a:p>
          </p:txBody>
        </p:sp>
        <p:sp>
          <p:nvSpPr>
            <p:cNvPr id="5" name="!!MainTextHighligther!!">
              <a:extLst>
                <a:ext uri="{FF2B5EF4-FFF2-40B4-BE49-F238E27FC236}">
                  <a16:creationId xmlns:a16="http://schemas.microsoft.com/office/drawing/2014/main" id="{E7D7EB0E-DD57-550B-E6A9-C4D04589B749}"/>
                </a:ext>
              </a:extLst>
            </p:cNvPr>
            <p:cNvSpPr/>
            <p:nvPr/>
          </p:nvSpPr>
          <p:spPr>
            <a:xfrm>
              <a:off x="2423159" y="1528580"/>
              <a:ext cx="310897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!!MainSectionRemoval!!">
            <a:extLst>
              <a:ext uri="{FF2B5EF4-FFF2-40B4-BE49-F238E27FC236}">
                <a16:creationId xmlns:a16="http://schemas.microsoft.com/office/drawing/2014/main" id="{0B124271-7CC2-41DA-27F6-B19BA54B90B4}"/>
              </a:ext>
            </a:extLst>
          </p:cNvPr>
          <p:cNvSpPr/>
          <p:nvPr/>
        </p:nvSpPr>
        <p:spPr>
          <a:xfrm>
            <a:off x="2426353" y="1528580"/>
            <a:ext cx="10070447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152E060E-6891-43BD-AE61-B066D2CEAEEB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55F3FA04-209C-F162-B60D-EED5955460DA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4A3B81F6-E4E1-20E3-776B-FC5C271A792B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Цель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473C854F-9C8D-DCE0-6F2E-D00A6EE01421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!!TitleSectionRemoval!!">
            <a:extLst>
              <a:ext uri="{FF2B5EF4-FFF2-40B4-BE49-F238E27FC236}">
                <a16:creationId xmlns:a16="http://schemas.microsoft.com/office/drawing/2014/main" id="{B85C3541-1C76-F1A2-321F-7264EB87815C}"/>
              </a:ext>
            </a:extLst>
          </p:cNvPr>
          <p:cNvSpPr/>
          <p:nvPr/>
        </p:nvSpPr>
        <p:spPr>
          <a:xfrm>
            <a:off x="2423160" y="91665"/>
            <a:ext cx="1007364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Shape2!!">
            <a:extLst>
              <a:ext uri="{FF2B5EF4-FFF2-40B4-BE49-F238E27FC236}">
                <a16:creationId xmlns:a16="http://schemas.microsoft.com/office/drawing/2014/main" id="{CADB611B-A534-3C83-8E09-2CFB17D73BA1}"/>
              </a:ext>
            </a:extLst>
          </p:cNvPr>
          <p:cNvSpPr/>
          <p:nvPr/>
        </p:nvSpPr>
        <p:spPr>
          <a:xfrm>
            <a:off x="241699" y="4369267"/>
            <a:ext cx="1855154" cy="1831062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!!ShapeRemovalW2!!">
            <a:extLst>
              <a:ext uri="{FF2B5EF4-FFF2-40B4-BE49-F238E27FC236}">
                <a16:creationId xmlns:a16="http://schemas.microsoft.com/office/drawing/2014/main" id="{E15A725C-5350-F21F-3058-1D2F1DD95D4A}"/>
              </a:ext>
            </a:extLst>
          </p:cNvPr>
          <p:cNvSpPr/>
          <p:nvPr/>
        </p:nvSpPr>
        <p:spPr>
          <a:xfrm>
            <a:off x="201620" y="4314536"/>
            <a:ext cx="1935309" cy="1938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!!ShapeRemovalB2!!">
            <a:extLst>
              <a:ext uri="{FF2B5EF4-FFF2-40B4-BE49-F238E27FC236}">
                <a16:creationId xmlns:a16="http://schemas.microsoft.com/office/drawing/2014/main" id="{69AEBF39-ECA6-0B3A-2328-3D7495C7A882}"/>
              </a:ext>
            </a:extLst>
          </p:cNvPr>
          <p:cNvSpPr/>
          <p:nvPr/>
        </p:nvSpPr>
        <p:spPr>
          <a:xfrm>
            <a:off x="-1943100" y="4112564"/>
            <a:ext cx="2103319" cy="24025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!!Shape1!!">
            <a:extLst>
              <a:ext uri="{FF2B5EF4-FFF2-40B4-BE49-F238E27FC236}">
                <a16:creationId xmlns:a16="http://schemas.microsoft.com/office/drawing/2014/main" id="{293E7B5C-2E9B-DFE1-899D-E20F86F606B2}"/>
              </a:ext>
            </a:extLst>
          </p:cNvPr>
          <p:cNvSpPr/>
          <p:nvPr/>
        </p:nvSpPr>
        <p:spPr>
          <a:xfrm>
            <a:off x="241699" y="1859856"/>
            <a:ext cx="1855154" cy="1855154"/>
          </a:xfrm>
          <a:custGeom>
            <a:avLst/>
            <a:gdLst>
              <a:gd name="csX0" fmla="*/ 1855154 w 1855154"/>
              <a:gd name="csY0" fmla="*/ 927577 h 1855154"/>
              <a:gd name="csX1" fmla="*/ 1855154 w 1855154"/>
              <a:gd name="csY1" fmla="*/ 1855154 h 1855154"/>
              <a:gd name="csX2" fmla="*/ 927577 w 1855154"/>
              <a:gd name="csY2" fmla="*/ 1855154 h 1855154"/>
              <a:gd name="csX3" fmla="*/ 0 w 1855154"/>
              <a:gd name="csY3" fmla="*/ 927577 h 1855154"/>
              <a:gd name="csX4" fmla="*/ 927577 w 1855154"/>
              <a:gd name="csY4" fmla="*/ 1855154 h 1855154"/>
              <a:gd name="csX5" fmla="*/ 0 w 1855154"/>
              <a:gd name="csY5" fmla="*/ 1855154 h 1855154"/>
              <a:gd name="csX6" fmla="*/ 927577 w 1855154"/>
              <a:gd name="csY6" fmla="*/ 0 h 1855154"/>
              <a:gd name="csX7" fmla="*/ 1855154 w 1855154"/>
              <a:gd name="csY7" fmla="*/ 0 h 1855154"/>
              <a:gd name="csX8" fmla="*/ 1855154 w 1855154"/>
              <a:gd name="csY8" fmla="*/ 927577 h 1855154"/>
              <a:gd name="csX9" fmla="*/ 0 w 1855154"/>
              <a:gd name="csY9" fmla="*/ 0 h 1855154"/>
              <a:gd name="csX10" fmla="*/ 927577 w 1855154"/>
              <a:gd name="csY10" fmla="*/ 0 h 1855154"/>
              <a:gd name="csX11" fmla="*/ 0 w 1855154"/>
              <a:gd name="csY11" fmla="*/ 927577 h 18551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855154" h="1855154">
                <a:moveTo>
                  <a:pt x="1855154" y="927577"/>
                </a:moveTo>
                <a:lnTo>
                  <a:pt x="1855154" y="1855154"/>
                </a:lnTo>
                <a:lnTo>
                  <a:pt x="927577" y="1855154"/>
                </a:lnTo>
                <a:close/>
                <a:moveTo>
                  <a:pt x="0" y="927577"/>
                </a:moveTo>
                <a:lnTo>
                  <a:pt x="927577" y="1855154"/>
                </a:lnTo>
                <a:lnTo>
                  <a:pt x="0" y="1855154"/>
                </a:lnTo>
                <a:close/>
                <a:moveTo>
                  <a:pt x="927577" y="0"/>
                </a:moveTo>
                <a:lnTo>
                  <a:pt x="1855154" y="0"/>
                </a:lnTo>
                <a:lnTo>
                  <a:pt x="1855154" y="927577"/>
                </a:lnTo>
                <a:close/>
                <a:moveTo>
                  <a:pt x="0" y="0"/>
                </a:moveTo>
                <a:lnTo>
                  <a:pt x="927577" y="0"/>
                </a:lnTo>
                <a:lnTo>
                  <a:pt x="0" y="9275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ShapeRemovalW1!!">
            <a:extLst>
              <a:ext uri="{FF2B5EF4-FFF2-40B4-BE49-F238E27FC236}">
                <a16:creationId xmlns:a16="http://schemas.microsoft.com/office/drawing/2014/main" id="{FEE16E51-157F-6ADD-6CD2-8F18ACBBD369}"/>
              </a:ext>
            </a:extLst>
          </p:cNvPr>
          <p:cNvSpPr/>
          <p:nvPr/>
        </p:nvSpPr>
        <p:spPr>
          <a:xfrm>
            <a:off x="201621" y="1817938"/>
            <a:ext cx="1935309" cy="193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!!ShapeRemovalB1!!">
            <a:extLst>
              <a:ext uri="{FF2B5EF4-FFF2-40B4-BE49-F238E27FC236}">
                <a16:creationId xmlns:a16="http://schemas.microsoft.com/office/drawing/2014/main" id="{B322E309-42F6-3E5E-ADDF-08AFB768D614}"/>
              </a:ext>
            </a:extLst>
          </p:cNvPr>
          <p:cNvSpPr/>
          <p:nvPr/>
        </p:nvSpPr>
        <p:spPr>
          <a:xfrm>
            <a:off x="-1943100" y="1655996"/>
            <a:ext cx="2103320" cy="226830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FEF9DF5F-D375-DAF1-691B-9BC3EBE16DF5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3BDE6713-4C02-EC8A-AA85-A13E4E8C1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07D3DB6E-7329-0416-6A24-D546CC4BF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987753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AFC4A-13B6-AF4E-703D-E63EFF0D1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Perm2026!!">
            <a:extLst>
              <a:ext uri="{FF2B5EF4-FFF2-40B4-BE49-F238E27FC236}">
                <a16:creationId xmlns:a16="http://schemas.microsoft.com/office/drawing/2014/main" id="{2D8600E7-489C-D4B5-7A73-29FC26482F30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24" name="!!MainSectionRemoval!!">
            <a:extLst>
              <a:ext uri="{FF2B5EF4-FFF2-40B4-BE49-F238E27FC236}">
                <a16:creationId xmlns:a16="http://schemas.microsoft.com/office/drawing/2014/main" id="{DFFF4363-ADD2-D2ED-CDC0-FBEF4E80BC51}"/>
              </a:ext>
            </a:extLst>
          </p:cNvPr>
          <p:cNvSpPr/>
          <p:nvPr/>
        </p:nvSpPr>
        <p:spPr>
          <a:xfrm>
            <a:off x="2426353" y="1528580"/>
            <a:ext cx="10070447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9090AD47-D333-8627-675B-219F2EBB9E75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2691DC54-7ECF-E3AD-B450-BA3DCCCB2EC8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85365B7D-D6B8-6457-D14F-D7A4E31557B7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Цель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B8737D27-D149-2EE2-8C5D-65F9FF6C4B08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!!TitleSectionRemoval!!">
            <a:extLst>
              <a:ext uri="{FF2B5EF4-FFF2-40B4-BE49-F238E27FC236}">
                <a16:creationId xmlns:a16="http://schemas.microsoft.com/office/drawing/2014/main" id="{415DDDE8-B60E-3AED-93B5-8567AD07FD13}"/>
              </a:ext>
            </a:extLst>
          </p:cNvPr>
          <p:cNvSpPr/>
          <p:nvPr/>
        </p:nvSpPr>
        <p:spPr>
          <a:xfrm>
            <a:off x="2423160" y="91665"/>
            <a:ext cx="1007364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!!ShapeRemovalW2!!">
            <a:extLst>
              <a:ext uri="{FF2B5EF4-FFF2-40B4-BE49-F238E27FC236}">
                <a16:creationId xmlns:a16="http://schemas.microsoft.com/office/drawing/2014/main" id="{D4AF07E1-37C0-A94C-48F1-6915AA7789A5}"/>
              </a:ext>
            </a:extLst>
          </p:cNvPr>
          <p:cNvSpPr/>
          <p:nvPr/>
        </p:nvSpPr>
        <p:spPr>
          <a:xfrm>
            <a:off x="201620" y="4314536"/>
            <a:ext cx="1935309" cy="1938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!!ShapeRemovalB2!!">
            <a:extLst>
              <a:ext uri="{FF2B5EF4-FFF2-40B4-BE49-F238E27FC236}">
                <a16:creationId xmlns:a16="http://schemas.microsoft.com/office/drawing/2014/main" id="{9C940913-7A29-A77B-8E82-DCDDBEBC6FA7}"/>
              </a:ext>
            </a:extLst>
          </p:cNvPr>
          <p:cNvSpPr/>
          <p:nvPr/>
        </p:nvSpPr>
        <p:spPr>
          <a:xfrm>
            <a:off x="-1943100" y="4112564"/>
            <a:ext cx="2103319" cy="24025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ShapeRemovalW1!!">
            <a:extLst>
              <a:ext uri="{FF2B5EF4-FFF2-40B4-BE49-F238E27FC236}">
                <a16:creationId xmlns:a16="http://schemas.microsoft.com/office/drawing/2014/main" id="{D9C46D74-00B7-E7B5-4A5B-2C9A57007C0C}"/>
              </a:ext>
            </a:extLst>
          </p:cNvPr>
          <p:cNvSpPr/>
          <p:nvPr/>
        </p:nvSpPr>
        <p:spPr>
          <a:xfrm>
            <a:off x="201621" y="1817938"/>
            <a:ext cx="1935309" cy="193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!!ShapeRemovalB1!!">
            <a:extLst>
              <a:ext uri="{FF2B5EF4-FFF2-40B4-BE49-F238E27FC236}">
                <a16:creationId xmlns:a16="http://schemas.microsoft.com/office/drawing/2014/main" id="{731D6D58-F050-C78A-79CF-2EBB62BB8482}"/>
              </a:ext>
            </a:extLst>
          </p:cNvPr>
          <p:cNvSpPr/>
          <p:nvPr/>
        </p:nvSpPr>
        <p:spPr>
          <a:xfrm>
            <a:off x="-1943100" y="1655996"/>
            <a:ext cx="2103320" cy="226830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751ABD32-0D9F-D3CD-2193-FC789E3C5351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170554EC-87D5-46CC-5E48-AC3DED1E5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4B96C5EC-22DC-7945-E9B8-677F5ED4A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443062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F3ACF-3679-A859-BC2A-2CD99789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Perm2026!!">
            <a:extLst>
              <a:ext uri="{FF2B5EF4-FFF2-40B4-BE49-F238E27FC236}">
                <a16:creationId xmlns:a16="http://schemas.microsoft.com/office/drawing/2014/main" id="{F15E7001-5492-73A4-6EBD-C83810E7D6F4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24" name="!!MainSectionRemoval!!">
            <a:extLst>
              <a:ext uri="{FF2B5EF4-FFF2-40B4-BE49-F238E27FC236}">
                <a16:creationId xmlns:a16="http://schemas.microsoft.com/office/drawing/2014/main" id="{1BE19750-B6A8-277C-BFA9-5AE970AE1872}"/>
              </a:ext>
            </a:extLst>
          </p:cNvPr>
          <p:cNvSpPr/>
          <p:nvPr/>
        </p:nvSpPr>
        <p:spPr>
          <a:xfrm>
            <a:off x="12353925" y="1528580"/>
            <a:ext cx="14287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C6004093-7E46-23ED-B1FC-A3C16B5C7514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FCBF22B5-930B-6962-DCE1-B624335D13C5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B4E94474-3149-5BF3-2C2B-DB6564E53C28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3600" dirty="0">
                  <a:solidFill>
                    <a:prstClr val="white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Цель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73B1BF8-2389-6956-730A-C42DC76CA60F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!!TitleSectionRemoval!!">
            <a:extLst>
              <a:ext uri="{FF2B5EF4-FFF2-40B4-BE49-F238E27FC236}">
                <a16:creationId xmlns:a16="http://schemas.microsoft.com/office/drawing/2014/main" id="{6A1926F5-08F9-5ECA-F2E7-119B5A886502}"/>
              </a:ext>
            </a:extLst>
          </p:cNvPr>
          <p:cNvSpPr/>
          <p:nvPr/>
        </p:nvSpPr>
        <p:spPr>
          <a:xfrm>
            <a:off x="12353924" y="91665"/>
            <a:ext cx="142875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!!ShapeRemovalW2!!">
            <a:extLst>
              <a:ext uri="{FF2B5EF4-FFF2-40B4-BE49-F238E27FC236}">
                <a16:creationId xmlns:a16="http://schemas.microsoft.com/office/drawing/2014/main" id="{4F04ECB3-0D9F-53C1-4190-BCC035452896}"/>
              </a:ext>
            </a:extLst>
          </p:cNvPr>
          <p:cNvSpPr/>
          <p:nvPr/>
        </p:nvSpPr>
        <p:spPr>
          <a:xfrm>
            <a:off x="201620" y="4314536"/>
            <a:ext cx="1935309" cy="1938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!!ShapeRemovalB2!!">
            <a:extLst>
              <a:ext uri="{FF2B5EF4-FFF2-40B4-BE49-F238E27FC236}">
                <a16:creationId xmlns:a16="http://schemas.microsoft.com/office/drawing/2014/main" id="{0E3EAD8B-8F17-B886-B150-45690A1C7F4F}"/>
              </a:ext>
            </a:extLst>
          </p:cNvPr>
          <p:cNvSpPr/>
          <p:nvPr/>
        </p:nvSpPr>
        <p:spPr>
          <a:xfrm>
            <a:off x="172609" y="4112564"/>
            <a:ext cx="2103319" cy="24025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ShapeRemovalW1!!">
            <a:extLst>
              <a:ext uri="{FF2B5EF4-FFF2-40B4-BE49-F238E27FC236}">
                <a16:creationId xmlns:a16="http://schemas.microsoft.com/office/drawing/2014/main" id="{F4C754E2-7731-A89B-2B94-DCCAEAFD001B}"/>
              </a:ext>
            </a:extLst>
          </p:cNvPr>
          <p:cNvSpPr/>
          <p:nvPr/>
        </p:nvSpPr>
        <p:spPr>
          <a:xfrm>
            <a:off x="201621" y="1817938"/>
            <a:ext cx="1935309" cy="193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!!ShapeRemovalB1!!">
            <a:extLst>
              <a:ext uri="{FF2B5EF4-FFF2-40B4-BE49-F238E27FC236}">
                <a16:creationId xmlns:a16="http://schemas.microsoft.com/office/drawing/2014/main" id="{1997AC82-283C-B153-4443-EBC0AE1B8AA9}"/>
              </a:ext>
            </a:extLst>
          </p:cNvPr>
          <p:cNvSpPr/>
          <p:nvPr/>
        </p:nvSpPr>
        <p:spPr>
          <a:xfrm>
            <a:off x="147208" y="1655996"/>
            <a:ext cx="2103320" cy="226830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E28C1664-616F-10A7-69F7-67CF3B4A7E37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C87B42DC-515C-3A3C-C347-5A995416E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73DF11E9-2700-6048-3795-140097E9C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29" name="!!BigT1!!">
            <a:extLst>
              <a:ext uri="{FF2B5EF4-FFF2-40B4-BE49-F238E27FC236}">
                <a16:creationId xmlns:a16="http://schemas.microsoft.com/office/drawing/2014/main" id="{06EDAE3E-1FB1-8F06-A1C3-6B8FC6CDD8D2}"/>
              </a:ext>
            </a:extLst>
          </p:cNvPr>
          <p:cNvSpPr txBox="1"/>
          <p:nvPr/>
        </p:nvSpPr>
        <p:spPr>
          <a:xfrm>
            <a:off x="4855226" y="8353136"/>
            <a:ext cx="2324100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13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endParaRPr lang="ru-RU" sz="413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grpSp>
        <p:nvGrpSpPr>
          <p:cNvPr id="41" name="!!Icon1!!">
            <a:extLst>
              <a:ext uri="{FF2B5EF4-FFF2-40B4-BE49-F238E27FC236}">
                <a16:creationId xmlns:a16="http://schemas.microsoft.com/office/drawing/2014/main" id="{C2B4D389-0D86-4B64-C66F-A81ABCE00BE7}"/>
              </a:ext>
            </a:extLst>
          </p:cNvPr>
          <p:cNvGrpSpPr/>
          <p:nvPr/>
        </p:nvGrpSpPr>
        <p:grpSpPr>
          <a:xfrm rot="2759572">
            <a:off x="4528278" y="7483185"/>
            <a:ext cx="2977995" cy="1739900"/>
            <a:chOff x="5492905" y="2530763"/>
            <a:chExt cx="2977995" cy="17399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C579DF4C-0681-DB62-5421-769E46289FA9}"/>
                </a:ext>
              </a:extLst>
            </p:cNvPr>
            <p:cNvSpPr/>
            <p:nvPr/>
          </p:nvSpPr>
          <p:spPr>
            <a:xfrm>
              <a:off x="6972300" y="3254663"/>
              <a:ext cx="1498600" cy="2921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1A88D3C2-9BAC-9386-688D-3EE56C2FA1BD}"/>
                </a:ext>
              </a:extLst>
            </p:cNvPr>
            <p:cNvSpPr/>
            <p:nvPr/>
          </p:nvSpPr>
          <p:spPr>
            <a:xfrm>
              <a:off x="5492905" y="2530763"/>
              <a:ext cx="1739900" cy="1739900"/>
            </a:xfrm>
            <a:custGeom>
              <a:avLst/>
              <a:gdLst>
                <a:gd name="csX0" fmla="*/ 869950 w 1739900"/>
                <a:gd name="csY0" fmla="*/ 256671 h 1739900"/>
                <a:gd name="csX1" fmla="*/ 256866 w 1739900"/>
                <a:gd name="csY1" fmla="*/ 869755 h 1739900"/>
                <a:gd name="csX2" fmla="*/ 869950 w 1739900"/>
                <a:gd name="csY2" fmla="*/ 1482839 h 1739900"/>
                <a:gd name="csX3" fmla="*/ 1483034 w 1739900"/>
                <a:gd name="csY3" fmla="*/ 869755 h 1739900"/>
                <a:gd name="csX4" fmla="*/ 869950 w 1739900"/>
                <a:gd name="csY4" fmla="*/ 256671 h 1739900"/>
                <a:gd name="csX5" fmla="*/ 869950 w 1739900"/>
                <a:gd name="csY5" fmla="*/ 0 h 1739900"/>
                <a:gd name="csX6" fmla="*/ 1739900 w 1739900"/>
                <a:gd name="csY6" fmla="*/ 869950 h 1739900"/>
                <a:gd name="csX7" fmla="*/ 869950 w 1739900"/>
                <a:gd name="csY7" fmla="*/ 1739900 h 1739900"/>
                <a:gd name="csX8" fmla="*/ 0 w 1739900"/>
                <a:gd name="csY8" fmla="*/ 869950 h 1739900"/>
                <a:gd name="csX9" fmla="*/ 869950 w 1739900"/>
                <a:gd name="csY9" fmla="*/ 0 h 1739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739900" h="1739900">
                  <a:moveTo>
                    <a:pt x="869950" y="256671"/>
                  </a:moveTo>
                  <a:cubicBezTo>
                    <a:pt x="531353" y="256671"/>
                    <a:pt x="256866" y="531158"/>
                    <a:pt x="256866" y="869755"/>
                  </a:cubicBezTo>
                  <a:cubicBezTo>
                    <a:pt x="256866" y="1208352"/>
                    <a:pt x="531353" y="1482839"/>
                    <a:pt x="869950" y="1482839"/>
                  </a:cubicBezTo>
                  <a:cubicBezTo>
                    <a:pt x="1208547" y="1482839"/>
                    <a:pt x="1483034" y="1208352"/>
                    <a:pt x="1483034" y="869755"/>
                  </a:cubicBezTo>
                  <a:cubicBezTo>
                    <a:pt x="1483034" y="531158"/>
                    <a:pt x="1208547" y="256671"/>
                    <a:pt x="869950" y="256671"/>
                  </a:cubicBezTo>
                  <a:close/>
                  <a:moveTo>
                    <a:pt x="869950" y="0"/>
                  </a:moveTo>
                  <a:cubicBezTo>
                    <a:pt x="1350410" y="0"/>
                    <a:pt x="1739900" y="389490"/>
                    <a:pt x="1739900" y="869950"/>
                  </a:cubicBezTo>
                  <a:cubicBezTo>
                    <a:pt x="1739900" y="1350410"/>
                    <a:pt x="1350410" y="1739900"/>
                    <a:pt x="869950" y="1739900"/>
                  </a:cubicBezTo>
                  <a:cubicBezTo>
                    <a:pt x="389490" y="1739900"/>
                    <a:pt x="0" y="1350410"/>
                    <a:pt x="0" y="869950"/>
                  </a:cubicBezTo>
                  <a:cubicBezTo>
                    <a:pt x="0" y="389490"/>
                    <a:pt x="389490" y="0"/>
                    <a:pt x="869950" y="0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7516B5B-73F9-59DD-484D-79DD510032F7}"/>
              </a:ext>
            </a:extLst>
          </p:cNvPr>
          <p:cNvSpPr txBox="1"/>
          <p:nvPr/>
        </p:nvSpPr>
        <p:spPr>
          <a:xfrm>
            <a:off x="2533250" y="7279657"/>
            <a:ext cx="33497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Анализ рынка</a:t>
            </a:r>
          </a:p>
        </p:txBody>
      </p:sp>
    </p:spTree>
    <p:extLst>
      <p:ext uri="{BB962C8B-B14F-4D97-AF65-F5344CB8AC3E}">
        <p14:creationId xmlns:p14="http://schemas.microsoft.com/office/powerpoint/2010/main" val="2860977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F0411-D8A3-C41F-D2FE-0CA19B93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Perm2026!!">
            <a:extLst>
              <a:ext uri="{FF2B5EF4-FFF2-40B4-BE49-F238E27FC236}">
                <a16:creationId xmlns:a16="http://schemas.microsoft.com/office/drawing/2014/main" id="{DA760110-2B20-1E1E-470B-680F19A67F41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24" name="!!MainSectionRemoval!!">
            <a:extLst>
              <a:ext uri="{FF2B5EF4-FFF2-40B4-BE49-F238E27FC236}">
                <a16:creationId xmlns:a16="http://schemas.microsoft.com/office/drawing/2014/main" id="{76B68AEF-E31D-CF64-E243-7A3C87A68DA8}"/>
              </a:ext>
            </a:extLst>
          </p:cNvPr>
          <p:cNvSpPr/>
          <p:nvPr/>
        </p:nvSpPr>
        <p:spPr>
          <a:xfrm>
            <a:off x="2423161" y="1528580"/>
            <a:ext cx="10073640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481367FF-82A7-16C1-93C6-5DA82875BDA8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39DCA4B8-8C9E-129F-F1E4-99B23243DE00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45C31BE5-FE9C-8FDE-ACFA-2B9BE551C508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3600" dirty="0">
                  <a:solidFill>
                    <a:prstClr val="white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Цель</a:t>
              </a:r>
              <a:endPara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BA94F1E7-56C5-E617-EB48-F92430BF132F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!!TitleSectionRemoval!!" hidden="1">
            <a:extLst>
              <a:ext uri="{FF2B5EF4-FFF2-40B4-BE49-F238E27FC236}">
                <a16:creationId xmlns:a16="http://schemas.microsoft.com/office/drawing/2014/main" id="{43394534-533A-B53E-1EA6-2B929894FCF0}"/>
              </a:ext>
            </a:extLst>
          </p:cNvPr>
          <p:cNvSpPr/>
          <p:nvPr/>
        </p:nvSpPr>
        <p:spPr>
          <a:xfrm>
            <a:off x="2423160" y="91665"/>
            <a:ext cx="10073639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87E36169-635F-D8D1-9F60-756DC471C686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!!ShapeTop!!">
            <a:extLst>
              <a:ext uri="{FF2B5EF4-FFF2-40B4-BE49-F238E27FC236}">
                <a16:creationId xmlns:a16="http://schemas.microsoft.com/office/drawing/2014/main" id="{4009156B-DAF4-EF44-A667-14960FCF9984}"/>
              </a:ext>
            </a:extLst>
          </p:cNvPr>
          <p:cNvSpPr/>
          <p:nvPr/>
        </p:nvSpPr>
        <p:spPr>
          <a:xfrm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1" name="!!ShapeRemovalW2!!">
            <a:extLst>
              <a:ext uri="{FF2B5EF4-FFF2-40B4-BE49-F238E27FC236}">
                <a16:creationId xmlns:a16="http://schemas.microsoft.com/office/drawing/2014/main" id="{5C59B120-FBE0-7D2C-2E45-B74761A75848}"/>
              </a:ext>
            </a:extLst>
          </p:cNvPr>
          <p:cNvSpPr/>
          <p:nvPr/>
        </p:nvSpPr>
        <p:spPr>
          <a:xfrm>
            <a:off x="201620" y="4314536"/>
            <a:ext cx="1935309" cy="1938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!!ShapeRemovalB2!!">
            <a:extLst>
              <a:ext uri="{FF2B5EF4-FFF2-40B4-BE49-F238E27FC236}">
                <a16:creationId xmlns:a16="http://schemas.microsoft.com/office/drawing/2014/main" id="{412B1DF7-3391-7350-FFE6-BA696FB96955}"/>
              </a:ext>
            </a:extLst>
          </p:cNvPr>
          <p:cNvSpPr/>
          <p:nvPr/>
        </p:nvSpPr>
        <p:spPr>
          <a:xfrm>
            <a:off x="-1902600" y="4112564"/>
            <a:ext cx="2103319" cy="24025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ShapeRemovalW1!!">
            <a:extLst>
              <a:ext uri="{FF2B5EF4-FFF2-40B4-BE49-F238E27FC236}">
                <a16:creationId xmlns:a16="http://schemas.microsoft.com/office/drawing/2014/main" id="{90FD0DBD-77AA-5DBD-0F1F-6B5B65405773}"/>
              </a:ext>
            </a:extLst>
          </p:cNvPr>
          <p:cNvSpPr/>
          <p:nvPr/>
        </p:nvSpPr>
        <p:spPr>
          <a:xfrm>
            <a:off x="201621" y="1817938"/>
            <a:ext cx="1935309" cy="193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!!ShapeRemovalB1!!">
            <a:extLst>
              <a:ext uri="{FF2B5EF4-FFF2-40B4-BE49-F238E27FC236}">
                <a16:creationId xmlns:a16="http://schemas.microsoft.com/office/drawing/2014/main" id="{128290CB-3A05-EAB9-5A1F-23FC04C97638}"/>
              </a:ext>
            </a:extLst>
          </p:cNvPr>
          <p:cNvSpPr/>
          <p:nvPr/>
        </p:nvSpPr>
        <p:spPr>
          <a:xfrm>
            <a:off x="-1902600" y="1655996"/>
            <a:ext cx="2103320" cy="226830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DD68D509-FA37-49DD-BD9F-237765E4016E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3C4D9B5D-1D66-8550-B8F1-E96E2A0EB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75CF52C5-63BE-CE20-1250-0AF8AB20F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29" name="!!BigT1!!">
            <a:extLst>
              <a:ext uri="{FF2B5EF4-FFF2-40B4-BE49-F238E27FC236}">
                <a16:creationId xmlns:a16="http://schemas.microsoft.com/office/drawing/2014/main" id="{DE753F8A-8255-C6BD-BB61-C891EBD4536D}"/>
              </a:ext>
            </a:extLst>
          </p:cNvPr>
          <p:cNvSpPr txBox="1"/>
          <p:nvPr/>
        </p:nvSpPr>
        <p:spPr>
          <a:xfrm>
            <a:off x="8665226" y="8353136"/>
            <a:ext cx="2324100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T</a:t>
            </a:r>
            <a:endParaRPr kumimoji="0" lang="ru-RU" sz="413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grpSp>
        <p:nvGrpSpPr>
          <p:cNvPr id="41" name="!!Icon1!!">
            <a:extLst>
              <a:ext uri="{FF2B5EF4-FFF2-40B4-BE49-F238E27FC236}">
                <a16:creationId xmlns:a16="http://schemas.microsoft.com/office/drawing/2014/main" id="{E46715C5-EC84-0CDD-750D-1CC40D8CEDCE}"/>
              </a:ext>
            </a:extLst>
          </p:cNvPr>
          <p:cNvGrpSpPr/>
          <p:nvPr/>
        </p:nvGrpSpPr>
        <p:grpSpPr>
          <a:xfrm rot="2759572">
            <a:off x="8338278" y="7483185"/>
            <a:ext cx="2977995" cy="1739900"/>
            <a:chOff x="5492905" y="2530763"/>
            <a:chExt cx="2977995" cy="17399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53FCEA9A-BE9B-3BEE-8F63-9D65C9523180}"/>
                </a:ext>
              </a:extLst>
            </p:cNvPr>
            <p:cNvSpPr/>
            <p:nvPr/>
          </p:nvSpPr>
          <p:spPr>
            <a:xfrm>
              <a:off x="6972300" y="3254663"/>
              <a:ext cx="1498600" cy="2921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6CE9D170-B082-4106-4FC5-9AE269B90BE2}"/>
                </a:ext>
              </a:extLst>
            </p:cNvPr>
            <p:cNvSpPr/>
            <p:nvPr/>
          </p:nvSpPr>
          <p:spPr>
            <a:xfrm>
              <a:off x="5492905" y="2530763"/>
              <a:ext cx="1739900" cy="1739900"/>
            </a:xfrm>
            <a:custGeom>
              <a:avLst/>
              <a:gdLst>
                <a:gd name="csX0" fmla="*/ 869950 w 1739900"/>
                <a:gd name="csY0" fmla="*/ 256671 h 1739900"/>
                <a:gd name="csX1" fmla="*/ 256866 w 1739900"/>
                <a:gd name="csY1" fmla="*/ 869755 h 1739900"/>
                <a:gd name="csX2" fmla="*/ 869950 w 1739900"/>
                <a:gd name="csY2" fmla="*/ 1482839 h 1739900"/>
                <a:gd name="csX3" fmla="*/ 1483034 w 1739900"/>
                <a:gd name="csY3" fmla="*/ 869755 h 1739900"/>
                <a:gd name="csX4" fmla="*/ 869950 w 1739900"/>
                <a:gd name="csY4" fmla="*/ 256671 h 1739900"/>
                <a:gd name="csX5" fmla="*/ 869950 w 1739900"/>
                <a:gd name="csY5" fmla="*/ 0 h 1739900"/>
                <a:gd name="csX6" fmla="*/ 1739900 w 1739900"/>
                <a:gd name="csY6" fmla="*/ 869950 h 1739900"/>
                <a:gd name="csX7" fmla="*/ 869950 w 1739900"/>
                <a:gd name="csY7" fmla="*/ 1739900 h 1739900"/>
                <a:gd name="csX8" fmla="*/ 0 w 1739900"/>
                <a:gd name="csY8" fmla="*/ 869950 h 1739900"/>
                <a:gd name="csX9" fmla="*/ 869950 w 1739900"/>
                <a:gd name="csY9" fmla="*/ 0 h 1739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739900" h="1739900">
                  <a:moveTo>
                    <a:pt x="869950" y="256671"/>
                  </a:moveTo>
                  <a:cubicBezTo>
                    <a:pt x="531353" y="256671"/>
                    <a:pt x="256866" y="531158"/>
                    <a:pt x="256866" y="869755"/>
                  </a:cubicBezTo>
                  <a:cubicBezTo>
                    <a:pt x="256866" y="1208352"/>
                    <a:pt x="531353" y="1482839"/>
                    <a:pt x="869950" y="1482839"/>
                  </a:cubicBezTo>
                  <a:cubicBezTo>
                    <a:pt x="1208547" y="1482839"/>
                    <a:pt x="1483034" y="1208352"/>
                    <a:pt x="1483034" y="869755"/>
                  </a:cubicBezTo>
                  <a:cubicBezTo>
                    <a:pt x="1483034" y="531158"/>
                    <a:pt x="1208547" y="256671"/>
                    <a:pt x="869950" y="256671"/>
                  </a:cubicBezTo>
                  <a:close/>
                  <a:moveTo>
                    <a:pt x="869950" y="0"/>
                  </a:moveTo>
                  <a:cubicBezTo>
                    <a:pt x="1350410" y="0"/>
                    <a:pt x="1739900" y="389490"/>
                    <a:pt x="1739900" y="869950"/>
                  </a:cubicBezTo>
                  <a:cubicBezTo>
                    <a:pt x="1739900" y="1350410"/>
                    <a:pt x="1350410" y="1739900"/>
                    <a:pt x="869950" y="1739900"/>
                  </a:cubicBezTo>
                  <a:cubicBezTo>
                    <a:pt x="389490" y="1739900"/>
                    <a:pt x="0" y="1350410"/>
                    <a:pt x="0" y="869950"/>
                  </a:cubicBezTo>
                  <a:cubicBezTo>
                    <a:pt x="0" y="389490"/>
                    <a:pt x="389490" y="0"/>
                    <a:pt x="869950" y="0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!!TitleSectionRemoval!!">
            <a:extLst>
              <a:ext uri="{FF2B5EF4-FFF2-40B4-BE49-F238E27FC236}">
                <a16:creationId xmlns:a16="http://schemas.microsoft.com/office/drawing/2014/main" id="{DD00B30B-DFC9-1F1C-A565-F213F2FC63A7}"/>
              </a:ext>
            </a:extLst>
          </p:cNvPr>
          <p:cNvSpPr/>
          <p:nvPr/>
        </p:nvSpPr>
        <p:spPr>
          <a:xfrm>
            <a:off x="2423160" y="91665"/>
            <a:ext cx="1007364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047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6832A-749A-7C84-EFB9-CE5027A4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UnderMainText!!">
            <a:extLst>
              <a:ext uri="{FF2B5EF4-FFF2-40B4-BE49-F238E27FC236}">
                <a16:creationId xmlns:a16="http://schemas.microsoft.com/office/drawing/2014/main" id="{419ABE9A-92AB-7F1F-8DBF-89C0677E8870}"/>
              </a:ext>
            </a:extLst>
          </p:cNvPr>
          <p:cNvSpPr txBox="1"/>
          <p:nvPr/>
        </p:nvSpPr>
        <p:spPr>
          <a:xfrm>
            <a:off x="2828689" y="1465686"/>
            <a:ext cx="40710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///</a:t>
            </a:r>
            <a:endParaRPr kumimoji="0" lang="ru-RU" sz="166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8" name="!!UnderMainFiller!!">
            <a:extLst>
              <a:ext uri="{FF2B5EF4-FFF2-40B4-BE49-F238E27FC236}">
                <a16:creationId xmlns:a16="http://schemas.microsoft.com/office/drawing/2014/main" id="{A49CD02B-E315-563A-55F0-08AD1920FA91}"/>
              </a:ext>
            </a:extLst>
          </p:cNvPr>
          <p:cNvSpPr txBox="1"/>
          <p:nvPr/>
        </p:nvSpPr>
        <p:spPr>
          <a:xfrm>
            <a:off x="2828689" y="3902777"/>
            <a:ext cx="35032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iiiiiiiiiiii</a:t>
            </a:r>
            <a:endParaRPr kumimoji="0" lang="ru-RU" sz="7200" b="0" i="0" u="none" strike="noStrike" kern="1200" cap="none" spc="-30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" name="!!MainText!!">
            <a:extLst>
              <a:ext uri="{FF2B5EF4-FFF2-40B4-BE49-F238E27FC236}">
                <a16:creationId xmlns:a16="http://schemas.microsoft.com/office/drawing/2014/main" id="{60550276-0AD9-6148-5163-E955081DC097}"/>
              </a:ext>
            </a:extLst>
          </p:cNvPr>
          <p:cNvSpPr txBox="1"/>
          <p:nvPr/>
        </p:nvSpPr>
        <p:spPr>
          <a:xfrm>
            <a:off x="2828689" y="1960957"/>
            <a:ext cx="25942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dirty="0">
                <a:solidFill>
                  <a:prstClr val="white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Анализ рынка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sp>
        <p:nvSpPr>
          <p:cNvPr id="24" name="!!MainSectionRemoval!!">
            <a:extLst>
              <a:ext uri="{FF2B5EF4-FFF2-40B4-BE49-F238E27FC236}">
                <a16:creationId xmlns:a16="http://schemas.microsoft.com/office/drawing/2014/main" id="{86854F74-4B45-DEB1-6CDC-A3E335BDFD6F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A7445438-EE8C-0A6E-1D5B-A04041E4C377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5D5A3690-7894-6778-BBD7-67102ECEAFDC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01C7E9C1-48D8-A1D2-2C77-74441E9DAF4B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C73CF92A-655C-2102-1BED-5782FE01C552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!!TitleSectionRemoval!!">
            <a:extLst>
              <a:ext uri="{FF2B5EF4-FFF2-40B4-BE49-F238E27FC236}">
                <a16:creationId xmlns:a16="http://schemas.microsoft.com/office/drawing/2014/main" id="{3F34E061-7B2D-1446-E848-50BEB5B22E07}"/>
              </a:ext>
            </a:extLst>
          </p:cNvPr>
          <p:cNvSpPr/>
          <p:nvPr/>
        </p:nvSpPr>
        <p:spPr>
          <a:xfrm>
            <a:off x="2423160" y="91665"/>
            <a:ext cx="310895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BB6170C5-1610-6188-41EF-18DFD184D7D1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8CE7AD0A-59FC-92C8-0A7B-BB43FC681B63}"/>
              </a:ext>
            </a:extLst>
          </p:cNvPr>
          <p:cNvSpPr/>
          <p:nvPr/>
        </p:nvSpPr>
        <p:spPr>
          <a:xfrm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1" name="!!ShapeRemovalW2!!">
            <a:extLst>
              <a:ext uri="{FF2B5EF4-FFF2-40B4-BE49-F238E27FC236}">
                <a16:creationId xmlns:a16="http://schemas.microsoft.com/office/drawing/2014/main" id="{80D98BC0-3E66-D87C-D4D8-6520CE84838C}"/>
              </a:ext>
            </a:extLst>
          </p:cNvPr>
          <p:cNvSpPr/>
          <p:nvPr/>
        </p:nvSpPr>
        <p:spPr>
          <a:xfrm>
            <a:off x="-1734591" y="4314536"/>
            <a:ext cx="1935309" cy="1938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!!ShapeRemovalB2!!">
            <a:extLst>
              <a:ext uri="{FF2B5EF4-FFF2-40B4-BE49-F238E27FC236}">
                <a16:creationId xmlns:a16="http://schemas.microsoft.com/office/drawing/2014/main" id="{9A90949D-FF6D-1679-7368-A0008EBAC205}"/>
              </a:ext>
            </a:extLst>
          </p:cNvPr>
          <p:cNvSpPr/>
          <p:nvPr/>
        </p:nvSpPr>
        <p:spPr>
          <a:xfrm>
            <a:off x="-1902600" y="4112564"/>
            <a:ext cx="2103319" cy="240253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ShapeRemovalW1!!">
            <a:extLst>
              <a:ext uri="{FF2B5EF4-FFF2-40B4-BE49-F238E27FC236}">
                <a16:creationId xmlns:a16="http://schemas.microsoft.com/office/drawing/2014/main" id="{034704FC-E6D7-56EA-D905-EA2B1DBC6DCE}"/>
              </a:ext>
            </a:extLst>
          </p:cNvPr>
          <p:cNvSpPr/>
          <p:nvPr/>
        </p:nvSpPr>
        <p:spPr>
          <a:xfrm>
            <a:off x="-1734590" y="1817938"/>
            <a:ext cx="1935309" cy="193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!!ShapeRemovalB1!!">
            <a:extLst>
              <a:ext uri="{FF2B5EF4-FFF2-40B4-BE49-F238E27FC236}">
                <a16:creationId xmlns:a16="http://schemas.microsoft.com/office/drawing/2014/main" id="{FC4EE526-08E2-96D0-8535-2D7708D490CE}"/>
              </a:ext>
            </a:extLst>
          </p:cNvPr>
          <p:cNvSpPr/>
          <p:nvPr/>
        </p:nvSpPr>
        <p:spPr>
          <a:xfrm>
            <a:off x="-1902600" y="1655996"/>
            <a:ext cx="2103320" cy="226830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6548C1CD-C196-AB19-E8E1-2FA19090D1C5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EF63758E-6BB8-4ED4-6702-10DA6DBC5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FB2DD2D4-4531-D04F-D9C8-0DAF5A4A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08B96FEB-2FB2-6DB0-54BA-04A8680ECB1F}"/>
              </a:ext>
            </a:extLst>
          </p:cNvPr>
          <p:cNvGrpSpPr/>
          <p:nvPr/>
        </p:nvGrpSpPr>
        <p:grpSpPr>
          <a:xfrm>
            <a:off x="9091304" y="1817937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1170C2C9-258B-E690-03F0-53F8F754C997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136AEB7F-F0F6-7BE6-5AE9-5A182392D159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!!Item1!!">
            <a:extLst>
              <a:ext uri="{FF2B5EF4-FFF2-40B4-BE49-F238E27FC236}">
                <a16:creationId xmlns:a16="http://schemas.microsoft.com/office/drawing/2014/main" id="{1AEB8B42-6C43-14B3-4889-50B0CADC6F88}"/>
              </a:ext>
            </a:extLst>
          </p:cNvPr>
          <p:cNvGrpSpPr/>
          <p:nvPr/>
        </p:nvGrpSpPr>
        <p:grpSpPr>
          <a:xfrm>
            <a:off x="7817482" y="2267930"/>
            <a:ext cx="2324100" cy="7936918"/>
            <a:chOff x="7817482" y="2267930"/>
            <a:chExt cx="2324100" cy="7936918"/>
          </a:xfrm>
          <a:solidFill>
            <a:schemeClr val="bg1"/>
          </a:solidFill>
        </p:grpSpPr>
        <p:sp>
          <p:nvSpPr>
            <p:cNvPr id="29" name="!!BigT1!!">
              <a:extLst>
                <a:ext uri="{FF2B5EF4-FFF2-40B4-BE49-F238E27FC236}">
                  <a16:creationId xmlns:a16="http://schemas.microsoft.com/office/drawing/2014/main" id="{460F4714-0E66-BD1E-FEB8-F8FBA1A976D6}"/>
                </a:ext>
              </a:extLst>
            </p:cNvPr>
            <p:cNvSpPr txBox="1"/>
            <p:nvPr/>
          </p:nvSpPr>
          <p:spPr>
            <a:xfrm>
              <a:off x="7817482" y="37569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grpSp>
          <p:nvGrpSpPr>
            <p:cNvPr id="41" name="!!Icon1!!">
              <a:extLst>
                <a:ext uri="{FF2B5EF4-FFF2-40B4-BE49-F238E27FC236}">
                  <a16:creationId xmlns:a16="http://schemas.microsoft.com/office/drawing/2014/main" id="{FFCA7671-74F8-0BEC-ECB3-FC0E5A00870B}"/>
                </a:ext>
              </a:extLst>
            </p:cNvPr>
            <p:cNvGrpSpPr/>
            <p:nvPr/>
          </p:nvGrpSpPr>
          <p:grpSpPr>
            <a:xfrm rot="2759572">
              <a:off x="7490534" y="2886978"/>
              <a:ext cx="2977995" cy="1739900"/>
              <a:chOff x="5492905" y="2530763"/>
              <a:chExt cx="2977995" cy="1739900"/>
            </a:xfrm>
            <a:grpFill/>
          </p:grpSpPr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94E85A03-B017-8752-8111-16A5106B590B}"/>
                  </a:ext>
                </a:extLst>
              </p:cNvPr>
              <p:cNvSpPr/>
              <p:nvPr/>
            </p:nvSpPr>
            <p:spPr>
              <a:xfrm>
                <a:off x="6972300" y="3254663"/>
                <a:ext cx="1498600" cy="2921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7A69F81B-5C0E-4687-854D-C195DDDD53C8}"/>
                  </a:ext>
                </a:extLst>
              </p:cNvPr>
              <p:cNvSpPr/>
              <p:nvPr/>
            </p:nvSpPr>
            <p:spPr>
              <a:xfrm>
                <a:off x="5492905" y="2530763"/>
                <a:ext cx="1739900" cy="1739900"/>
              </a:xfrm>
              <a:custGeom>
                <a:avLst/>
                <a:gdLst>
                  <a:gd name="csX0" fmla="*/ 869950 w 1739900"/>
                  <a:gd name="csY0" fmla="*/ 256671 h 1739900"/>
                  <a:gd name="csX1" fmla="*/ 256866 w 1739900"/>
                  <a:gd name="csY1" fmla="*/ 869755 h 1739900"/>
                  <a:gd name="csX2" fmla="*/ 869950 w 1739900"/>
                  <a:gd name="csY2" fmla="*/ 1482839 h 1739900"/>
                  <a:gd name="csX3" fmla="*/ 1483034 w 1739900"/>
                  <a:gd name="csY3" fmla="*/ 869755 h 1739900"/>
                  <a:gd name="csX4" fmla="*/ 869950 w 1739900"/>
                  <a:gd name="csY4" fmla="*/ 256671 h 1739900"/>
                  <a:gd name="csX5" fmla="*/ 869950 w 1739900"/>
                  <a:gd name="csY5" fmla="*/ 0 h 1739900"/>
                  <a:gd name="csX6" fmla="*/ 1739900 w 1739900"/>
                  <a:gd name="csY6" fmla="*/ 869950 h 1739900"/>
                  <a:gd name="csX7" fmla="*/ 869950 w 1739900"/>
                  <a:gd name="csY7" fmla="*/ 1739900 h 1739900"/>
                  <a:gd name="csX8" fmla="*/ 0 w 1739900"/>
                  <a:gd name="csY8" fmla="*/ 869950 h 1739900"/>
                  <a:gd name="csX9" fmla="*/ 869950 w 1739900"/>
                  <a:gd name="csY9" fmla="*/ 0 h 1739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39900" h="1739900">
                    <a:moveTo>
                      <a:pt x="869950" y="256671"/>
                    </a:moveTo>
                    <a:cubicBezTo>
                      <a:pt x="531353" y="256671"/>
                      <a:pt x="256866" y="531158"/>
                      <a:pt x="256866" y="869755"/>
                    </a:cubicBezTo>
                    <a:cubicBezTo>
                      <a:pt x="256866" y="1208352"/>
                      <a:pt x="531353" y="1482839"/>
                      <a:pt x="869950" y="1482839"/>
                    </a:cubicBezTo>
                    <a:cubicBezTo>
                      <a:pt x="1208547" y="1482839"/>
                      <a:pt x="1483034" y="1208352"/>
                      <a:pt x="1483034" y="869755"/>
                    </a:cubicBezTo>
                    <a:cubicBezTo>
                      <a:pt x="1483034" y="531158"/>
                      <a:pt x="1208547" y="256671"/>
                      <a:pt x="869950" y="256671"/>
                    </a:cubicBezTo>
                    <a:close/>
                    <a:moveTo>
                      <a:pt x="869950" y="0"/>
                    </a:moveTo>
                    <a:cubicBezTo>
                      <a:pt x="1350410" y="0"/>
                      <a:pt x="1739900" y="389490"/>
                      <a:pt x="1739900" y="869950"/>
                    </a:cubicBezTo>
                    <a:cubicBezTo>
                      <a:pt x="1739900" y="1350410"/>
                      <a:pt x="1350410" y="1739900"/>
                      <a:pt x="869950" y="1739900"/>
                    </a:cubicBezTo>
                    <a:cubicBezTo>
                      <a:pt x="389490" y="1739900"/>
                      <a:pt x="0" y="1350410"/>
                      <a:pt x="0" y="869950"/>
                    </a:cubicBezTo>
                    <a:cubicBezTo>
                      <a:pt x="0" y="389490"/>
                      <a:pt x="389490" y="0"/>
                      <a:pt x="86995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D41730AF-484D-BDEC-658A-433F9A266A6F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TitleSectionRemoval!!">
            <a:extLst>
              <a:ext uri="{FF2B5EF4-FFF2-40B4-BE49-F238E27FC236}">
                <a16:creationId xmlns:a16="http://schemas.microsoft.com/office/drawing/2014/main" id="{D14C4344-4E82-4AA8-1010-BB965C4DE5F9}"/>
              </a:ext>
            </a:extLst>
          </p:cNvPr>
          <p:cNvSpPr/>
          <p:nvPr/>
        </p:nvSpPr>
        <p:spPr>
          <a:xfrm>
            <a:off x="2423160" y="91665"/>
            <a:ext cx="310895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716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F946C-5DDC-FD27-330C-86A631D17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967F587C-A444-6B65-7CFF-E8C091DCE057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28D8CB9C-6511-5C73-FF20-409AF6EF192B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ACCB8221-C987-2F55-F189-851EB8C7D019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879D19AF-625D-E1DB-E436-C26B39EE989F}"/>
                </a:ext>
              </a:extLst>
            </p:cNvPr>
            <p:cNvSpPr txBox="1"/>
            <p:nvPr/>
          </p:nvSpPr>
          <p:spPr>
            <a:xfrm>
              <a:off x="2828689" y="1960957"/>
              <a:ext cx="259421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Анализ рынка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0CC0C7C1-C349-FA4D-7DD3-8E3F5E066646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DF0BCB24-FFE3-6418-31A5-CEB8118B2A06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74F2BC02-CB1B-5CEE-10AB-BE423258A0B7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B6972952-5548-BF2D-3A2A-87786CD21DAF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C27494B3-68BB-5486-E23E-17F6EFEC72BB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49C966F5-C870-9FD4-3311-B1E05B1CF541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A7B63AFF-EB76-AF5C-DA98-B7B8E839EB7A}"/>
              </a:ext>
            </a:extLst>
          </p:cNvPr>
          <p:cNvSpPr/>
          <p:nvPr/>
        </p:nvSpPr>
        <p:spPr>
          <a:xfrm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9DBB7511-3C39-FC91-AA65-7096175DCB03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A2198A56-DA49-CC54-C482-A3E424A3E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924F8C56-E5CB-2320-5A93-3CBF74EA2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CC52F102-6CD3-0196-99A2-0C3A81F87DD9}"/>
              </a:ext>
            </a:extLst>
          </p:cNvPr>
          <p:cNvGrpSpPr/>
          <p:nvPr/>
        </p:nvGrpSpPr>
        <p:grpSpPr>
          <a:xfrm>
            <a:off x="9091304" y="1817937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2CC83633-0D9B-5174-9B27-2138B2B4AB38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CF1ABCD0-AF47-0A9B-0DDC-63BA014B5D9D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1!!">
            <a:extLst>
              <a:ext uri="{FF2B5EF4-FFF2-40B4-BE49-F238E27FC236}">
                <a16:creationId xmlns:a16="http://schemas.microsoft.com/office/drawing/2014/main" id="{4C7C5BE1-F1A2-0BB4-6422-273EC3F697B7}"/>
              </a:ext>
            </a:extLst>
          </p:cNvPr>
          <p:cNvGrpSpPr/>
          <p:nvPr/>
        </p:nvGrpSpPr>
        <p:grpSpPr>
          <a:xfrm>
            <a:off x="7817482" y="2267930"/>
            <a:ext cx="2324100" cy="7936918"/>
            <a:chOff x="7817482" y="2267930"/>
            <a:chExt cx="2324100" cy="7936918"/>
          </a:xfrm>
          <a:solidFill>
            <a:schemeClr val="bg1"/>
          </a:solidFill>
        </p:grpSpPr>
        <p:sp>
          <p:nvSpPr>
            <p:cNvPr id="29" name="!!BigT1!!">
              <a:extLst>
                <a:ext uri="{FF2B5EF4-FFF2-40B4-BE49-F238E27FC236}">
                  <a16:creationId xmlns:a16="http://schemas.microsoft.com/office/drawing/2014/main" id="{B631CB96-9861-B1C3-A64B-EEEBC8524AE5}"/>
                </a:ext>
              </a:extLst>
            </p:cNvPr>
            <p:cNvSpPr txBox="1"/>
            <p:nvPr/>
          </p:nvSpPr>
          <p:spPr>
            <a:xfrm>
              <a:off x="7817482" y="37569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grpSp>
          <p:nvGrpSpPr>
            <p:cNvPr id="41" name="!!Icon1!!">
              <a:extLst>
                <a:ext uri="{FF2B5EF4-FFF2-40B4-BE49-F238E27FC236}">
                  <a16:creationId xmlns:a16="http://schemas.microsoft.com/office/drawing/2014/main" id="{F5BCFFC2-2AEF-65FE-7567-133703F7CF94}"/>
                </a:ext>
              </a:extLst>
            </p:cNvPr>
            <p:cNvGrpSpPr/>
            <p:nvPr/>
          </p:nvGrpSpPr>
          <p:grpSpPr>
            <a:xfrm rot="2759572">
              <a:off x="7490534" y="2886978"/>
              <a:ext cx="2977995" cy="1739900"/>
              <a:chOff x="5492905" y="2530763"/>
              <a:chExt cx="2977995" cy="1739900"/>
            </a:xfrm>
            <a:grpFill/>
          </p:grpSpPr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45126993-E0BB-9A8E-9D08-3841E889B4EC}"/>
                  </a:ext>
                </a:extLst>
              </p:cNvPr>
              <p:cNvSpPr/>
              <p:nvPr/>
            </p:nvSpPr>
            <p:spPr>
              <a:xfrm>
                <a:off x="6972300" y="3254663"/>
                <a:ext cx="1498600" cy="2921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B9B8271E-5129-D64E-8DAA-99C1AA7258D2}"/>
                  </a:ext>
                </a:extLst>
              </p:cNvPr>
              <p:cNvSpPr/>
              <p:nvPr/>
            </p:nvSpPr>
            <p:spPr>
              <a:xfrm>
                <a:off x="5492905" y="2530763"/>
                <a:ext cx="1739900" cy="1739900"/>
              </a:xfrm>
              <a:custGeom>
                <a:avLst/>
                <a:gdLst>
                  <a:gd name="csX0" fmla="*/ 869950 w 1739900"/>
                  <a:gd name="csY0" fmla="*/ 256671 h 1739900"/>
                  <a:gd name="csX1" fmla="*/ 256866 w 1739900"/>
                  <a:gd name="csY1" fmla="*/ 869755 h 1739900"/>
                  <a:gd name="csX2" fmla="*/ 869950 w 1739900"/>
                  <a:gd name="csY2" fmla="*/ 1482839 h 1739900"/>
                  <a:gd name="csX3" fmla="*/ 1483034 w 1739900"/>
                  <a:gd name="csY3" fmla="*/ 869755 h 1739900"/>
                  <a:gd name="csX4" fmla="*/ 869950 w 1739900"/>
                  <a:gd name="csY4" fmla="*/ 256671 h 1739900"/>
                  <a:gd name="csX5" fmla="*/ 869950 w 1739900"/>
                  <a:gd name="csY5" fmla="*/ 0 h 1739900"/>
                  <a:gd name="csX6" fmla="*/ 1739900 w 1739900"/>
                  <a:gd name="csY6" fmla="*/ 869950 h 1739900"/>
                  <a:gd name="csX7" fmla="*/ 869950 w 1739900"/>
                  <a:gd name="csY7" fmla="*/ 1739900 h 1739900"/>
                  <a:gd name="csX8" fmla="*/ 0 w 1739900"/>
                  <a:gd name="csY8" fmla="*/ 869950 h 1739900"/>
                  <a:gd name="csX9" fmla="*/ 869950 w 1739900"/>
                  <a:gd name="csY9" fmla="*/ 0 h 1739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39900" h="1739900">
                    <a:moveTo>
                      <a:pt x="869950" y="256671"/>
                    </a:moveTo>
                    <a:cubicBezTo>
                      <a:pt x="531353" y="256671"/>
                      <a:pt x="256866" y="531158"/>
                      <a:pt x="256866" y="869755"/>
                    </a:cubicBezTo>
                    <a:cubicBezTo>
                      <a:pt x="256866" y="1208352"/>
                      <a:pt x="531353" y="1482839"/>
                      <a:pt x="869950" y="1482839"/>
                    </a:cubicBezTo>
                    <a:cubicBezTo>
                      <a:pt x="1208547" y="1482839"/>
                      <a:pt x="1483034" y="1208352"/>
                      <a:pt x="1483034" y="869755"/>
                    </a:cubicBezTo>
                    <a:cubicBezTo>
                      <a:pt x="1483034" y="531158"/>
                      <a:pt x="1208547" y="256671"/>
                      <a:pt x="869950" y="256671"/>
                    </a:cubicBezTo>
                    <a:close/>
                    <a:moveTo>
                      <a:pt x="869950" y="0"/>
                    </a:moveTo>
                    <a:cubicBezTo>
                      <a:pt x="1350410" y="0"/>
                      <a:pt x="1739900" y="389490"/>
                      <a:pt x="1739900" y="869950"/>
                    </a:cubicBezTo>
                    <a:cubicBezTo>
                      <a:pt x="1739900" y="1350410"/>
                      <a:pt x="1350410" y="1739900"/>
                      <a:pt x="869950" y="1739900"/>
                    </a:cubicBezTo>
                    <a:cubicBezTo>
                      <a:pt x="389490" y="1739900"/>
                      <a:pt x="0" y="1350410"/>
                      <a:pt x="0" y="869950"/>
                    </a:cubicBezTo>
                    <a:cubicBezTo>
                      <a:pt x="0" y="389490"/>
                      <a:pt x="389490" y="0"/>
                      <a:pt x="86995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E9DFFEE9-2944-60D6-5139-359579D37D1D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76CE186C-0FD1-B4F7-DD6F-EC6DA70E9012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2554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B3004-F7D8-E512-F88C-88ED28F1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5A69D6E8-F5EB-5C6C-DCE4-357D83194881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10455C04-0F34-30A4-095A-AA5907729395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333E8A55-22C2-6144-F46C-2A8445E5280C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21A627DD-8CA2-A7F6-5CC6-2583669094CB}"/>
                </a:ext>
              </a:extLst>
            </p:cNvPr>
            <p:cNvSpPr txBox="1"/>
            <p:nvPr/>
          </p:nvSpPr>
          <p:spPr>
            <a:xfrm>
              <a:off x="2828689" y="1960957"/>
              <a:ext cx="258151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Анализ рынка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167F0EDF-3C51-78FA-DA31-8C269AD8D08A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E37ECCAE-8D7F-3826-99EC-C2F470D5B6BC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AF0A5B7E-5628-5D3E-BF58-BDD9B841358B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0D4BDF93-95DD-AADB-8FAD-FB8B4B173615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8D59FE1F-548D-5974-DD47-589162A2B969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7ECBB5E8-A3B1-3E5B-86D4-541731886EB1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680259D0-01F5-0805-E258-3839DE41A9F5}"/>
              </a:ext>
            </a:extLst>
          </p:cNvPr>
          <p:cNvSpPr/>
          <p:nvPr/>
        </p:nvSpPr>
        <p:spPr>
          <a:xfrm rot="27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97312276-65B4-1369-DEAD-2D2520E85B59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3C6246C8-5246-2EA2-7B2B-92AEE0DE1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5023E07C-1C80-5CF4-E4C7-DBD7E7231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2B0E7E3F-AF2A-FC38-A130-22BDE1CC2D11}"/>
              </a:ext>
            </a:extLst>
          </p:cNvPr>
          <p:cNvGrpSpPr/>
          <p:nvPr/>
        </p:nvGrpSpPr>
        <p:grpSpPr>
          <a:xfrm>
            <a:off x="9091304" y="1817937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4E68A031-3DB5-75D1-2880-FA5F28E1D565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0FDBD56C-F15E-C116-4591-AF9780D12583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1!!">
            <a:extLst>
              <a:ext uri="{FF2B5EF4-FFF2-40B4-BE49-F238E27FC236}">
                <a16:creationId xmlns:a16="http://schemas.microsoft.com/office/drawing/2014/main" id="{B3799585-94A8-FF8D-9D40-B6530663D64D}"/>
              </a:ext>
            </a:extLst>
          </p:cNvPr>
          <p:cNvGrpSpPr/>
          <p:nvPr/>
        </p:nvGrpSpPr>
        <p:grpSpPr>
          <a:xfrm>
            <a:off x="7817482" y="2267930"/>
            <a:ext cx="2324100" cy="7936918"/>
            <a:chOff x="7817482" y="2267930"/>
            <a:chExt cx="2324100" cy="7936918"/>
          </a:xfrm>
          <a:solidFill>
            <a:schemeClr val="bg1"/>
          </a:solidFill>
        </p:grpSpPr>
        <p:sp>
          <p:nvSpPr>
            <p:cNvPr id="29" name="!!BigT1!!">
              <a:extLst>
                <a:ext uri="{FF2B5EF4-FFF2-40B4-BE49-F238E27FC236}">
                  <a16:creationId xmlns:a16="http://schemas.microsoft.com/office/drawing/2014/main" id="{51A3ED06-7461-E512-5575-0F7E32481753}"/>
                </a:ext>
              </a:extLst>
            </p:cNvPr>
            <p:cNvSpPr txBox="1"/>
            <p:nvPr/>
          </p:nvSpPr>
          <p:spPr>
            <a:xfrm>
              <a:off x="7817482" y="37569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grpSp>
          <p:nvGrpSpPr>
            <p:cNvPr id="41" name="!!Icon1!!">
              <a:extLst>
                <a:ext uri="{FF2B5EF4-FFF2-40B4-BE49-F238E27FC236}">
                  <a16:creationId xmlns:a16="http://schemas.microsoft.com/office/drawing/2014/main" id="{79AF8C82-0E5A-D7C8-DE29-D3949A9B9B12}"/>
                </a:ext>
              </a:extLst>
            </p:cNvPr>
            <p:cNvGrpSpPr/>
            <p:nvPr/>
          </p:nvGrpSpPr>
          <p:grpSpPr>
            <a:xfrm rot="2759572">
              <a:off x="7490534" y="2886978"/>
              <a:ext cx="2977995" cy="1739900"/>
              <a:chOff x="5492905" y="2530763"/>
              <a:chExt cx="2977995" cy="1739900"/>
            </a:xfrm>
            <a:grpFill/>
          </p:grpSpPr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4C6C727D-277D-A833-D689-65422C222D36}"/>
                  </a:ext>
                </a:extLst>
              </p:cNvPr>
              <p:cNvSpPr/>
              <p:nvPr/>
            </p:nvSpPr>
            <p:spPr>
              <a:xfrm>
                <a:off x="6972300" y="3254663"/>
                <a:ext cx="1498600" cy="29210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17B7DCBE-AA98-FB21-628E-2532BE263216}"/>
                  </a:ext>
                </a:extLst>
              </p:cNvPr>
              <p:cNvSpPr/>
              <p:nvPr/>
            </p:nvSpPr>
            <p:spPr>
              <a:xfrm>
                <a:off x="5492905" y="2530763"/>
                <a:ext cx="1739900" cy="1739900"/>
              </a:xfrm>
              <a:custGeom>
                <a:avLst/>
                <a:gdLst>
                  <a:gd name="csX0" fmla="*/ 869950 w 1739900"/>
                  <a:gd name="csY0" fmla="*/ 256671 h 1739900"/>
                  <a:gd name="csX1" fmla="*/ 256866 w 1739900"/>
                  <a:gd name="csY1" fmla="*/ 869755 h 1739900"/>
                  <a:gd name="csX2" fmla="*/ 869950 w 1739900"/>
                  <a:gd name="csY2" fmla="*/ 1482839 h 1739900"/>
                  <a:gd name="csX3" fmla="*/ 1483034 w 1739900"/>
                  <a:gd name="csY3" fmla="*/ 869755 h 1739900"/>
                  <a:gd name="csX4" fmla="*/ 869950 w 1739900"/>
                  <a:gd name="csY4" fmla="*/ 256671 h 1739900"/>
                  <a:gd name="csX5" fmla="*/ 869950 w 1739900"/>
                  <a:gd name="csY5" fmla="*/ 0 h 1739900"/>
                  <a:gd name="csX6" fmla="*/ 1739900 w 1739900"/>
                  <a:gd name="csY6" fmla="*/ 869950 h 1739900"/>
                  <a:gd name="csX7" fmla="*/ 869950 w 1739900"/>
                  <a:gd name="csY7" fmla="*/ 1739900 h 1739900"/>
                  <a:gd name="csX8" fmla="*/ 0 w 1739900"/>
                  <a:gd name="csY8" fmla="*/ 869950 h 1739900"/>
                  <a:gd name="csX9" fmla="*/ 869950 w 1739900"/>
                  <a:gd name="csY9" fmla="*/ 0 h 1739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39900" h="1739900">
                    <a:moveTo>
                      <a:pt x="869950" y="256671"/>
                    </a:moveTo>
                    <a:cubicBezTo>
                      <a:pt x="531353" y="256671"/>
                      <a:pt x="256866" y="531158"/>
                      <a:pt x="256866" y="869755"/>
                    </a:cubicBezTo>
                    <a:cubicBezTo>
                      <a:pt x="256866" y="1208352"/>
                      <a:pt x="531353" y="1482839"/>
                      <a:pt x="869950" y="1482839"/>
                    </a:cubicBezTo>
                    <a:cubicBezTo>
                      <a:pt x="1208547" y="1482839"/>
                      <a:pt x="1483034" y="1208352"/>
                      <a:pt x="1483034" y="869755"/>
                    </a:cubicBezTo>
                    <a:cubicBezTo>
                      <a:pt x="1483034" y="531158"/>
                      <a:pt x="1208547" y="256671"/>
                      <a:pt x="869950" y="256671"/>
                    </a:cubicBezTo>
                    <a:close/>
                    <a:moveTo>
                      <a:pt x="869950" y="0"/>
                    </a:moveTo>
                    <a:cubicBezTo>
                      <a:pt x="1350410" y="0"/>
                      <a:pt x="1739900" y="389490"/>
                      <a:pt x="1739900" y="869950"/>
                    </a:cubicBezTo>
                    <a:cubicBezTo>
                      <a:pt x="1739900" y="1350410"/>
                      <a:pt x="1350410" y="1739900"/>
                      <a:pt x="869950" y="1739900"/>
                    </a:cubicBezTo>
                    <a:cubicBezTo>
                      <a:pt x="389490" y="1739900"/>
                      <a:pt x="0" y="1350410"/>
                      <a:pt x="0" y="869950"/>
                    </a:cubicBezTo>
                    <a:cubicBezTo>
                      <a:pt x="0" y="389490"/>
                      <a:pt x="389490" y="0"/>
                      <a:pt x="869950" y="0"/>
                    </a:cubicBezTo>
                    <a:close/>
                  </a:path>
                </a:pathLst>
              </a:cu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3318C252-FFAB-D2FA-334E-55F83C482988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B42A2462-10EC-8361-4DE1-4258FA617CA2}"/>
              </a:ext>
            </a:extLst>
          </p:cNvPr>
          <p:cNvSpPr/>
          <p:nvPr/>
        </p:nvSpPr>
        <p:spPr>
          <a:xfrm>
            <a:off x="2423161" y="1528580"/>
            <a:ext cx="4398036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896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EDC21-0CD2-5A33-82CB-D9F23E34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3FBF2164-8905-E018-E45F-C4E32A78FB32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1DB9295B-E5F3-9D0A-F5F4-0DCD2E94FE89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88DBCE05-B413-F104-B8FC-6874B0E2EC52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D87199BE-2E60-9A19-60B9-2781AA509361}"/>
                </a:ext>
              </a:extLst>
            </p:cNvPr>
            <p:cNvSpPr txBox="1"/>
            <p:nvPr/>
          </p:nvSpPr>
          <p:spPr>
            <a:xfrm>
              <a:off x="2828689" y="1960957"/>
              <a:ext cx="39785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Проектирование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DABB3FD5-EB29-82AD-0B4C-48F9BD436B7F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D523F1DE-12CF-364B-7187-23E7489885EC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716AEEF8-DBB8-0E48-4817-711308B4C669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48D51684-0073-18E7-3575-21982AF9D839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EFAA6160-2974-51C3-9F34-80C0E820AD32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61663607-964D-4993-3336-53CC36535CC9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A16847A8-74B0-5D6C-4793-FB52B4A35167}"/>
              </a:ext>
            </a:extLst>
          </p:cNvPr>
          <p:cNvSpPr/>
          <p:nvPr/>
        </p:nvSpPr>
        <p:spPr>
          <a:xfrm rot="27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68822FA4-D332-7B00-3BAB-FF7A3A77AEF3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CA312446-39E0-AE76-BFBE-B051D5DA5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35E3C30D-B17B-1CBB-D755-4796473C3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C1E1FB53-5402-2EE3-9BF9-692007EB0C01}"/>
              </a:ext>
            </a:extLst>
          </p:cNvPr>
          <p:cNvGrpSpPr/>
          <p:nvPr/>
        </p:nvGrpSpPr>
        <p:grpSpPr>
          <a:xfrm>
            <a:off x="9091304" y="1817937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4769E75F-0F52-095B-6BAD-A0C572266FF2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1C11E004-92DE-ED80-C193-089A0BB0BB69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1!!">
            <a:extLst>
              <a:ext uri="{FF2B5EF4-FFF2-40B4-BE49-F238E27FC236}">
                <a16:creationId xmlns:a16="http://schemas.microsoft.com/office/drawing/2014/main" id="{6E9502FD-8D8F-463D-C722-0EF3C2898A02}"/>
              </a:ext>
            </a:extLst>
          </p:cNvPr>
          <p:cNvGrpSpPr/>
          <p:nvPr/>
        </p:nvGrpSpPr>
        <p:grpSpPr>
          <a:xfrm>
            <a:off x="7817482" y="2267930"/>
            <a:ext cx="2324100" cy="7936918"/>
            <a:chOff x="7817482" y="2267930"/>
            <a:chExt cx="2324100" cy="7936918"/>
          </a:xfrm>
          <a:solidFill>
            <a:schemeClr val="bg1"/>
          </a:solidFill>
        </p:grpSpPr>
        <p:sp>
          <p:nvSpPr>
            <p:cNvPr id="29" name="!!BigT1!!">
              <a:extLst>
                <a:ext uri="{FF2B5EF4-FFF2-40B4-BE49-F238E27FC236}">
                  <a16:creationId xmlns:a16="http://schemas.microsoft.com/office/drawing/2014/main" id="{C731CEF1-C796-737C-ED9A-E22D2CFD82BD}"/>
                </a:ext>
              </a:extLst>
            </p:cNvPr>
            <p:cNvSpPr txBox="1"/>
            <p:nvPr/>
          </p:nvSpPr>
          <p:spPr>
            <a:xfrm>
              <a:off x="7817482" y="37569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grpSp>
          <p:nvGrpSpPr>
            <p:cNvPr id="41" name="!!Icon1!!">
              <a:extLst>
                <a:ext uri="{FF2B5EF4-FFF2-40B4-BE49-F238E27FC236}">
                  <a16:creationId xmlns:a16="http://schemas.microsoft.com/office/drawing/2014/main" id="{5852329A-B772-CCA1-29C8-1689C4EF7C68}"/>
                </a:ext>
              </a:extLst>
            </p:cNvPr>
            <p:cNvGrpSpPr/>
            <p:nvPr/>
          </p:nvGrpSpPr>
          <p:grpSpPr>
            <a:xfrm rot="2759572">
              <a:off x="7490534" y="2886978"/>
              <a:ext cx="2977995" cy="1739900"/>
              <a:chOff x="5492905" y="2530763"/>
              <a:chExt cx="2977995" cy="1739900"/>
            </a:xfrm>
            <a:grpFill/>
          </p:grpSpPr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809E8791-1FD1-C261-344B-A44D598CA454}"/>
                  </a:ext>
                </a:extLst>
              </p:cNvPr>
              <p:cNvSpPr/>
              <p:nvPr/>
            </p:nvSpPr>
            <p:spPr>
              <a:xfrm>
                <a:off x="6972300" y="3254663"/>
                <a:ext cx="1498600" cy="29210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08EBA17E-81C9-90A1-8DF4-F1EB8C318BCD}"/>
                  </a:ext>
                </a:extLst>
              </p:cNvPr>
              <p:cNvSpPr/>
              <p:nvPr/>
            </p:nvSpPr>
            <p:spPr>
              <a:xfrm>
                <a:off x="5492905" y="2530763"/>
                <a:ext cx="1739900" cy="1739900"/>
              </a:xfrm>
              <a:custGeom>
                <a:avLst/>
                <a:gdLst>
                  <a:gd name="csX0" fmla="*/ 869950 w 1739900"/>
                  <a:gd name="csY0" fmla="*/ 256671 h 1739900"/>
                  <a:gd name="csX1" fmla="*/ 256866 w 1739900"/>
                  <a:gd name="csY1" fmla="*/ 869755 h 1739900"/>
                  <a:gd name="csX2" fmla="*/ 869950 w 1739900"/>
                  <a:gd name="csY2" fmla="*/ 1482839 h 1739900"/>
                  <a:gd name="csX3" fmla="*/ 1483034 w 1739900"/>
                  <a:gd name="csY3" fmla="*/ 869755 h 1739900"/>
                  <a:gd name="csX4" fmla="*/ 869950 w 1739900"/>
                  <a:gd name="csY4" fmla="*/ 256671 h 1739900"/>
                  <a:gd name="csX5" fmla="*/ 869950 w 1739900"/>
                  <a:gd name="csY5" fmla="*/ 0 h 1739900"/>
                  <a:gd name="csX6" fmla="*/ 1739900 w 1739900"/>
                  <a:gd name="csY6" fmla="*/ 869950 h 1739900"/>
                  <a:gd name="csX7" fmla="*/ 869950 w 1739900"/>
                  <a:gd name="csY7" fmla="*/ 1739900 h 1739900"/>
                  <a:gd name="csX8" fmla="*/ 0 w 1739900"/>
                  <a:gd name="csY8" fmla="*/ 869950 h 1739900"/>
                  <a:gd name="csX9" fmla="*/ 869950 w 1739900"/>
                  <a:gd name="csY9" fmla="*/ 0 h 1739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39900" h="1739900">
                    <a:moveTo>
                      <a:pt x="869950" y="256671"/>
                    </a:moveTo>
                    <a:cubicBezTo>
                      <a:pt x="531353" y="256671"/>
                      <a:pt x="256866" y="531158"/>
                      <a:pt x="256866" y="869755"/>
                    </a:cubicBezTo>
                    <a:cubicBezTo>
                      <a:pt x="256866" y="1208352"/>
                      <a:pt x="531353" y="1482839"/>
                      <a:pt x="869950" y="1482839"/>
                    </a:cubicBezTo>
                    <a:cubicBezTo>
                      <a:pt x="1208547" y="1482839"/>
                      <a:pt x="1483034" y="1208352"/>
                      <a:pt x="1483034" y="869755"/>
                    </a:cubicBezTo>
                    <a:cubicBezTo>
                      <a:pt x="1483034" y="531158"/>
                      <a:pt x="1208547" y="256671"/>
                      <a:pt x="869950" y="256671"/>
                    </a:cubicBezTo>
                    <a:close/>
                    <a:moveTo>
                      <a:pt x="869950" y="0"/>
                    </a:moveTo>
                    <a:cubicBezTo>
                      <a:pt x="1350410" y="0"/>
                      <a:pt x="1739900" y="389490"/>
                      <a:pt x="1739900" y="869950"/>
                    </a:cubicBezTo>
                    <a:cubicBezTo>
                      <a:pt x="1739900" y="1350410"/>
                      <a:pt x="1350410" y="1739900"/>
                      <a:pt x="869950" y="1739900"/>
                    </a:cubicBezTo>
                    <a:cubicBezTo>
                      <a:pt x="389490" y="1739900"/>
                      <a:pt x="0" y="1350410"/>
                      <a:pt x="0" y="869950"/>
                    </a:cubicBezTo>
                    <a:cubicBezTo>
                      <a:pt x="0" y="389490"/>
                      <a:pt x="389490" y="0"/>
                      <a:pt x="869950" y="0"/>
                    </a:cubicBezTo>
                    <a:close/>
                  </a:path>
                </a:pathLst>
              </a:cu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022A629E-CD9A-DE88-353D-B35B4CE2BD2E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E50801BD-72A3-4998-2145-8957673B9399}"/>
              </a:ext>
            </a:extLst>
          </p:cNvPr>
          <p:cNvSpPr/>
          <p:nvPr/>
        </p:nvSpPr>
        <p:spPr>
          <a:xfrm>
            <a:off x="2423161" y="1528580"/>
            <a:ext cx="4398036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27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7638C-8616-84E7-BD76-E16440A2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05DD8EB9-153C-1E04-66B9-73FCE426E433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F3396C9A-6DDB-1CAF-5AE7-E72E254063A2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5B25F56C-C8E1-2F5D-4130-DD522BBFE7A0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25A90BA9-49D9-40BD-48E6-88EA485A8759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3600" dirty="0">
                  <a:solidFill>
                    <a:prstClr val="white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Проектирование</a:t>
              </a:r>
              <a:endPara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7CEFB92F-DBBC-6246-B0B4-0B38A3F7BEBE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05BE50AC-5526-FEF8-22BF-C9D8F61C4809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62DC0922-E3E9-1787-03D7-FAA2C970CA55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DC84DBC-EACD-A471-F530-BE83040360B1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C9593C85-175D-D8B4-7D6C-F68DE6B46DF2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459263E6-BE1E-7A4A-930F-4708801CA835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DC92074F-9289-A542-0EF9-125374C4D226}"/>
              </a:ext>
            </a:extLst>
          </p:cNvPr>
          <p:cNvSpPr/>
          <p:nvPr/>
        </p:nvSpPr>
        <p:spPr>
          <a:xfrm rot="27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4BD4B4CB-498B-070E-10AF-2B1FBAF91B65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E134F0A7-00A0-F454-F23B-94F3B5FE4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C3CC92E7-BDE8-C512-29F9-E6932D23C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89CF02AF-7B02-657A-96CE-C5073ED976A8}"/>
              </a:ext>
            </a:extLst>
          </p:cNvPr>
          <p:cNvGrpSpPr/>
          <p:nvPr/>
        </p:nvGrpSpPr>
        <p:grpSpPr>
          <a:xfrm>
            <a:off x="8996557" y="2167564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18A7AA32-4FFC-502D-4D70-C4BA900354F8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4C6B37D9-6AB0-399E-794F-F5F43A6F587C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B81E32B3-AAE8-B0F3-0CB0-0273CAE362E6}"/>
              </a:ext>
            </a:extLst>
          </p:cNvPr>
          <p:cNvGrpSpPr/>
          <p:nvPr/>
        </p:nvGrpSpPr>
        <p:grpSpPr>
          <a:xfrm>
            <a:off x="7759942" y="2751811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DAF51F76-882A-A004-3AF4-B01473131926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B6666786-A855-8736-1DAB-BA1FD50C8E50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1!!">
            <a:extLst>
              <a:ext uri="{FF2B5EF4-FFF2-40B4-BE49-F238E27FC236}">
                <a16:creationId xmlns:a16="http://schemas.microsoft.com/office/drawing/2014/main" id="{EDF36189-ED8C-9DAB-5219-3EE2401D4CB6}"/>
              </a:ext>
            </a:extLst>
          </p:cNvPr>
          <p:cNvGrpSpPr/>
          <p:nvPr/>
        </p:nvGrpSpPr>
        <p:grpSpPr>
          <a:xfrm>
            <a:off x="7817482" y="6780488"/>
            <a:ext cx="2324100" cy="7936918"/>
            <a:chOff x="7817482" y="2267930"/>
            <a:chExt cx="2324100" cy="7936918"/>
          </a:xfrm>
          <a:solidFill>
            <a:schemeClr val="bg1"/>
          </a:solidFill>
        </p:grpSpPr>
        <p:sp>
          <p:nvSpPr>
            <p:cNvPr id="29" name="!!BigT1!!">
              <a:extLst>
                <a:ext uri="{FF2B5EF4-FFF2-40B4-BE49-F238E27FC236}">
                  <a16:creationId xmlns:a16="http://schemas.microsoft.com/office/drawing/2014/main" id="{B1A1CBA3-ECE7-B736-D2B1-AAC1960EAA30}"/>
                </a:ext>
              </a:extLst>
            </p:cNvPr>
            <p:cNvSpPr txBox="1"/>
            <p:nvPr/>
          </p:nvSpPr>
          <p:spPr>
            <a:xfrm>
              <a:off x="7817482" y="37569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grpSp>
          <p:nvGrpSpPr>
            <p:cNvPr id="41" name="!!Icon1!!">
              <a:extLst>
                <a:ext uri="{FF2B5EF4-FFF2-40B4-BE49-F238E27FC236}">
                  <a16:creationId xmlns:a16="http://schemas.microsoft.com/office/drawing/2014/main" id="{212F4A04-712E-FDB9-67CA-666A85C97163}"/>
                </a:ext>
              </a:extLst>
            </p:cNvPr>
            <p:cNvGrpSpPr/>
            <p:nvPr/>
          </p:nvGrpSpPr>
          <p:grpSpPr>
            <a:xfrm rot="2759572">
              <a:off x="7490534" y="2886978"/>
              <a:ext cx="2977995" cy="1739900"/>
              <a:chOff x="5492905" y="2530763"/>
              <a:chExt cx="2977995" cy="1739900"/>
            </a:xfrm>
            <a:grpFill/>
          </p:grpSpPr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FDA8C282-CC11-74A4-118C-56D4AE16DDB6}"/>
                  </a:ext>
                </a:extLst>
              </p:cNvPr>
              <p:cNvSpPr/>
              <p:nvPr/>
            </p:nvSpPr>
            <p:spPr>
              <a:xfrm>
                <a:off x="6972300" y="3254663"/>
                <a:ext cx="1498600" cy="29210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D0221904-A856-5BB5-1915-2172D8003E93}"/>
                  </a:ext>
                </a:extLst>
              </p:cNvPr>
              <p:cNvSpPr/>
              <p:nvPr/>
            </p:nvSpPr>
            <p:spPr>
              <a:xfrm>
                <a:off x="5492905" y="2530763"/>
                <a:ext cx="1739900" cy="1739900"/>
              </a:xfrm>
              <a:custGeom>
                <a:avLst/>
                <a:gdLst>
                  <a:gd name="csX0" fmla="*/ 869950 w 1739900"/>
                  <a:gd name="csY0" fmla="*/ 256671 h 1739900"/>
                  <a:gd name="csX1" fmla="*/ 256866 w 1739900"/>
                  <a:gd name="csY1" fmla="*/ 869755 h 1739900"/>
                  <a:gd name="csX2" fmla="*/ 869950 w 1739900"/>
                  <a:gd name="csY2" fmla="*/ 1482839 h 1739900"/>
                  <a:gd name="csX3" fmla="*/ 1483034 w 1739900"/>
                  <a:gd name="csY3" fmla="*/ 869755 h 1739900"/>
                  <a:gd name="csX4" fmla="*/ 869950 w 1739900"/>
                  <a:gd name="csY4" fmla="*/ 256671 h 1739900"/>
                  <a:gd name="csX5" fmla="*/ 869950 w 1739900"/>
                  <a:gd name="csY5" fmla="*/ 0 h 1739900"/>
                  <a:gd name="csX6" fmla="*/ 1739900 w 1739900"/>
                  <a:gd name="csY6" fmla="*/ 869950 h 1739900"/>
                  <a:gd name="csX7" fmla="*/ 869950 w 1739900"/>
                  <a:gd name="csY7" fmla="*/ 1739900 h 1739900"/>
                  <a:gd name="csX8" fmla="*/ 0 w 1739900"/>
                  <a:gd name="csY8" fmla="*/ 869950 h 1739900"/>
                  <a:gd name="csX9" fmla="*/ 869950 w 1739900"/>
                  <a:gd name="csY9" fmla="*/ 0 h 1739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39900" h="1739900">
                    <a:moveTo>
                      <a:pt x="869950" y="256671"/>
                    </a:moveTo>
                    <a:cubicBezTo>
                      <a:pt x="531353" y="256671"/>
                      <a:pt x="256866" y="531158"/>
                      <a:pt x="256866" y="869755"/>
                    </a:cubicBezTo>
                    <a:cubicBezTo>
                      <a:pt x="256866" y="1208352"/>
                      <a:pt x="531353" y="1482839"/>
                      <a:pt x="869950" y="1482839"/>
                    </a:cubicBezTo>
                    <a:cubicBezTo>
                      <a:pt x="1208547" y="1482839"/>
                      <a:pt x="1483034" y="1208352"/>
                      <a:pt x="1483034" y="869755"/>
                    </a:cubicBezTo>
                    <a:cubicBezTo>
                      <a:pt x="1483034" y="531158"/>
                      <a:pt x="1208547" y="256671"/>
                      <a:pt x="869950" y="256671"/>
                    </a:cubicBezTo>
                    <a:close/>
                    <a:moveTo>
                      <a:pt x="869950" y="0"/>
                    </a:moveTo>
                    <a:cubicBezTo>
                      <a:pt x="1350410" y="0"/>
                      <a:pt x="1739900" y="389490"/>
                      <a:pt x="1739900" y="869950"/>
                    </a:cubicBezTo>
                    <a:cubicBezTo>
                      <a:pt x="1739900" y="1350410"/>
                      <a:pt x="1350410" y="1739900"/>
                      <a:pt x="869950" y="1739900"/>
                    </a:cubicBezTo>
                    <a:cubicBezTo>
                      <a:pt x="389490" y="1739900"/>
                      <a:pt x="0" y="1350410"/>
                      <a:pt x="0" y="869950"/>
                    </a:cubicBezTo>
                    <a:cubicBezTo>
                      <a:pt x="0" y="389490"/>
                      <a:pt x="389490" y="0"/>
                      <a:pt x="869950" y="0"/>
                    </a:cubicBezTo>
                    <a:close/>
                  </a:path>
                </a:pathLst>
              </a:cu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34D2AA5C-685D-4EB6-8DDF-91465B19961F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455C8D0B-D3DB-1AB0-4060-55302133A663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583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98178-D9FD-1DA0-7DD1-3F62E623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25BE8223-AD69-C6EC-8290-0575900F8F8F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3C891640-53B6-312C-E8DD-751CEE032D90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EA0A9778-FA50-1202-4610-3BC10BD40CE3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CAA082D8-54F0-815D-4222-7CEFAC576A67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Проектирование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1D912254-2A4C-3AFF-A34A-F5CA9408B728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7342A55C-E2D2-4958-12AB-D9C62426A770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D6125F13-70F0-0BF7-7BD0-22F6B7142780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983DEDD-605B-A77C-D3C2-EB3FC175D561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63F9B049-7454-CDE3-9F2C-C7A911C3E23C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B000BDE4-3A27-D35B-84D3-60EFA74DF09C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4365800B-476D-E49C-583A-50B5A6343AFE}"/>
              </a:ext>
            </a:extLst>
          </p:cNvPr>
          <p:cNvSpPr/>
          <p:nvPr/>
        </p:nvSpPr>
        <p:spPr>
          <a:xfrm rot="54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0C6A7118-81D0-CB79-C6BD-DFCDEA3BB88D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60DC5150-C71A-E6B7-6D44-3B919FB9B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0C8A8751-4053-E692-0C8C-626899444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0E1744D1-333B-1049-2751-50539B1F5F4F}"/>
              </a:ext>
            </a:extLst>
          </p:cNvPr>
          <p:cNvGrpSpPr/>
          <p:nvPr/>
        </p:nvGrpSpPr>
        <p:grpSpPr>
          <a:xfrm>
            <a:off x="8996557" y="2167564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5FBB20C6-A69C-0F11-5735-B5B846C034CA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B3887AD9-4B67-9F2F-AB42-A50044FD1590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57E564D6-28F3-9B6F-BA59-4B999BB264E6}"/>
              </a:ext>
            </a:extLst>
          </p:cNvPr>
          <p:cNvGrpSpPr/>
          <p:nvPr/>
        </p:nvGrpSpPr>
        <p:grpSpPr>
          <a:xfrm>
            <a:off x="7759942" y="2751811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D3D7A851-09B5-4190-D16A-BD5A6146902B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5739AA9B-723C-9121-1AE6-CFECCA09701B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55DAE62D-CCCD-F1DB-C7B9-4C9502072394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408ECC9D-E574-78E4-B344-510EBC8A788F}"/>
              </a:ext>
            </a:extLst>
          </p:cNvPr>
          <p:cNvSpPr/>
          <p:nvPr/>
        </p:nvSpPr>
        <p:spPr>
          <a:xfrm>
            <a:off x="2423161" y="1528580"/>
            <a:ext cx="4476618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835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D1169-3EBF-08DA-9A24-BC6943F4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51B15F9D-9453-9F00-2B66-B864B47015E4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3C356CC1-1199-C84C-06F9-41533F1B53D0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B2A50813-2BF1-3EA0-00DD-3AED990DE7AE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48B39B66-6289-9A35-B4E2-1001BF196C7B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3600" dirty="0">
                  <a:solidFill>
                    <a:prstClr val="white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Веб-Приложение</a:t>
              </a:r>
              <a:endPara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323A29B9-C643-D98D-0690-0B7968ADD616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B77260D5-2D6A-5A93-1BDE-5207639994FF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38951088-238B-B8C4-1C94-065D605296A9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CBB938DC-693C-F4DA-D35E-8D5936D585D3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A665F33F-51CF-0C10-1EB1-058457550DE0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3183DE19-B91C-9D20-9228-81CE1D956A29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74380492-C38C-A65D-5D35-69E9A21CE50D}"/>
              </a:ext>
            </a:extLst>
          </p:cNvPr>
          <p:cNvSpPr/>
          <p:nvPr/>
        </p:nvSpPr>
        <p:spPr>
          <a:xfrm rot="54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FFFC8D19-D81C-5ADE-E9C2-4F4BD57BE240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B431F649-3D1E-E8C1-D69F-48040F238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B3BCC4FC-7CE8-FD0E-49B5-D2FCDECE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DAB423E8-0D44-CFEC-32F4-85396193B5F4}"/>
              </a:ext>
            </a:extLst>
          </p:cNvPr>
          <p:cNvGrpSpPr/>
          <p:nvPr/>
        </p:nvGrpSpPr>
        <p:grpSpPr>
          <a:xfrm>
            <a:off x="8996557" y="2167564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D4F21598-1352-5CF4-F27F-49EA7CC02FFE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DC8117B8-853D-763D-D51B-6E1D9225239D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42A8FCC2-9484-7FB5-021B-3A873B29D6DC}"/>
              </a:ext>
            </a:extLst>
          </p:cNvPr>
          <p:cNvGrpSpPr/>
          <p:nvPr/>
        </p:nvGrpSpPr>
        <p:grpSpPr>
          <a:xfrm>
            <a:off x="7759942" y="2751811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6159ED1A-59BF-8843-B3F2-20109A3F574C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4DE3B7AF-A5A5-1E3B-2632-37EA69294B0D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C39CF2A4-7426-E8CF-27F2-68F78D2F22FE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9ED4B418-2FC1-2915-3FA4-2C64DE728B93}"/>
              </a:ext>
            </a:extLst>
          </p:cNvPr>
          <p:cNvSpPr/>
          <p:nvPr/>
        </p:nvSpPr>
        <p:spPr>
          <a:xfrm>
            <a:off x="2423161" y="1528580"/>
            <a:ext cx="4476618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7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78D77-45C3-86D7-6E00-986FC845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20E63F75-ECDF-298D-5052-BB88A71E0125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CE80BFFE-6625-B7A0-7035-A2534959392A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085D2246-833A-2962-9F4F-7B3788C137AD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A2CEDB96-2D4D-3532-645F-69B23246ECDB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Веб-Приложение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8A372AB4-E39A-51E4-01B7-0CE86E344CC4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463AF5E5-A9A3-43D2-9E5C-9F8B24F07A72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D3092453-2382-3FCA-5D81-5E8E51834EC8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111A2326-662E-0AF5-6BAC-704BD356C852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C40C4AD8-8C77-A29C-64E3-0F6EECC5AAC7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A878AB8D-F578-0AC9-35D8-DC96039F90B2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89316E04-3BAB-42E0-23CD-2BF2D1E7D89D}"/>
              </a:ext>
            </a:extLst>
          </p:cNvPr>
          <p:cNvSpPr/>
          <p:nvPr/>
        </p:nvSpPr>
        <p:spPr>
          <a:xfrm rot="54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EF4A89A2-C637-F8A3-47BF-2306B888A3D6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2FB0B0D4-819E-6E1B-F67D-170EB318A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3CF5832B-4C35-EFF9-F6E5-5BE6271EF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61" name="!!Item4!!">
            <a:extLst>
              <a:ext uri="{FF2B5EF4-FFF2-40B4-BE49-F238E27FC236}">
                <a16:creationId xmlns:a16="http://schemas.microsoft.com/office/drawing/2014/main" id="{8CCCF77E-57DD-2AB7-87E2-5A58C4B76F09}"/>
              </a:ext>
            </a:extLst>
          </p:cNvPr>
          <p:cNvGrpSpPr/>
          <p:nvPr/>
        </p:nvGrpSpPr>
        <p:grpSpPr>
          <a:xfrm>
            <a:off x="9098258" y="1831402"/>
            <a:ext cx="2324101" cy="8349172"/>
            <a:chOff x="13206168" y="1831402"/>
            <a:chExt cx="2324101" cy="8349172"/>
          </a:xfrm>
        </p:grpSpPr>
        <p:sp>
          <p:nvSpPr>
            <p:cNvPr id="16" name="!!BigT4!!">
              <a:extLst>
                <a:ext uri="{FF2B5EF4-FFF2-40B4-BE49-F238E27FC236}">
                  <a16:creationId xmlns:a16="http://schemas.microsoft.com/office/drawing/2014/main" id="{C3678662-6F8A-637C-44F3-9729FA7FEE5E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9" name="!!Icon4!!">
              <a:extLst>
                <a:ext uri="{FF2B5EF4-FFF2-40B4-BE49-F238E27FC236}">
                  <a16:creationId xmlns:a16="http://schemas.microsoft.com/office/drawing/2014/main" id="{501ED286-3F77-B825-443F-790CE71EF2F6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60B853D7-A2B2-46B9-4CE4-F42AFB0AE083}"/>
              </a:ext>
            </a:extLst>
          </p:cNvPr>
          <p:cNvGrpSpPr/>
          <p:nvPr/>
        </p:nvGrpSpPr>
        <p:grpSpPr>
          <a:xfrm>
            <a:off x="7537122" y="3106081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A02E41E3-6CFF-121D-F6AC-2F285F305E9E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BA5A4552-8766-0D66-B7FA-51C2B3DF25CB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" name="!!Item2!!">
            <a:extLst>
              <a:ext uri="{FF2B5EF4-FFF2-40B4-BE49-F238E27FC236}">
                <a16:creationId xmlns:a16="http://schemas.microsoft.com/office/drawing/2014/main" id="{38311E10-2024-A2A3-A038-B59D6EB2FBAE}"/>
              </a:ext>
            </a:extLst>
          </p:cNvPr>
          <p:cNvGrpSpPr/>
          <p:nvPr/>
        </p:nvGrpSpPr>
        <p:grpSpPr>
          <a:xfrm>
            <a:off x="7759942" y="7149640"/>
            <a:ext cx="2324100" cy="7684624"/>
            <a:chOff x="12900908" y="1908290"/>
            <a:chExt cx="2324100" cy="7684624"/>
          </a:xfrm>
          <a:solidFill>
            <a:schemeClr val="bg2">
              <a:lumMod val="10000"/>
            </a:schemeClr>
          </a:solidFill>
        </p:grpSpPr>
        <p:sp>
          <p:nvSpPr>
            <p:cNvPr id="17" name="!!BigT2!!">
              <a:extLst>
                <a:ext uri="{FF2B5EF4-FFF2-40B4-BE49-F238E27FC236}">
                  <a16:creationId xmlns:a16="http://schemas.microsoft.com/office/drawing/2014/main" id="{979794E8-3637-D2C8-8FD9-E3AEFEDD0F46}"/>
                </a:ext>
              </a:extLst>
            </p:cNvPr>
            <p:cNvSpPr txBox="1"/>
            <p:nvPr/>
          </p:nvSpPr>
          <p:spPr>
            <a:xfrm>
              <a:off x="12900908" y="314499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56" name="!!Icon2!!">
              <a:extLst>
                <a:ext uri="{FF2B5EF4-FFF2-40B4-BE49-F238E27FC236}">
                  <a16:creationId xmlns:a16="http://schemas.microsoft.com/office/drawing/2014/main" id="{065FC83A-CC1D-929F-E296-03EF68706ED7}"/>
                </a:ext>
              </a:extLst>
            </p:cNvPr>
            <p:cNvSpPr/>
            <p:nvPr/>
          </p:nvSpPr>
          <p:spPr>
            <a:xfrm>
              <a:off x="13069027" y="1908290"/>
              <a:ext cx="2136992" cy="2204274"/>
            </a:xfrm>
            <a:custGeom>
              <a:avLst/>
              <a:gdLst>
                <a:gd name="csX0" fmla="*/ 2535310 w 3368430"/>
                <a:gd name="csY0" fmla="*/ 0 h 3474483"/>
                <a:gd name="csX1" fmla="*/ 3368430 w 3368430"/>
                <a:gd name="csY1" fmla="*/ 0 h 3474483"/>
                <a:gd name="csX2" fmla="*/ 3368430 w 3368430"/>
                <a:gd name="csY2" fmla="*/ 833120 h 3474483"/>
                <a:gd name="csX3" fmla="*/ 2535310 w 3368430"/>
                <a:gd name="csY3" fmla="*/ 833120 h 3474483"/>
                <a:gd name="csX4" fmla="*/ 2535310 w 3368430"/>
                <a:gd name="csY4" fmla="*/ 627100 h 3474483"/>
                <a:gd name="csX5" fmla="*/ 1467206 w 3368430"/>
                <a:gd name="csY5" fmla="*/ 627100 h 3474483"/>
                <a:gd name="csX6" fmla="*/ 1467206 w 3368430"/>
                <a:gd name="csY6" fmla="*/ 1513270 h 3474483"/>
                <a:gd name="csX7" fmla="*/ 2664084 w 3368430"/>
                <a:gd name="csY7" fmla="*/ 1513270 h 3474483"/>
                <a:gd name="csX8" fmla="*/ 2902508 w 3368430"/>
                <a:gd name="csY8" fmla="*/ 1274846 h 3474483"/>
                <a:gd name="csX9" fmla="*/ 3368430 w 3368430"/>
                <a:gd name="csY9" fmla="*/ 1740768 h 3474483"/>
                <a:gd name="csX10" fmla="*/ 2902508 w 3368430"/>
                <a:gd name="csY10" fmla="*/ 2206690 h 3474483"/>
                <a:gd name="csX11" fmla="*/ 2676781 w 3368430"/>
                <a:gd name="csY11" fmla="*/ 1980963 h 3474483"/>
                <a:gd name="csX12" fmla="*/ 1467206 w 3368430"/>
                <a:gd name="csY12" fmla="*/ 1980963 h 3474483"/>
                <a:gd name="csX13" fmla="*/ 1467206 w 3368430"/>
                <a:gd name="csY13" fmla="*/ 2867133 h 3474483"/>
                <a:gd name="csX14" fmla="*/ 2557149 w 3368430"/>
                <a:gd name="csY14" fmla="*/ 2867133 h 3474483"/>
                <a:gd name="csX15" fmla="*/ 2561859 w 3368430"/>
                <a:gd name="csY15" fmla="*/ 2858455 h 3474483"/>
                <a:gd name="csX16" fmla="*/ 2889495 w 3368430"/>
                <a:gd name="csY16" fmla="*/ 2684253 h 3474483"/>
                <a:gd name="csX17" fmla="*/ 3284610 w 3368430"/>
                <a:gd name="csY17" fmla="*/ 3079368 h 3474483"/>
                <a:gd name="csX18" fmla="*/ 2889495 w 3368430"/>
                <a:gd name="csY18" fmla="*/ 3474483 h 3474483"/>
                <a:gd name="csX19" fmla="*/ 2610106 w 3368430"/>
                <a:gd name="csY19" fmla="*/ 3358756 h 3474483"/>
                <a:gd name="csX20" fmla="*/ 2567718 w 3368430"/>
                <a:gd name="csY20" fmla="*/ 3307381 h 3474483"/>
                <a:gd name="csX21" fmla="*/ 1002747 w 3368430"/>
                <a:gd name="csY21" fmla="*/ 3307381 h 3474483"/>
                <a:gd name="csX22" fmla="*/ 1002747 w 3368430"/>
                <a:gd name="csY22" fmla="*/ 1045578 h 3474483"/>
                <a:gd name="csX23" fmla="*/ 0 w 3368430"/>
                <a:gd name="csY23" fmla="*/ 1045578 h 3474483"/>
                <a:gd name="csX24" fmla="*/ 0 w 3368430"/>
                <a:gd name="csY24" fmla="*/ 650034 h 3474483"/>
                <a:gd name="csX25" fmla="*/ 989050 w 3368430"/>
                <a:gd name="csY25" fmla="*/ 650034 h 3474483"/>
                <a:gd name="csX26" fmla="*/ 989050 w 3368430"/>
                <a:gd name="csY26" fmla="*/ 190264 h 3474483"/>
                <a:gd name="csX27" fmla="*/ 2535310 w 3368430"/>
                <a:gd name="csY27" fmla="*/ 190264 h 3474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368430" h="3474483">
                  <a:moveTo>
                    <a:pt x="2535310" y="0"/>
                  </a:moveTo>
                  <a:lnTo>
                    <a:pt x="3368430" y="0"/>
                  </a:lnTo>
                  <a:lnTo>
                    <a:pt x="3368430" y="833120"/>
                  </a:lnTo>
                  <a:lnTo>
                    <a:pt x="2535310" y="833120"/>
                  </a:lnTo>
                  <a:lnTo>
                    <a:pt x="2535310" y="627100"/>
                  </a:lnTo>
                  <a:lnTo>
                    <a:pt x="1467206" y="627100"/>
                  </a:lnTo>
                  <a:lnTo>
                    <a:pt x="1467206" y="1513270"/>
                  </a:lnTo>
                  <a:lnTo>
                    <a:pt x="2664084" y="1513270"/>
                  </a:lnTo>
                  <a:lnTo>
                    <a:pt x="2902508" y="1274846"/>
                  </a:lnTo>
                  <a:lnTo>
                    <a:pt x="3368430" y="1740768"/>
                  </a:lnTo>
                  <a:lnTo>
                    <a:pt x="2902508" y="2206690"/>
                  </a:lnTo>
                  <a:lnTo>
                    <a:pt x="2676781" y="1980963"/>
                  </a:lnTo>
                  <a:lnTo>
                    <a:pt x="1467206" y="1980963"/>
                  </a:lnTo>
                  <a:lnTo>
                    <a:pt x="1467206" y="2867133"/>
                  </a:lnTo>
                  <a:lnTo>
                    <a:pt x="2557149" y="2867133"/>
                  </a:lnTo>
                  <a:lnTo>
                    <a:pt x="2561859" y="2858455"/>
                  </a:lnTo>
                  <a:cubicBezTo>
                    <a:pt x="2632864" y="2753354"/>
                    <a:pt x="2753110" y="2684253"/>
                    <a:pt x="2889495" y="2684253"/>
                  </a:cubicBezTo>
                  <a:cubicBezTo>
                    <a:pt x="3107711" y="2684253"/>
                    <a:pt x="3284610" y="2861152"/>
                    <a:pt x="3284610" y="3079368"/>
                  </a:cubicBezTo>
                  <a:cubicBezTo>
                    <a:pt x="3284610" y="3297584"/>
                    <a:pt x="3107711" y="3474483"/>
                    <a:pt x="2889495" y="3474483"/>
                  </a:cubicBezTo>
                  <a:cubicBezTo>
                    <a:pt x="2780387" y="3474483"/>
                    <a:pt x="2681608" y="3430258"/>
                    <a:pt x="2610106" y="3358756"/>
                  </a:cubicBezTo>
                  <a:lnTo>
                    <a:pt x="2567718" y="3307381"/>
                  </a:lnTo>
                  <a:lnTo>
                    <a:pt x="1002747" y="3307381"/>
                  </a:lnTo>
                  <a:lnTo>
                    <a:pt x="1002747" y="1045578"/>
                  </a:lnTo>
                  <a:lnTo>
                    <a:pt x="0" y="1045578"/>
                  </a:lnTo>
                  <a:lnTo>
                    <a:pt x="0" y="650034"/>
                  </a:lnTo>
                  <a:lnTo>
                    <a:pt x="989050" y="650034"/>
                  </a:lnTo>
                  <a:lnTo>
                    <a:pt x="989050" y="190264"/>
                  </a:lnTo>
                  <a:lnTo>
                    <a:pt x="2535310" y="190264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995382BC-7C74-6EC2-EB87-0CE9DEF5386A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211C7A35-8286-7610-5B62-A3B69E74358A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707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C787D-D6F7-0EB9-5110-73A87F876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0CD64137-8D9A-CD97-1435-CE461C492E7D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0A2F3FE8-B17B-0C2D-24BB-D4AD1858DFF5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1E40F290-0443-E752-CF0D-4DF93CA836F5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ACA2DEAE-F553-B5B3-88E9-5EE403A8114D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Веб-Приложение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A386DC51-9092-3002-9CB6-27AEE521C4DE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2702C8B9-8F7A-2D2F-60AA-60BCF078F054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51B03602-276A-45E9-79BE-CCFD17F4BFF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F3975A3-D7E2-F194-F68D-34ED1B952D25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D10B252-A039-B774-A3E3-63AEFD64C45C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DB0B5446-E07A-E150-B226-993F8EE10921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EA0E72B7-5C17-106D-2576-DD8F27252CE8}"/>
              </a:ext>
            </a:extLst>
          </p:cNvPr>
          <p:cNvSpPr/>
          <p:nvPr/>
        </p:nvSpPr>
        <p:spPr>
          <a:xfrm rot="81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596DC072-C762-4E72-D8BA-464FB021A65A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0923E466-5D19-FFA8-E823-3C8374322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42B543A6-163E-391D-4032-763F6C4F8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9" name="!!Item4!!">
            <a:extLst>
              <a:ext uri="{FF2B5EF4-FFF2-40B4-BE49-F238E27FC236}">
                <a16:creationId xmlns:a16="http://schemas.microsoft.com/office/drawing/2014/main" id="{0F0EEBA7-EC26-1FA3-977E-0E09EE9EB701}"/>
              </a:ext>
            </a:extLst>
          </p:cNvPr>
          <p:cNvGrpSpPr/>
          <p:nvPr/>
        </p:nvGrpSpPr>
        <p:grpSpPr>
          <a:xfrm>
            <a:off x="9098258" y="1831402"/>
            <a:ext cx="2324101" cy="8349172"/>
            <a:chOff x="13206168" y="1831402"/>
            <a:chExt cx="2324101" cy="8349172"/>
          </a:xfrm>
        </p:grpSpPr>
        <p:sp>
          <p:nvSpPr>
            <p:cNvPr id="20" name="!!BigT4!!">
              <a:extLst>
                <a:ext uri="{FF2B5EF4-FFF2-40B4-BE49-F238E27FC236}">
                  <a16:creationId xmlns:a16="http://schemas.microsoft.com/office/drawing/2014/main" id="{C7368A8B-878F-1511-8527-66DF45118675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1" name="!!Icon4!!">
              <a:extLst>
                <a:ext uri="{FF2B5EF4-FFF2-40B4-BE49-F238E27FC236}">
                  <a16:creationId xmlns:a16="http://schemas.microsoft.com/office/drawing/2014/main" id="{2D0918B9-76BA-C870-81FF-408AB78CAE67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1ECEE589-7CE5-2A5F-F935-402A75D7763B}"/>
              </a:ext>
            </a:extLst>
          </p:cNvPr>
          <p:cNvGrpSpPr/>
          <p:nvPr/>
        </p:nvGrpSpPr>
        <p:grpSpPr>
          <a:xfrm>
            <a:off x="7537122" y="3106081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B714666A-4B17-929C-914E-F919EB5F3F3F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FC717825-0661-767A-0169-9F9228843723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6D451913-B655-EAB2-9091-8C4111B4C6F1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0C7364A6-E409-CE5F-490E-16926DE1D042}"/>
              </a:ext>
            </a:extLst>
          </p:cNvPr>
          <p:cNvSpPr/>
          <p:nvPr/>
        </p:nvSpPr>
        <p:spPr>
          <a:xfrm>
            <a:off x="2423161" y="1528580"/>
            <a:ext cx="4476618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271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5173C-7045-A4A4-2AFA-C3E7753EA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A76923E1-D9E9-6F82-E583-E138E9B3ADEE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366B5902-0A4E-219A-0901-9BFFC84F6CB7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D9AC1CFD-2AF2-F7CC-EC77-AD2AEDC371B6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6675833D-2628-01CA-FB98-6365655AD8BA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4000" dirty="0">
                  <a:solidFill>
                    <a:prstClr val="white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Мобильное приложение</a:t>
              </a:r>
              <a:endPara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8360C3B6-2510-76E6-601E-73B4F1D19A32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44D64029-3ECC-72A8-CE85-F11DFB7D6696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B95895AB-6D94-F153-1F63-0E2B27726E2E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A4277A99-2889-6BDC-E660-9766E0352F56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6D1028A5-87E9-61FA-B269-31927486EA6F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403CF707-D0E4-0943-801E-3D21F115D064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CE8898CD-AEA5-5F80-94C1-9BBD26596740}"/>
              </a:ext>
            </a:extLst>
          </p:cNvPr>
          <p:cNvSpPr/>
          <p:nvPr/>
        </p:nvSpPr>
        <p:spPr>
          <a:xfrm rot="81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D7A423D1-620E-06BB-7B32-A5AC9855DC15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97A971B1-B4AC-FBE3-BA2C-C34BBFA57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AA59111C-EA87-6B83-8F04-9F51DABE2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9" name="!!Item4!!">
            <a:extLst>
              <a:ext uri="{FF2B5EF4-FFF2-40B4-BE49-F238E27FC236}">
                <a16:creationId xmlns:a16="http://schemas.microsoft.com/office/drawing/2014/main" id="{7D22BC1A-07D2-4214-0F42-FF55BB3EEF46}"/>
              </a:ext>
            </a:extLst>
          </p:cNvPr>
          <p:cNvGrpSpPr/>
          <p:nvPr/>
        </p:nvGrpSpPr>
        <p:grpSpPr>
          <a:xfrm>
            <a:off x="9098258" y="1831402"/>
            <a:ext cx="2324101" cy="8349172"/>
            <a:chOff x="13206168" y="1831402"/>
            <a:chExt cx="2324101" cy="8349172"/>
          </a:xfrm>
        </p:grpSpPr>
        <p:sp>
          <p:nvSpPr>
            <p:cNvPr id="20" name="!!BigT4!!">
              <a:extLst>
                <a:ext uri="{FF2B5EF4-FFF2-40B4-BE49-F238E27FC236}">
                  <a16:creationId xmlns:a16="http://schemas.microsoft.com/office/drawing/2014/main" id="{C6D47B6E-B467-9BC9-86F5-3D9D733E175E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1" name="!!Icon4!!">
              <a:extLst>
                <a:ext uri="{FF2B5EF4-FFF2-40B4-BE49-F238E27FC236}">
                  <a16:creationId xmlns:a16="http://schemas.microsoft.com/office/drawing/2014/main" id="{D4A16EB6-EE1C-DDA7-B5D5-2BC869D864AF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95CD3168-F1E2-D482-D2DC-4CF6FC6C5E55}"/>
              </a:ext>
            </a:extLst>
          </p:cNvPr>
          <p:cNvGrpSpPr/>
          <p:nvPr/>
        </p:nvGrpSpPr>
        <p:grpSpPr>
          <a:xfrm>
            <a:off x="7537122" y="3106081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9AAE29E5-AEB2-1AD7-CCF9-6C16C4B2F0CC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E9D84A6A-AD61-9869-9802-8E35C1962D9C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3926A61C-0A4D-59B7-419A-73F02BD7D64A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8A1E52A0-11D4-D9F8-0092-F8EF736462F4}"/>
              </a:ext>
            </a:extLst>
          </p:cNvPr>
          <p:cNvSpPr/>
          <p:nvPr/>
        </p:nvSpPr>
        <p:spPr>
          <a:xfrm>
            <a:off x="2423161" y="1528580"/>
            <a:ext cx="4476618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602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A2CD9-C96E-1CA8-F547-BC5D3D94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8490DF63-7771-CE21-5896-60FE117E1FB2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CFA2C66E-66CB-456D-120F-52B6F3A73F79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E70F42BC-50F6-FEED-A605-4C45AA3DE559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3FD5C2BC-DD86-481B-D8CD-78CBC2731A8E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Мобильное приложение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28BEC87D-4721-775A-9441-8235E8402A11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C6172A45-4954-D828-65BF-3101A14639F9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893498C8-6A47-81B1-D854-323857AB6F0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01AD8D37-B3CA-83AE-E8BD-F6F892B680B8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28C5433-FCE0-DDD7-EB03-98DA603946F0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B44322F1-CECD-C11F-1DDD-D066516264DE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96BC7110-3448-6E2D-38D8-52287AEADB20}"/>
              </a:ext>
            </a:extLst>
          </p:cNvPr>
          <p:cNvSpPr/>
          <p:nvPr/>
        </p:nvSpPr>
        <p:spPr>
          <a:xfrm rot="81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03A7DCAB-5E29-D48A-B80C-2E6B43963E21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2E03559E-E35C-A07C-743C-9136B1BD0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323D6934-E6F7-D9ED-0FE5-9FDA4FB66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CB7A1ED5-52AA-28A1-F264-476FC29AABF8}"/>
              </a:ext>
            </a:extLst>
          </p:cNvPr>
          <p:cNvGrpSpPr/>
          <p:nvPr/>
        </p:nvGrpSpPr>
        <p:grpSpPr>
          <a:xfrm>
            <a:off x="8771629" y="1831402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BE0280DC-3EB1-04F7-5185-8F123C8F4FA4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810238E7-7DE0-AEDA-F7C6-905FDEB8C4DC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!!Item4!!">
            <a:extLst>
              <a:ext uri="{FF2B5EF4-FFF2-40B4-BE49-F238E27FC236}">
                <a16:creationId xmlns:a16="http://schemas.microsoft.com/office/drawing/2014/main" id="{8A2F9ADD-6987-30B2-775B-13F2FF4EB911}"/>
              </a:ext>
            </a:extLst>
          </p:cNvPr>
          <p:cNvGrpSpPr/>
          <p:nvPr/>
        </p:nvGrpSpPr>
        <p:grpSpPr>
          <a:xfrm>
            <a:off x="7759940" y="2589295"/>
            <a:ext cx="2324101" cy="8349172"/>
            <a:chOff x="13206168" y="1831402"/>
            <a:chExt cx="2324101" cy="8349172"/>
          </a:xfrm>
        </p:grpSpPr>
        <p:sp>
          <p:nvSpPr>
            <p:cNvPr id="20" name="!!BigT4!!">
              <a:extLst>
                <a:ext uri="{FF2B5EF4-FFF2-40B4-BE49-F238E27FC236}">
                  <a16:creationId xmlns:a16="http://schemas.microsoft.com/office/drawing/2014/main" id="{0BDEB948-8B67-B190-2133-35DF2CE7D234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1" name="!!Icon4!!">
              <a:extLst>
                <a:ext uri="{FF2B5EF4-FFF2-40B4-BE49-F238E27FC236}">
                  <a16:creationId xmlns:a16="http://schemas.microsoft.com/office/drawing/2014/main" id="{C36B1721-EE74-10AB-9905-A245F2269B0C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!!Item3!!">
            <a:extLst>
              <a:ext uri="{FF2B5EF4-FFF2-40B4-BE49-F238E27FC236}">
                <a16:creationId xmlns:a16="http://schemas.microsoft.com/office/drawing/2014/main" id="{418A9B5B-DF60-1991-1BFF-2D96999DFEC1}"/>
              </a:ext>
            </a:extLst>
          </p:cNvPr>
          <p:cNvGrpSpPr/>
          <p:nvPr/>
        </p:nvGrpSpPr>
        <p:grpSpPr>
          <a:xfrm>
            <a:off x="7537122" y="7271681"/>
            <a:ext cx="2769739" cy="7315600"/>
            <a:chOff x="12528172" y="2441448"/>
            <a:chExt cx="2769739" cy="7315600"/>
          </a:xfrm>
        </p:grpSpPr>
        <p:sp>
          <p:nvSpPr>
            <p:cNvPr id="18" name="!!BigT3!!">
              <a:extLst>
                <a:ext uri="{FF2B5EF4-FFF2-40B4-BE49-F238E27FC236}">
                  <a16:creationId xmlns:a16="http://schemas.microsoft.com/office/drawing/2014/main" id="{0A0CD164-F13D-312E-52DB-DE7182C6BB84}"/>
                </a:ext>
              </a:extLst>
            </p:cNvPr>
            <p:cNvSpPr txBox="1"/>
            <p:nvPr/>
          </p:nvSpPr>
          <p:spPr>
            <a:xfrm>
              <a:off x="12742844" y="3309129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6" name="!!Icon3!!">
              <a:extLst>
                <a:ext uri="{FF2B5EF4-FFF2-40B4-BE49-F238E27FC236}">
                  <a16:creationId xmlns:a16="http://schemas.microsoft.com/office/drawing/2014/main" id="{E1619140-AE4A-D75E-BC1C-AD7582C628BC}"/>
                </a:ext>
              </a:extLst>
            </p:cNvPr>
            <p:cNvSpPr/>
            <p:nvPr/>
          </p:nvSpPr>
          <p:spPr>
            <a:xfrm>
              <a:off x="12528172" y="2441448"/>
              <a:ext cx="2769739" cy="2103120"/>
            </a:xfrm>
            <a:custGeom>
              <a:avLst/>
              <a:gdLst>
                <a:gd name="csX0" fmla="*/ 2081595 w 2769739"/>
                <a:gd name="csY0" fmla="*/ 1365617 h 2103120"/>
                <a:gd name="csX1" fmla="*/ 2078069 w 2769739"/>
                <a:gd name="csY1" fmla="*/ 1378612 h 2103120"/>
                <a:gd name="csX2" fmla="*/ 2037562 w 2769739"/>
                <a:gd name="csY2" fmla="*/ 1476800 h 2103120"/>
                <a:gd name="csX3" fmla="*/ 2007036 w 2769739"/>
                <a:gd name="csY3" fmla="*/ 1527173 h 2103120"/>
                <a:gd name="csX4" fmla="*/ 2022039 w 2769739"/>
                <a:gd name="csY4" fmla="*/ 1522516 h 2103120"/>
                <a:gd name="csX5" fmla="*/ 2199642 w 2769739"/>
                <a:gd name="csY5" fmla="*/ 1402771 h 2103120"/>
                <a:gd name="csX6" fmla="*/ 2230297 w 2769739"/>
                <a:gd name="csY6" fmla="*/ 1365617 h 2103120"/>
                <a:gd name="csX7" fmla="*/ 1610883 w 2769739"/>
                <a:gd name="csY7" fmla="*/ 1365617 h 2103120"/>
                <a:gd name="csX8" fmla="*/ 1628767 w 2769739"/>
                <a:gd name="csY8" fmla="*/ 1416470 h 2103120"/>
                <a:gd name="csX9" fmla="*/ 1707088 w 2769739"/>
                <a:gd name="csY9" fmla="*/ 1540366 h 2103120"/>
                <a:gd name="csX10" fmla="*/ 1732958 w 2769739"/>
                <a:gd name="csY10" fmla="*/ 1559208 h 2103120"/>
                <a:gd name="csX11" fmla="*/ 1804549 w 2769739"/>
                <a:gd name="csY11" fmla="*/ 1566425 h 2103120"/>
                <a:gd name="csX12" fmla="*/ 1872541 w 2769739"/>
                <a:gd name="csY12" fmla="*/ 1559571 h 2103120"/>
                <a:gd name="csX13" fmla="*/ 1898910 w 2769739"/>
                <a:gd name="csY13" fmla="*/ 1540366 h 2103120"/>
                <a:gd name="csX14" fmla="*/ 1977231 w 2769739"/>
                <a:gd name="csY14" fmla="*/ 1416470 h 2103120"/>
                <a:gd name="csX15" fmla="*/ 1995115 w 2769739"/>
                <a:gd name="csY15" fmla="*/ 1365617 h 2103120"/>
                <a:gd name="csX16" fmla="*/ 1378797 w 2769739"/>
                <a:gd name="csY16" fmla="*/ 1365617 h 2103120"/>
                <a:gd name="csX17" fmla="*/ 1409452 w 2769739"/>
                <a:gd name="csY17" fmla="*/ 1402771 h 2103120"/>
                <a:gd name="csX18" fmla="*/ 1587059 w 2769739"/>
                <a:gd name="csY18" fmla="*/ 1522516 h 2103120"/>
                <a:gd name="csX19" fmla="*/ 1598248 w 2769739"/>
                <a:gd name="csY19" fmla="*/ 1525989 h 2103120"/>
                <a:gd name="csX20" fmla="*/ 1568439 w 2769739"/>
                <a:gd name="csY20" fmla="*/ 1476800 h 2103120"/>
                <a:gd name="csX21" fmla="*/ 1527932 w 2769739"/>
                <a:gd name="csY21" fmla="*/ 1378612 h 2103120"/>
                <a:gd name="csX22" fmla="*/ 1524407 w 2769739"/>
                <a:gd name="csY22" fmla="*/ 1365617 h 2103120"/>
                <a:gd name="csX23" fmla="*/ 334990 w 2769739"/>
                <a:gd name="csY23" fmla="*/ 1312045 h 2103120"/>
                <a:gd name="csX24" fmla="*/ 986660 w 2769739"/>
                <a:gd name="csY24" fmla="*/ 1312045 h 2103120"/>
                <a:gd name="csX25" fmla="*/ 986660 w 2769739"/>
                <a:gd name="csY25" fmla="*/ 1475800 h 2103120"/>
                <a:gd name="csX26" fmla="*/ 334990 w 2769739"/>
                <a:gd name="csY26" fmla="*/ 1475800 h 2103120"/>
                <a:gd name="csX27" fmla="*/ 2131396 w 2769739"/>
                <a:gd name="csY27" fmla="*/ 1073663 h 2103120"/>
                <a:gd name="csX28" fmla="*/ 2127982 w 2769739"/>
                <a:gd name="csY28" fmla="*/ 1141382 h 2103120"/>
                <a:gd name="csX29" fmla="*/ 2112532 w 2769739"/>
                <a:gd name="csY29" fmla="*/ 1240925 h 2103120"/>
                <a:gd name="csX30" fmla="*/ 2310833 w 2769739"/>
                <a:gd name="csY30" fmla="*/ 1240925 h 2103120"/>
                <a:gd name="csX31" fmla="*/ 2319387 w 2769739"/>
                <a:gd name="csY31" fmla="*/ 1225166 h 2103120"/>
                <a:gd name="csX32" fmla="*/ 2351943 w 2769739"/>
                <a:gd name="csY32" fmla="*/ 1120283 h 2103120"/>
                <a:gd name="csX33" fmla="*/ 2356643 w 2769739"/>
                <a:gd name="csY33" fmla="*/ 1073663 h 2103120"/>
                <a:gd name="csX34" fmla="*/ 1559433 w 2769739"/>
                <a:gd name="csY34" fmla="*/ 1073663 h 2103120"/>
                <a:gd name="csX35" fmla="*/ 1561603 w 2769739"/>
                <a:gd name="csY35" fmla="*/ 1124188 h 2103120"/>
                <a:gd name="csX36" fmla="*/ 1575960 w 2769739"/>
                <a:gd name="csY36" fmla="*/ 1232707 h 2103120"/>
                <a:gd name="csX37" fmla="*/ 1577862 w 2769739"/>
                <a:gd name="csY37" fmla="*/ 1240925 h 2103120"/>
                <a:gd name="csX38" fmla="*/ 2028136 w 2769739"/>
                <a:gd name="csY38" fmla="*/ 1240925 h 2103120"/>
                <a:gd name="csX39" fmla="*/ 2030038 w 2769739"/>
                <a:gd name="csY39" fmla="*/ 1232707 h 2103120"/>
                <a:gd name="csX40" fmla="*/ 2044395 w 2769739"/>
                <a:gd name="csY40" fmla="*/ 1124188 h 2103120"/>
                <a:gd name="csX41" fmla="*/ 2046565 w 2769739"/>
                <a:gd name="csY41" fmla="*/ 1073663 h 2103120"/>
                <a:gd name="csX42" fmla="*/ 1252451 w 2769739"/>
                <a:gd name="csY42" fmla="*/ 1073663 h 2103120"/>
                <a:gd name="csX43" fmla="*/ 1257151 w 2769739"/>
                <a:gd name="csY43" fmla="*/ 1120283 h 2103120"/>
                <a:gd name="csX44" fmla="*/ 1289708 w 2769739"/>
                <a:gd name="csY44" fmla="*/ 1225166 h 2103120"/>
                <a:gd name="csX45" fmla="*/ 1298261 w 2769739"/>
                <a:gd name="csY45" fmla="*/ 1240925 h 2103120"/>
                <a:gd name="csX46" fmla="*/ 1493470 w 2769739"/>
                <a:gd name="csY46" fmla="*/ 1240925 h 2103120"/>
                <a:gd name="csX47" fmla="*/ 1478020 w 2769739"/>
                <a:gd name="csY47" fmla="*/ 1141382 h 2103120"/>
                <a:gd name="csX48" fmla="*/ 1474606 w 2769739"/>
                <a:gd name="csY48" fmla="*/ 1073663 h 2103120"/>
                <a:gd name="csX49" fmla="*/ 334990 w 2769739"/>
                <a:gd name="csY49" fmla="*/ 905674 h 2103120"/>
                <a:gd name="csX50" fmla="*/ 986660 w 2769739"/>
                <a:gd name="csY50" fmla="*/ 905674 h 2103120"/>
                <a:gd name="csX51" fmla="*/ 986660 w 2769739"/>
                <a:gd name="csY51" fmla="*/ 1069429 h 2103120"/>
                <a:gd name="csX52" fmla="*/ 334990 w 2769739"/>
                <a:gd name="csY52" fmla="*/ 1069429 h 2103120"/>
                <a:gd name="csX53" fmla="*/ 2116244 w 2769739"/>
                <a:gd name="csY53" fmla="*/ 791205 h 2103120"/>
                <a:gd name="csX54" fmla="*/ 2127982 w 2769739"/>
                <a:gd name="csY54" fmla="*/ 873970 h 2103120"/>
                <a:gd name="csX55" fmla="*/ 2131762 w 2769739"/>
                <a:gd name="csY55" fmla="*/ 948972 h 2103120"/>
                <a:gd name="csX56" fmla="*/ 2358855 w 2769739"/>
                <a:gd name="csY56" fmla="*/ 948972 h 2103120"/>
                <a:gd name="csX57" fmla="*/ 2356858 w 2769739"/>
                <a:gd name="csY57" fmla="*/ 922584 h 2103120"/>
                <a:gd name="csX58" fmla="*/ 2341149 w 2769739"/>
                <a:gd name="csY58" fmla="*/ 851402 h 2103120"/>
                <a:gd name="csX59" fmla="*/ 2319332 w 2769739"/>
                <a:gd name="csY59" fmla="*/ 791205 h 2103120"/>
                <a:gd name="csX60" fmla="*/ 1575969 w 2769739"/>
                <a:gd name="csY60" fmla="*/ 791205 h 2103120"/>
                <a:gd name="csX61" fmla="*/ 1567674 w 2769739"/>
                <a:gd name="csY61" fmla="*/ 835760 h 2103120"/>
                <a:gd name="csX62" fmla="*/ 1560379 w 2769739"/>
                <a:gd name="csY62" fmla="*/ 948972 h 2103120"/>
                <a:gd name="csX63" fmla="*/ 2045619 w 2769739"/>
                <a:gd name="csY63" fmla="*/ 948972 h 2103120"/>
                <a:gd name="csX64" fmla="*/ 2038324 w 2769739"/>
                <a:gd name="csY64" fmla="*/ 835760 h 2103120"/>
                <a:gd name="csX65" fmla="*/ 2030029 w 2769739"/>
                <a:gd name="csY65" fmla="*/ 791205 h 2103120"/>
                <a:gd name="csX66" fmla="*/ 1289763 w 2769739"/>
                <a:gd name="csY66" fmla="*/ 791205 h 2103120"/>
                <a:gd name="csX67" fmla="*/ 1267946 w 2769739"/>
                <a:gd name="csY67" fmla="*/ 851402 h 2103120"/>
                <a:gd name="csX68" fmla="*/ 1252237 w 2769739"/>
                <a:gd name="csY68" fmla="*/ 922584 h 2103120"/>
                <a:gd name="csX69" fmla="*/ 1250239 w 2769739"/>
                <a:gd name="csY69" fmla="*/ 948972 h 2103120"/>
                <a:gd name="csX70" fmla="*/ 1474239 w 2769739"/>
                <a:gd name="csY70" fmla="*/ 948972 h 2103120"/>
                <a:gd name="csX71" fmla="*/ 1478020 w 2769739"/>
                <a:gd name="csY71" fmla="*/ 873970 h 2103120"/>
                <a:gd name="csX72" fmla="*/ 1489757 w 2769739"/>
                <a:gd name="csY72" fmla="*/ 791205 h 2103120"/>
                <a:gd name="csX73" fmla="*/ 334990 w 2769739"/>
                <a:gd name="csY73" fmla="*/ 531188 h 2103120"/>
                <a:gd name="csX74" fmla="*/ 986660 w 2769739"/>
                <a:gd name="csY74" fmla="*/ 531188 h 2103120"/>
                <a:gd name="csX75" fmla="*/ 986660 w 2769739"/>
                <a:gd name="csY75" fmla="*/ 694943 h 2103120"/>
                <a:gd name="csX76" fmla="*/ 334990 w 2769739"/>
                <a:gd name="csY76" fmla="*/ 694943 h 2103120"/>
                <a:gd name="csX77" fmla="*/ 1598248 w 2769739"/>
                <a:gd name="csY77" fmla="*/ 489362 h 2103120"/>
                <a:gd name="csX78" fmla="*/ 1587057 w 2769739"/>
                <a:gd name="csY78" fmla="*/ 492837 h 2103120"/>
                <a:gd name="csX79" fmla="*/ 1364972 w 2769739"/>
                <a:gd name="csY79" fmla="*/ 662712 h 2103120"/>
                <a:gd name="csX80" fmla="*/ 1362355 w 2769739"/>
                <a:gd name="csY80" fmla="*/ 666514 h 2103120"/>
                <a:gd name="csX81" fmla="*/ 1519306 w 2769739"/>
                <a:gd name="csY81" fmla="*/ 666514 h 2103120"/>
                <a:gd name="csX82" fmla="*/ 1537183 w 2769739"/>
                <a:gd name="csY82" fmla="*/ 610729 h 2103120"/>
                <a:gd name="csX83" fmla="*/ 1568439 w 2769739"/>
                <a:gd name="csY83" fmla="*/ 538554 h 2103120"/>
                <a:gd name="csX84" fmla="*/ 2007036 w 2769739"/>
                <a:gd name="csY84" fmla="*/ 488179 h 2103120"/>
                <a:gd name="csX85" fmla="*/ 2037562 w 2769739"/>
                <a:gd name="csY85" fmla="*/ 538554 h 2103120"/>
                <a:gd name="csX86" fmla="*/ 2068819 w 2769739"/>
                <a:gd name="csY86" fmla="*/ 610729 h 2103120"/>
                <a:gd name="csX87" fmla="*/ 2086696 w 2769739"/>
                <a:gd name="csY87" fmla="*/ 666514 h 2103120"/>
                <a:gd name="csX88" fmla="*/ 2246740 w 2769739"/>
                <a:gd name="csY88" fmla="*/ 666514 h 2103120"/>
                <a:gd name="csX89" fmla="*/ 2244122 w 2769739"/>
                <a:gd name="csY89" fmla="*/ 662712 h 2103120"/>
                <a:gd name="csX90" fmla="*/ 2022037 w 2769739"/>
                <a:gd name="csY90" fmla="*/ 492837 h 2103120"/>
                <a:gd name="csX91" fmla="*/ 1804549 w 2769739"/>
                <a:gd name="csY91" fmla="*/ 448927 h 2103120"/>
                <a:gd name="csX92" fmla="*/ 1732958 w 2769739"/>
                <a:gd name="csY92" fmla="*/ 456144 h 2103120"/>
                <a:gd name="csX93" fmla="*/ 1707088 w 2769739"/>
                <a:gd name="csY93" fmla="*/ 474986 h 2103120"/>
                <a:gd name="csX94" fmla="*/ 1620608 w 2769739"/>
                <a:gd name="csY94" fmla="*/ 618961 h 2103120"/>
                <a:gd name="csX95" fmla="*/ 1605833 w 2769739"/>
                <a:gd name="csY95" fmla="*/ 666514 h 2103120"/>
                <a:gd name="csX96" fmla="*/ 2000165 w 2769739"/>
                <a:gd name="csY96" fmla="*/ 666514 h 2103120"/>
                <a:gd name="csX97" fmla="*/ 1985390 w 2769739"/>
                <a:gd name="csY97" fmla="*/ 618961 h 2103120"/>
                <a:gd name="csX98" fmla="*/ 1898910 w 2769739"/>
                <a:gd name="csY98" fmla="*/ 474986 h 2103120"/>
                <a:gd name="csX99" fmla="*/ 1872541 w 2769739"/>
                <a:gd name="csY99" fmla="*/ 455781 h 2103120"/>
                <a:gd name="csX100" fmla="*/ 1803001 w 2769739"/>
                <a:gd name="csY100" fmla="*/ 344236 h 2103120"/>
                <a:gd name="csX101" fmla="*/ 1803516 w 2769739"/>
                <a:gd name="csY101" fmla="*/ 344288 h 2103120"/>
                <a:gd name="csX102" fmla="*/ 1804549 w 2769739"/>
                <a:gd name="csY102" fmla="*/ 344236 h 2103120"/>
                <a:gd name="csX103" fmla="*/ 2467988 w 2769739"/>
                <a:gd name="csY103" fmla="*/ 1007676 h 2103120"/>
                <a:gd name="csX104" fmla="*/ 2415852 w 2769739"/>
                <a:gd name="csY104" fmla="*/ 1265917 h 2103120"/>
                <a:gd name="csX105" fmla="*/ 2361777 w 2769739"/>
                <a:gd name="csY105" fmla="*/ 1365542 h 2103120"/>
                <a:gd name="csX106" fmla="*/ 2361777 w 2769739"/>
                <a:gd name="csY106" fmla="*/ 1365617 h 2103120"/>
                <a:gd name="csX107" fmla="*/ 2361737 w 2769739"/>
                <a:gd name="csY107" fmla="*/ 1365617 h 2103120"/>
                <a:gd name="csX108" fmla="*/ 2354682 w 2769739"/>
                <a:gd name="csY108" fmla="*/ 1378612 h 2103120"/>
                <a:gd name="csX109" fmla="*/ 1804549 w 2769739"/>
                <a:gd name="csY109" fmla="*/ 1671116 h 2103120"/>
                <a:gd name="csX110" fmla="*/ 1803516 w 2769739"/>
                <a:gd name="csY110" fmla="*/ 1671064 h 2103120"/>
                <a:gd name="csX111" fmla="*/ 1803001 w 2769739"/>
                <a:gd name="csY111" fmla="*/ 1671116 h 2103120"/>
                <a:gd name="csX112" fmla="*/ 1801453 w 2769739"/>
                <a:gd name="csY112" fmla="*/ 1670960 h 2103120"/>
                <a:gd name="csX113" fmla="*/ 1736715 w 2769739"/>
                <a:gd name="csY113" fmla="*/ 1667692 h 2103120"/>
                <a:gd name="csX114" fmla="*/ 1141108 w 2769739"/>
                <a:gd name="csY114" fmla="*/ 1007676 h 2103120"/>
                <a:gd name="csX115" fmla="*/ 1736715 w 2769739"/>
                <a:gd name="csY115" fmla="*/ 347662 h 2103120"/>
                <a:gd name="csX116" fmla="*/ 1801453 w 2769739"/>
                <a:gd name="csY116" fmla="*/ 344392 h 2103120"/>
                <a:gd name="csX117" fmla="*/ 214672 w 2769739"/>
                <a:gd name="csY117" fmla="*/ 187452 h 2103120"/>
                <a:gd name="csX118" fmla="*/ 214672 w 2769739"/>
                <a:gd name="csY118" fmla="*/ 1873088 h 2103120"/>
                <a:gd name="csX119" fmla="*/ 2538772 w 2769739"/>
                <a:gd name="csY119" fmla="*/ 1873088 h 2103120"/>
                <a:gd name="csX120" fmla="*/ 2538772 w 2769739"/>
                <a:gd name="csY120" fmla="*/ 187452 h 2103120"/>
                <a:gd name="csX121" fmla="*/ 0 w 2769739"/>
                <a:gd name="csY121" fmla="*/ 0 h 2103120"/>
                <a:gd name="csX122" fmla="*/ 2769739 w 2769739"/>
                <a:gd name="csY122" fmla="*/ 0 h 2103120"/>
                <a:gd name="csX123" fmla="*/ 2769739 w 2769739"/>
                <a:gd name="csY123" fmla="*/ 2103120 h 2103120"/>
                <a:gd name="csX124" fmla="*/ 0 w 2769739"/>
                <a:gd name="csY124" fmla="*/ 2103120 h 21031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2769739" h="2103120">
                  <a:moveTo>
                    <a:pt x="2081595" y="1365617"/>
                  </a:moveTo>
                  <a:lnTo>
                    <a:pt x="2078069" y="1378612"/>
                  </a:lnTo>
                  <a:cubicBezTo>
                    <a:pt x="2066146" y="1413907"/>
                    <a:pt x="2052569" y="1446784"/>
                    <a:pt x="2037562" y="1476800"/>
                  </a:cubicBezTo>
                  <a:lnTo>
                    <a:pt x="2007036" y="1527173"/>
                  </a:lnTo>
                  <a:lnTo>
                    <a:pt x="2022039" y="1522516"/>
                  </a:lnTo>
                  <a:cubicBezTo>
                    <a:pt x="2088886" y="1494242"/>
                    <a:pt x="2149086" y="1453328"/>
                    <a:pt x="2199642" y="1402771"/>
                  </a:cubicBezTo>
                  <a:lnTo>
                    <a:pt x="2230297" y="1365617"/>
                  </a:lnTo>
                  <a:close/>
                  <a:moveTo>
                    <a:pt x="1610883" y="1365617"/>
                  </a:moveTo>
                  <a:lnTo>
                    <a:pt x="1628767" y="1416470"/>
                  </a:lnTo>
                  <a:cubicBezTo>
                    <a:pt x="1651061" y="1468779"/>
                    <a:pt x="1677609" y="1511112"/>
                    <a:pt x="1707088" y="1540366"/>
                  </a:cubicBezTo>
                  <a:lnTo>
                    <a:pt x="1732958" y="1559208"/>
                  </a:lnTo>
                  <a:lnTo>
                    <a:pt x="1804549" y="1566425"/>
                  </a:lnTo>
                  <a:lnTo>
                    <a:pt x="1872541" y="1559571"/>
                  </a:lnTo>
                  <a:lnTo>
                    <a:pt x="1898910" y="1540366"/>
                  </a:lnTo>
                  <a:cubicBezTo>
                    <a:pt x="1928389" y="1511112"/>
                    <a:pt x="1954937" y="1468779"/>
                    <a:pt x="1977231" y="1416470"/>
                  </a:cubicBezTo>
                  <a:lnTo>
                    <a:pt x="1995115" y="1365617"/>
                  </a:lnTo>
                  <a:close/>
                  <a:moveTo>
                    <a:pt x="1378797" y="1365617"/>
                  </a:moveTo>
                  <a:lnTo>
                    <a:pt x="1409452" y="1402771"/>
                  </a:lnTo>
                  <a:cubicBezTo>
                    <a:pt x="1460010" y="1453328"/>
                    <a:pt x="1520210" y="1494242"/>
                    <a:pt x="1587059" y="1522516"/>
                  </a:cubicBezTo>
                  <a:lnTo>
                    <a:pt x="1598248" y="1525989"/>
                  </a:lnTo>
                  <a:lnTo>
                    <a:pt x="1568439" y="1476800"/>
                  </a:lnTo>
                  <a:cubicBezTo>
                    <a:pt x="1553431" y="1446784"/>
                    <a:pt x="1539855" y="1413907"/>
                    <a:pt x="1527932" y="1378612"/>
                  </a:cubicBezTo>
                  <a:lnTo>
                    <a:pt x="1524407" y="1365617"/>
                  </a:lnTo>
                  <a:close/>
                  <a:moveTo>
                    <a:pt x="334990" y="1312045"/>
                  </a:moveTo>
                  <a:lnTo>
                    <a:pt x="986660" y="1312045"/>
                  </a:lnTo>
                  <a:lnTo>
                    <a:pt x="986660" y="1475800"/>
                  </a:lnTo>
                  <a:lnTo>
                    <a:pt x="334990" y="1475800"/>
                  </a:lnTo>
                  <a:close/>
                  <a:moveTo>
                    <a:pt x="2131396" y="1073663"/>
                  </a:moveTo>
                  <a:lnTo>
                    <a:pt x="2127982" y="1141382"/>
                  </a:lnTo>
                  <a:lnTo>
                    <a:pt x="2112532" y="1240925"/>
                  </a:lnTo>
                  <a:lnTo>
                    <a:pt x="2310833" y="1240925"/>
                  </a:lnTo>
                  <a:lnTo>
                    <a:pt x="2319387" y="1225166"/>
                  </a:lnTo>
                  <a:cubicBezTo>
                    <a:pt x="2333524" y="1191743"/>
                    <a:pt x="2344502" y="1156656"/>
                    <a:pt x="2351943" y="1120283"/>
                  </a:cubicBezTo>
                  <a:lnTo>
                    <a:pt x="2356643" y="1073663"/>
                  </a:lnTo>
                  <a:close/>
                  <a:moveTo>
                    <a:pt x="1559433" y="1073663"/>
                  </a:moveTo>
                  <a:lnTo>
                    <a:pt x="1561603" y="1124188"/>
                  </a:lnTo>
                  <a:cubicBezTo>
                    <a:pt x="1564886" y="1161822"/>
                    <a:pt x="1569727" y="1198124"/>
                    <a:pt x="1575960" y="1232707"/>
                  </a:cubicBezTo>
                  <a:lnTo>
                    <a:pt x="1577862" y="1240925"/>
                  </a:lnTo>
                  <a:lnTo>
                    <a:pt x="2028136" y="1240925"/>
                  </a:lnTo>
                  <a:lnTo>
                    <a:pt x="2030038" y="1232707"/>
                  </a:lnTo>
                  <a:cubicBezTo>
                    <a:pt x="2036273" y="1198124"/>
                    <a:pt x="2041114" y="1161822"/>
                    <a:pt x="2044395" y="1124188"/>
                  </a:cubicBezTo>
                  <a:lnTo>
                    <a:pt x="2046565" y="1073663"/>
                  </a:lnTo>
                  <a:close/>
                  <a:moveTo>
                    <a:pt x="1252451" y="1073663"/>
                  </a:moveTo>
                  <a:lnTo>
                    <a:pt x="1257151" y="1120283"/>
                  </a:lnTo>
                  <a:cubicBezTo>
                    <a:pt x="1264594" y="1156656"/>
                    <a:pt x="1275571" y="1191743"/>
                    <a:pt x="1289708" y="1225166"/>
                  </a:cubicBezTo>
                  <a:lnTo>
                    <a:pt x="1298261" y="1240925"/>
                  </a:lnTo>
                  <a:lnTo>
                    <a:pt x="1493470" y="1240925"/>
                  </a:lnTo>
                  <a:lnTo>
                    <a:pt x="1478020" y="1141382"/>
                  </a:lnTo>
                  <a:lnTo>
                    <a:pt x="1474606" y="1073663"/>
                  </a:lnTo>
                  <a:close/>
                  <a:moveTo>
                    <a:pt x="334990" y="905674"/>
                  </a:moveTo>
                  <a:lnTo>
                    <a:pt x="986660" y="905674"/>
                  </a:lnTo>
                  <a:lnTo>
                    <a:pt x="986660" y="1069429"/>
                  </a:lnTo>
                  <a:lnTo>
                    <a:pt x="334990" y="1069429"/>
                  </a:lnTo>
                  <a:close/>
                  <a:moveTo>
                    <a:pt x="2116244" y="791205"/>
                  </a:moveTo>
                  <a:lnTo>
                    <a:pt x="2127982" y="873970"/>
                  </a:lnTo>
                  <a:lnTo>
                    <a:pt x="2131762" y="948972"/>
                  </a:lnTo>
                  <a:lnTo>
                    <a:pt x="2358855" y="948972"/>
                  </a:lnTo>
                  <a:lnTo>
                    <a:pt x="2356858" y="922584"/>
                  </a:lnTo>
                  <a:cubicBezTo>
                    <a:pt x="2353149" y="898307"/>
                    <a:pt x="2347877" y="874544"/>
                    <a:pt x="2341149" y="851402"/>
                  </a:cubicBezTo>
                  <a:lnTo>
                    <a:pt x="2319332" y="791205"/>
                  </a:lnTo>
                  <a:close/>
                  <a:moveTo>
                    <a:pt x="1575969" y="791205"/>
                  </a:moveTo>
                  <a:lnTo>
                    <a:pt x="1567674" y="835760"/>
                  </a:lnTo>
                  <a:lnTo>
                    <a:pt x="1560379" y="948972"/>
                  </a:lnTo>
                  <a:lnTo>
                    <a:pt x="2045619" y="948972"/>
                  </a:lnTo>
                  <a:lnTo>
                    <a:pt x="2038324" y="835760"/>
                  </a:lnTo>
                  <a:lnTo>
                    <a:pt x="2030029" y="791205"/>
                  </a:lnTo>
                  <a:close/>
                  <a:moveTo>
                    <a:pt x="1289763" y="791205"/>
                  </a:moveTo>
                  <a:lnTo>
                    <a:pt x="1267946" y="851402"/>
                  </a:lnTo>
                  <a:cubicBezTo>
                    <a:pt x="1261217" y="874544"/>
                    <a:pt x="1255946" y="898307"/>
                    <a:pt x="1252237" y="922584"/>
                  </a:cubicBezTo>
                  <a:lnTo>
                    <a:pt x="1250239" y="948972"/>
                  </a:lnTo>
                  <a:lnTo>
                    <a:pt x="1474239" y="948972"/>
                  </a:lnTo>
                  <a:lnTo>
                    <a:pt x="1478020" y="873970"/>
                  </a:lnTo>
                  <a:lnTo>
                    <a:pt x="1489757" y="791205"/>
                  </a:lnTo>
                  <a:close/>
                  <a:moveTo>
                    <a:pt x="334990" y="531188"/>
                  </a:moveTo>
                  <a:lnTo>
                    <a:pt x="986660" y="531188"/>
                  </a:lnTo>
                  <a:lnTo>
                    <a:pt x="986660" y="694943"/>
                  </a:lnTo>
                  <a:lnTo>
                    <a:pt x="334990" y="694943"/>
                  </a:lnTo>
                  <a:close/>
                  <a:moveTo>
                    <a:pt x="1598248" y="489362"/>
                  </a:moveTo>
                  <a:lnTo>
                    <a:pt x="1587057" y="492837"/>
                  </a:lnTo>
                  <a:cubicBezTo>
                    <a:pt x="1499319" y="529946"/>
                    <a:pt x="1423033" y="588830"/>
                    <a:pt x="1364972" y="662712"/>
                  </a:cubicBezTo>
                  <a:lnTo>
                    <a:pt x="1362355" y="666514"/>
                  </a:lnTo>
                  <a:lnTo>
                    <a:pt x="1519306" y="666514"/>
                  </a:lnTo>
                  <a:lnTo>
                    <a:pt x="1537183" y="610729"/>
                  </a:lnTo>
                  <a:cubicBezTo>
                    <a:pt x="1546734" y="585186"/>
                    <a:pt x="1557184" y="561064"/>
                    <a:pt x="1568439" y="538554"/>
                  </a:cubicBezTo>
                  <a:close/>
                  <a:moveTo>
                    <a:pt x="2007036" y="488179"/>
                  </a:moveTo>
                  <a:lnTo>
                    <a:pt x="2037562" y="538554"/>
                  </a:lnTo>
                  <a:cubicBezTo>
                    <a:pt x="2048818" y="561064"/>
                    <a:pt x="2059268" y="585186"/>
                    <a:pt x="2068819" y="610729"/>
                  </a:cubicBezTo>
                  <a:lnTo>
                    <a:pt x="2086696" y="666514"/>
                  </a:lnTo>
                  <a:lnTo>
                    <a:pt x="2246740" y="666514"/>
                  </a:lnTo>
                  <a:lnTo>
                    <a:pt x="2244122" y="662712"/>
                  </a:lnTo>
                  <a:cubicBezTo>
                    <a:pt x="2186061" y="588830"/>
                    <a:pt x="2109775" y="529946"/>
                    <a:pt x="2022037" y="492837"/>
                  </a:cubicBezTo>
                  <a:close/>
                  <a:moveTo>
                    <a:pt x="1804549" y="448927"/>
                  </a:moveTo>
                  <a:lnTo>
                    <a:pt x="1732958" y="456144"/>
                  </a:lnTo>
                  <a:lnTo>
                    <a:pt x="1707088" y="474986"/>
                  </a:lnTo>
                  <a:cubicBezTo>
                    <a:pt x="1673924" y="507898"/>
                    <a:pt x="1644470" y="557360"/>
                    <a:pt x="1620608" y="618961"/>
                  </a:cubicBezTo>
                  <a:lnTo>
                    <a:pt x="1605833" y="666514"/>
                  </a:lnTo>
                  <a:lnTo>
                    <a:pt x="2000165" y="666514"/>
                  </a:lnTo>
                  <a:lnTo>
                    <a:pt x="1985390" y="618961"/>
                  </a:lnTo>
                  <a:cubicBezTo>
                    <a:pt x="1961528" y="557360"/>
                    <a:pt x="1932074" y="507898"/>
                    <a:pt x="1898910" y="474986"/>
                  </a:cubicBezTo>
                  <a:lnTo>
                    <a:pt x="1872541" y="455781"/>
                  </a:lnTo>
                  <a:close/>
                  <a:moveTo>
                    <a:pt x="1803001" y="344236"/>
                  </a:moveTo>
                  <a:lnTo>
                    <a:pt x="1803516" y="344288"/>
                  </a:lnTo>
                  <a:lnTo>
                    <a:pt x="1804549" y="344236"/>
                  </a:lnTo>
                  <a:cubicBezTo>
                    <a:pt x="2170956" y="344236"/>
                    <a:pt x="2467988" y="641268"/>
                    <a:pt x="2467988" y="1007676"/>
                  </a:cubicBezTo>
                  <a:cubicBezTo>
                    <a:pt x="2467988" y="1099278"/>
                    <a:pt x="2449423" y="1186544"/>
                    <a:pt x="2415852" y="1265917"/>
                  </a:cubicBezTo>
                  <a:lnTo>
                    <a:pt x="2361777" y="1365542"/>
                  </a:lnTo>
                  <a:lnTo>
                    <a:pt x="2361777" y="1365617"/>
                  </a:lnTo>
                  <a:lnTo>
                    <a:pt x="2361737" y="1365617"/>
                  </a:lnTo>
                  <a:lnTo>
                    <a:pt x="2354682" y="1378612"/>
                  </a:lnTo>
                  <a:cubicBezTo>
                    <a:pt x="2235459" y="1555088"/>
                    <a:pt x="2033553" y="1671116"/>
                    <a:pt x="1804549" y="1671116"/>
                  </a:cubicBezTo>
                  <a:lnTo>
                    <a:pt x="1803516" y="1671064"/>
                  </a:lnTo>
                  <a:lnTo>
                    <a:pt x="1803001" y="1671116"/>
                  </a:lnTo>
                  <a:lnTo>
                    <a:pt x="1801453" y="1670960"/>
                  </a:lnTo>
                  <a:lnTo>
                    <a:pt x="1736715" y="1667692"/>
                  </a:lnTo>
                  <a:cubicBezTo>
                    <a:pt x="1402172" y="1633717"/>
                    <a:pt x="1141108" y="1351184"/>
                    <a:pt x="1141108" y="1007676"/>
                  </a:cubicBezTo>
                  <a:cubicBezTo>
                    <a:pt x="1141108" y="664169"/>
                    <a:pt x="1402172" y="381636"/>
                    <a:pt x="1736715" y="347662"/>
                  </a:cubicBezTo>
                  <a:lnTo>
                    <a:pt x="1801453" y="344392"/>
                  </a:lnTo>
                  <a:close/>
                  <a:moveTo>
                    <a:pt x="214672" y="187452"/>
                  </a:moveTo>
                  <a:lnTo>
                    <a:pt x="214672" y="1873088"/>
                  </a:lnTo>
                  <a:lnTo>
                    <a:pt x="2538772" y="1873088"/>
                  </a:lnTo>
                  <a:lnTo>
                    <a:pt x="2538772" y="187452"/>
                  </a:lnTo>
                  <a:close/>
                  <a:moveTo>
                    <a:pt x="0" y="0"/>
                  </a:moveTo>
                  <a:lnTo>
                    <a:pt x="2769739" y="0"/>
                  </a:lnTo>
                  <a:lnTo>
                    <a:pt x="2769739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8AFE5942-3E00-39A2-BA3C-023A4CB170A0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2417975C-1D3A-82F7-1A9F-E38A1A3E03CB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240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36010-47BC-5010-FE8E-4AF302B4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DEBED9BD-0A78-A141-88B1-6DF15BDC2429}"/>
              </a:ext>
            </a:extLst>
          </p:cNvPr>
          <p:cNvGrpSpPr/>
          <p:nvPr/>
        </p:nvGrpSpPr>
        <p:grpSpPr>
          <a:xfrm>
            <a:off x="2423161" y="1465686"/>
            <a:ext cx="4476618" cy="4811289"/>
            <a:chOff x="2423161" y="1465686"/>
            <a:chExt cx="4476618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5DECA250-D413-E2E6-1C6A-E08F65411889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F5136B7C-83E5-507D-1054-D5994E9D054B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5C88EA1B-E38B-DA4A-8897-35EDF4794364}"/>
                </a:ext>
              </a:extLst>
            </p:cNvPr>
            <p:cNvSpPr txBox="1"/>
            <p:nvPr/>
          </p:nvSpPr>
          <p:spPr>
            <a:xfrm>
              <a:off x="2828689" y="1960957"/>
              <a:ext cx="395311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Мобильное приложение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4155B13C-C685-6F0C-1B31-C0919B03D6B0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8CDCFE93-917E-530A-ABA2-EDB611DDFE91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F13E9287-1E2F-FD35-F5C8-B97B791FAD93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14A6D7D5-F4A8-B067-CCD4-E2F1F227FA48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257B2A86-8E76-B3B1-E839-4CFC925CB630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13E6806D-4CED-BF46-E305-7CBB2E40A739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C27A07B8-3238-E172-6B30-A067E2309FC8}"/>
              </a:ext>
            </a:extLst>
          </p:cNvPr>
          <p:cNvSpPr/>
          <p:nvPr/>
        </p:nvSpPr>
        <p:spPr>
          <a:xfrm rot="108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7F2B150B-9360-0CD3-B834-A63A9BFD914E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7505EB01-767A-AF34-488B-269CB2865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6430C982-E524-C35D-F36A-1779A8D52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E20001BC-7D35-0C19-9D1C-DA564C3C42B1}"/>
              </a:ext>
            </a:extLst>
          </p:cNvPr>
          <p:cNvGrpSpPr/>
          <p:nvPr/>
        </p:nvGrpSpPr>
        <p:grpSpPr>
          <a:xfrm>
            <a:off x="8771629" y="1831402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A7821ED3-109C-068F-C64D-A3DB41E62B7A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21A16B58-9F3C-70E0-D467-B8A428E83372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4!!">
            <a:extLst>
              <a:ext uri="{FF2B5EF4-FFF2-40B4-BE49-F238E27FC236}">
                <a16:creationId xmlns:a16="http://schemas.microsoft.com/office/drawing/2014/main" id="{655BF974-7A35-FF2B-2B5C-2EC43B4CAB2A}"/>
              </a:ext>
            </a:extLst>
          </p:cNvPr>
          <p:cNvGrpSpPr/>
          <p:nvPr/>
        </p:nvGrpSpPr>
        <p:grpSpPr>
          <a:xfrm>
            <a:off x="7759940" y="2589295"/>
            <a:ext cx="2324101" cy="8349172"/>
            <a:chOff x="13206168" y="1831402"/>
            <a:chExt cx="2324101" cy="8349172"/>
          </a:xfrm>
        </p:grpSpPr>
        <p:sp>
          <p:nvSpPr>
            <p:cNvPr id="20" name="!!BigT4!!">
              <a:extLst>
                <a:ext uri="{FF2B5EF4-FFF2-40B4-BE49-F238E27FC236}">
                  <a16:creationId xmlns:a16="http://schemas.microsoft.com/office/drawing/2014/main" id="{B332DD69-DFF8-5BA1-7FE7-392CDE340B80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1" name="!!Icon4!!">
              <a:extLst>
                <a:ext uri="{FF2B5EF4-FFF2-40B4-BE49-F238E27FC236}">
                  <a16:creationId xmlns:a16="http://schemas.microsoft.com/office/drawing/2014/main" id="{4E62CA5C-EFDA-238C-32A3-14EE8ABF6913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7DCFE83B-CF13-593A-0767-A80FBE968F7C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B131D6CA-3E4E-D069-73CB-451B4E6AD30F}"/>
              </a:ext>
            </a:extLst>
          </p:cNvPr>
          <p:cNvSpPr/>
          <p:nvPr/>
        </p:nvSpPr>
        <p:spPr>
          <a:xfrm>
            <a:off x="2423161" y="1528580"/>
            <a:ext cx="4476618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003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EFD9F-4E1E-EEE5-473C-8320766A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85BAE49E-C61C-17F6-CDD6-876A35330BA7}"/>
              </a:ext>
            </a:extLst>
          </p:cNvPr>
          <p:cNvGrpSpPr/>
          <p:nvPr/>
        </p:nvGrpSpPr>
        <p:grpSpPr>
          <a:xfrm>
            <a:off x="2423161" y="1465686"/>
            <a:ext cx="4663439" cy="4811289"/>
            <a:chOff x="2423161" y="1465686"/>
            <a:chExt cx="4663439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0D2AEB99-ACA3-4DF2-3BD1-48A2560FB5D1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397D515B-73D5-9F2A-921F-8996E217E628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23353B96-F64F-7430-E47C-05BB7C9A560E}"/>
                </a:ext>
              </a:extLst>
            </p:cNvPr>
            <p:cNvSpPr txBox="1"/>
            <p:nvPr/>
          </p:nvSpPr>
          <p:spPr>
            <a:xfrm>
              <a:off x="2828689" y="1960957"/>
              <a:ext cx="425791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3200" dirty="0">
                  <a:solidFill>
                    <a:prstClr val="white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Администрирование и управление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8195B383-9B51-446F-CD57-4BC587607916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C48E51FF-FC12-1700-B968-7204D85F8BB5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84A7FEBA-C1B4-DD57-4819-503DD6D2E858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39B1FC5C-C771-5D8A-0FB2-5206FB81B240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FBC836A7-FC31-1E6F-C19E-5B35B1BE0445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B0EF3FF0-3E89-E955-C1A6-2F70C875A6C0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3C614004-052A-5D8D-FAFE-1D82EE07357A}"/>
              </a:ext>
            </a:extLst>
          </p:cNvPr>
          <p:cNvSpPr/>
          <p:nvPr/>
        </p:nvSpPr>
        <p:spPr>
          <a:xfrm rot="108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FB76400B-3928-5B67-08CC-41EAB1C70E04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BE39A4DC-D796-BA62-A723-1F56CE28F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D53347E4-6B48-53FE-5B56-8FB226D1A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737C928A-E40F-39FC-8CAF-EBE163AE0E07}"/>
              </a:ext>
            </a:extLst>
          </p:cNvPr>
          <p:cNvGrpSpPr/>
          <p:nvPr/>
        </p:nvGrpSpPr>
        <p:grpSpPr>
          <a:xfrm>
            <a:off x="8771629" y="1831402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E1FA55DB-04ED-E019-2BE1-3EE6A668643D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B977C4FC-06BE-8A86-FD39-E4FFF0BCC0ED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4!!">
            <a:extLst>
              <a:ext uri="{FF2B5EF4-FFF2-40B4-BE49-F238E27FC236}">
                <a16:creationId xmlns:a16="http://schemas.microsoft.com/office/drawing/2014/main" id="{96C2782D-3F28-8642-8661-9D37A8964D64}"/>
              </a:ext>
            </a:extLst>
          </p:cNvPr>
          <p:cNvGrpSpPr/>
          <p:nvPr/>
        </p:nvGrpSpPr>
        <p:grpSpPr>
          <a:xfrm>
            <a:off x="7759940" y="2589295"/>
            <a:ext cx="2324101" cy="8349172"/>
            <a:chOff x="13206168" y="1831402"/>
            <a:chExt cx="2324101" cy="8349172"/>
          </a:xfrm>
        </p:grpSpPr>
        <p:sp>
          <p:nvSpPr>
            <p:cNvPr id="20" name="!!BigT4!!">
              <a:extLst>
                <a:ext uri="{FF2B5EF4-FFF2-40B4-BE49-F238E27FC236}">
                  <a16:creationId xmlns:a16="http://schemas.microsoft.com/office/drawing/2014/main" id="{95AC7E31-4CF2-E045-C5D9-B66462953B0B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1" name="!!Icon4!!">
              <a:extLst>
                <a:ext uri="{FF2B5EF4-FFF2-40B4-BE49-F238E27FC236}">
                  <a16:creationId xmlns:a16="http://schemas.microsoft.com/office/drawing/2014/main" id="{6715BF47-E7D8-B5BF-918C-8FB3FD45714F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7F26F178-B50E-AFA3-9327-89A11460DAC0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E6305267-723B-26F1-D75B-5559259257EB}"/>
              </a:ext>
            </a:extLst>
          </p:cNvPr>
          <p:cNvSpPr/>
          <p:nvPr/>
        </p:nvSpPr>
        <p:spPr>
          <a:xfrm>
            <a:off x="2423161" y="1528580"/>
            <a:ext cx="4476618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600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33D37-3BFF-8145-2E2F-2DCB7D14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ED5C8927-C7DA-6787-4921-75C3887FDD40}"/>
              </a:ext>
            </a:extLst>
          </p:cNvPr>
          <p:cNvGrpSpPr/>
          <p:nvPr/>
        </p:nvGrpSpPr>
        <p:grpSpPr>
          <a:xfrm>
            <a:off x="2423161" y="1465686"/>
            <a:ext cx="4663439" cy="4811289"/>
            <a:chOff x="2423161" y="1465686"/>
            <a:chExt cx="4663439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0A0249FA-36C5-9005-57C6-75F5AFB05A06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DECC7643-C173-2DEC-28A6-098E677BF872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8FEDAAA9-8518-FE3F-0A1D-81A1DFB92DBF}"/>
                </a:ext>
              </a:extLst>
            </p:cNvPr>
            <p:cNvSpPr txBox="1"/>
            <p:nvPr/>
          </p:nvSpPr>
          <p:spPr>
            <a:xfrm>
              <a:off x="2828689" y="1960957"/>
              <a:ext cx="425791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Администрирование и управление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05C6EBD4-766E-4512-0013-3A20BF1B5AFE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B2DE9695-713C-5F7B-CFF0-BD181389F451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0F255FD3-7476-A7DB-EFDE-7AC3683B67F7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366DF601-F490-70A9-1FBB-834AB61685E5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32B472BF-A5A0-0757-7CE3-517FADD3B606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E87D9A97-8969-393F-1029-E2CB5C61EE62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BB8EBBD4-1E31-D276-B742-FFDCBF8A0276}"/>
              </a:ext>
            </a:extLst>
          </p:cNvPr>
          <p:cNvSpPr/>
          <p:nvPr/>
        </p:nvSpPr>
        <p:spPr>
          <a:xfrm rot="108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2F80F6CA-05FB-6DA4-6BC3-950AA67052A1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6E1FFCD5-FD5C-1534-8C96-4A3E92472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DF4A8D19-DA2E-0085-DACA-13451D283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27" name="!!Item6!!">
            <a:extLst>
              <a:ext uri="{FF2B5EF4-FFF2-40B4-BE49-F238E27FC236}">
                <a16:creationId xmlns:a16="http://schemas.microsoft.com/office/drawing/2014/main" id="{544D95EA-A31F-1E3E-7E43-C6908DD5AB51}"/>
              </a:ext>
            </a:extLst>
          </p:cNvPr>
          <p:cNvGrpSpPr/>
          <p:nvPr/>
        </p:nvGrpSpPr>
        <p:grpSpPr>
          <a:xfrm>
            <a:off x="9033761" y="2037294"/>
            <a:ext cx="2324101" cy="8279887"/>
            <a:chOff x="13570189" y="2037294"/>
            <a:chExt cx="2324101" cy="8279887"/>
          </a:xfrm>
        </p:grpSpPr>
        <p:sp>
          <p:nvSpPr>
            <p:cNvPr id="17" name="!!BigT6!!">
              <a:extLst>
                <a:ext uri="{FF2B5EF4-FFF2-40B4-BE49-F238E27FC236}">
                  <a16:creationId xmlns:a16="http://schemas.microsoft.com/office/drawing/2014/main" id="{DB00704A-530B-194E-4E5A-869E8A9D2C85}"/>
                </a:ext>
              </a:extLst>
            </p:cNvPr>
            <p:cNvSpPr txBox="1"/>
            <p:nvPr/>
          </p:nvSpPr>
          <p:spPr>
            <a:xfrm>
              <a:off x="13570190" y="3869262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6" name="!!Icon6!!">
              <a:extLst>
                <a:ext uri="{FF2B5EF4-FFF2-40B4-BE49-F238E27FC236}">
                  <a16:creationId xmlns:a16="http://schemas.microsoft.com/office/drawing/2014/main" id="{D41678A1-F341-0D17-DCBE-1D73C6406BA1}"/>
                </a:ext>
              </a:extLst>
            </p:cNvPr>
            <p:cNvSpPr/>
            <p:nvPr/>
          </p:nvSpPr>
          <p:spPr>
            <a:xfrm>
              <a:off x="13570189" y="2037294"/>
              <a:ext cx="2324100" cy="2906107"/>
            </a:xfrm>
            <a:custGeom>
              <a:avLst/>
              <a:gdLst>
                <a:gd name="csX0" fmla="*/ 0 w 2324100"/>
                <a:gd name="csY0" fmla="*/ 1201206 h 2906107"/>
                <a:gd name="csX1" fmla="*/ 2324100 w 2324100"/>
                <a:gd name="csY1" fmla="*/ 1201206 h 2906107"/>
                <a:gd name="csX2" fmla="*/ 2324100 w 2324100"/>
                <a:gd name="csY2" fmla="*/ 2906107 h 2906107"/>
                <a:gd name="csX3" fmla="*/ 0 w 2324100"/>
                <a:gd name="csY3" fmla="*/ 2906107 h 2906107"/>
                <a:gd name="csX4" fmla="*/ 1175089 w 2324100"/>
                <a:gd name="csY4" fmla="*/ 89 h 2906107"/>
                <a:gd name="csX5" fmla="*/ 1652749 w 2324100"/>
                <a:gd name="csY5" fmla="*/ 136300 h 2906107"/>
                <a:gd name="csX6" fmla="*/ 2113136 w 2324100"/>
                <a:gd name="csY6" fmla="*/ 977521 h 2906107"/>
                <a:gd name="csX7" fmla="*/ 1856838 w 2324100"/>
                <a:gd name="csY7" fmla="*/ 970494 h 2906107"/>
                <a:gd name="csX8" fmla="*/ 1520516 w 2324100"/>
                <a:gd name="csY8" fmla="*/ 355965 h 2906107"/>
                <a:gd name="csX9" fmla="*/ 820040 w 2324100"/>
                <a:gd name="csY9" fmla="*/ 346364 h 2906107"/>
                <a:gd name="csX10" fmla="*/ 467001 w 2324100"/>
                <a:gd name="csY10" fmla="*/ 951444 h 2906107"/>
                <a:gd name="csX11" fmla="*/ 210606 w 2324100"/>
                <a:gd name="csY11" fmla="*/ 951444 h 2906107"/>
                <a:gd name="csX12" fmla="*/ 693876 w 2324100"/>
                <a:gd name="csY12" fmla="*/ 123157 h 2906107"/>
                <a:gd name="csX13" fmla="*/ 1175089 w 2324100"/>
                <a:gd name="csY13" fmla="*/ 89 h 2906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324100" h="2906107">
                  <a:moveTo>
                    <a:pt x="0" y="1201206"/>
                  </a:moveTo>
                  <a:lnTo>
                    <a:pt x="2324100" y="1201206"/>
                  </a:lnTo>
                  <a:lnTo>
                    <a:pt x="2324100" y="2906107"/>
                  </a:lnTo>
                  <a:lnTo>
                    <a:pt x="0" y="2906107"/>
                  </a:lnTo>
                  <a:close/>
                  <a:moveTo>
                    <a:pt x="1175089" y="89"/>
                  </a:moveTo>
                  <a:cubicBezTo>
                    <a:pt x="1340744" y="2360"/>
                    <a:pt x="1505806" y="47844"/>
                    <a:pt x="1652749" y="136300"/>
                  </a:cubicBezTo>
                  <a:cubicBezTo>
                    <a:pt x="1946635" y="313213"/>
                    <a:pt x="2122538" y="634624"/>
                    <a:pt x="2113136" y="977521"/>
                  </a:cubicBezTo>
                  <a:lnTo>
                    <a:pt x="1856838" y="970494"/>
                  </a:lnTo>
                  <a:cubicBezTo>
                    <a:pt x="1863706" y="720001"/>
                    <a:pt x="1735205" y="485203"/>
                    <a:pt x="1520516" y="355965"/>
                  </a:cubicBezTo>
                  <a:cubicBezTo>
                    <a:pt x="1305827" y="226727"/>
                    <a:pt x="1038191" y="223058"/>
                    <a:pt x="820040" y="346364"/>
                  </a:cubicBezTo>
                  <a:cubicBezTo>
                    <a:pt x="601889" y="469670"/>
                    <a:pt x="467001" y="700857"/>
                    <a:pt x="467001" y="951444"/>
                  </a:cubicBezTo>
                  <a:lnTo>
                    <a:pt x="210606" y="951444"/>
                  </a:lnTo>
                  <a:cubicBezTo>
                    <a:pt x="210606" y="608418"/>
                    <a:pt x="395253" y="291949"/>
                    <a:pt x="693876" y="123157"/>
                  </a:cubicBezTo>
                  <a:cubicBezTo>
                    <a:pt x="843188" y="38761"/>
                    <a:pt x="1009435" y="-2182"/>
                    <a:pt x="1175089" y="89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B0D0528C-E345-9773-2DE2-2728642B04F8}"/>
              </a:ext>
            </a:extLst>
          </p:cNvPr>
          <p:cNvGrpSpPr/>
          <p:nvPr/>
        </p:nvGrpSpPr>
        <p:grpSpPr>
          <a:xfrm>
            <a:off x="7378612" y="2872026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122E13A6-CA80-98E5-32C4-7459ABBAD8D9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563ADE08-BE4E-DF9A-5689-3EBCCFFD1A5F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!!Item4!!">
            <a:extLst>
              <a:ext uri="{FF2B5EF4-FFF2-40B4-BE49-F238E27FC236}">
                <a16:creationId xmlns:a16="http://schemas.microsoft.com/office/drawing/2014/main" id="{5B7F5369-5C7C-C503-3D5E-902660E79131}"/>
              </a:ext>
            </a:extLst>
          </p:cNvPr>
          <p:cNvGrpSpPr/>
          <p:nvPr/>
        </p:nvGrpSpPr>
        <p:grpSpPr>
          <a:xfrm>
            <a:off x="7759940" y="7085095"/>
            <a:ext cx="2324101" cy="8349172"/>
            <a:chOff x="13206168" y="1831402"/>
            <a:chExt cx="2324101" cy="8349172"/>
          </a:xfrm>
        </p:grpSpPr>
        <p:sp>
          <p:nvSpPr>
            <p:cNvPr id="20" name="!!BigT4!!">
              <a:extLst>
                <a:ext uri="{FF2B5EF4-FFF2-40B4-BE49-F238E27FC236}">
                  <a16:creationId xmlns:a16="http://schemas.microsoft.com/office/drawing/2014/main" id="{9B57420C-5A6B-8204-1008-3439CAC8285C}"/>
                </a:ext>
              </a:extLst>
            </p:cNvPr>
            <p:cNvSpPr txBox="1"/>
            <p:nvPr/>
          </p:nvSpPr>
          <p:spPr>
            <a:xfrm>
              <a:off x="13206168" y="3732655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1" name="!!Icon4!!">
              <a:extLst>
                <a:ext uri="{FF2B5EF4-FFF2-40B4-BE49-F238E27FC236}">
                  <a16:creationId xmlns:a16="http://schemas.microsoft.com/office/drawing/2014/main" id="{79896D81-F1BC-CC97-4299-4930FD73347E}"/>
                </a:ext>
              </a:extLst>
            </p:cNvPr>
            <p:cNvSpPr/>
            <p:nvPr/>
          </p:nvSpPr>
          <p:spPr>
            <a:xfrm>
              <a:off x="13235165" y="1831402"/>
              <a:ext cx="2295104" cy="3145019"/>
            </a:xfrm>
            <a:custGeom>
              <a:avLst/>
              <a:gdLst>
                <a:gd name="csX0" fmla="*/ 1133053 w 2295104"/>
                <a:gd name="csY0" fmla="*/ 2483134 h 3145019"/>
                <a:gd name="csX1" fmla="*/ 1323553 w 2295104"/>
                <a:gd name="csY1" fmla="*/ 2673634 h 3145019"/>
                <a:gd name="csX2" fmla="*/ 1133053 w 2295104"/>
                <a:gd name="csY2" fmla="*/ 2864134 h 3145019"/>
                <a:gd name="csX3" fmla="*/ 942553 w 2295104"/>
                <a:gd name="csY3" fmla="*/ 2673634 h 3145019"/>
                <a:gd name="csX4" fmla="*/ 1133053 w 2295104"/>
                <a:gd name="csY4" fmla="*/ 2483134 h 3145019"/>
                <a:gd name="csX5" fmla="*/ 480802 w 2295104"/>
                <a:gd name="csY5" fmla="*/ 1773472 h 3145019"/>
                <a:gd name="csX6" fmla="*/ 1814302 w 2295104"/>
                <a:gd name="csY6" fmla="*/ 1773472 h 3145019"/>
                <a:gd name="csX7" fmla="*/ 1814302 w 2295104"/>
                <a:gd name="csY7" fmla="*/ 2116372 h 3145019"/>
                <a:gd name="csX8" fmla="*/ 480802 w 2295104"/>
                <a:gd name="csY8" fmla="*/ 2116372 h 3145019"/>
                <a:gd name="csX9" fmla="*/ 480802 w 2295104"/>
                <a:gd name="csY9" fmla="*/ 1103229 h 3145019"/>
                <a:gd name="csX10" fmla="*/ 1814302 w 2295104"/>
                <a:gd name="csY10" fmla="*/ 1103229 h 3145019"/>
                <a:gd name="csX11" fmla="*/ 1814302 w 2295104"/>
                <a:gd name="csY11" fmla="*/ 1446129 h 3145019"/>
                <a:gd name="csX12" fmla="*/ 480802 w 2295104"/>
                <a:gd name="csY12" fmla="*/ 1446129 h 3145019"/>
                <a:gd name="csX13" fmla="*/ 480802 w 2295104"/>
                <a:gd name="csY13" fmla="*/ 432986 h 3145019"/>
                <a:gd name="csX14" fmla="*/ 1814302 w 2295104"/>
                <a:gd name="csY14" fmla="*/ 432986 h 3145019"/>
                <a:gd name="csX15" fmla="*/ 1814302 w 2295104"/>
                <a:gd name="csY15" fmla="*/ 775886 h 3145019"/>
                <a:gd name="csX16" fmla="*/ 480802 w 2295104"/>
                <a:gd name="csY16" fmla="*/ 775886 h 3145019"/>
                <a:gd name="csX17" fmla="*/ 229740 w 2295104"/>
                <a:gd name="csY17" fmla="*/ 229740 h 3145019"/>
                <a:gd name="csX18" fmla="*/ 229740 w 2295104"/>
                <a:gd name="csY18" fmla="*/ 2915279 h 3145019"/>
                <a:gd name="csX19" fmla="*/ 2065364 w 2295104"/>
                <a:gd name="csY19" fmla="*/ 2915279 h 3145019"/>
                <a:gd name="csX20" fmla="*/ 2065364 w 2295104"/>
                <a:gd name="csY20" fmla="*/ 229740 h 3145019"/>
                <a:gd name="csX21" fmla="*/ 0 w 2295104"/>
                <a:gd name="csY21" fmla="*/ 0 h 3145019"/>
                <a:gd name="csX22" fmla="*/ 2295104 w 2295104"/>
                <a:gd name="csY22" fmla="*/ 0 h 3145019"/>
                <a:gd name="csX23" fmla="*/ 2295104 w 2295104"/>
                <a:gd name="csY23" fmla="*/ 3145019 h 3145019"/>
                <a:gd name="csX24" fmla="*/ 0 w 2295104"/>
                <a:gd name="csY24" fmla="*/ 3145019 h 3145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295104" h="3145019">
                  <a:moveTo>
                    <a:pt x="1133053" y="2483134"/>
                  </a:moveTo>
                  <a:cubicBezTo>
                    <a:pt x="1238263" y="2483134"/>
                    <a:pt x="1323553" y="2568424"/>
                    <a:pt x="1323553" y="2673634"/>
                  </a:cubicBezTo>
                  <a:cubicBezTo>
                    <a:pt x="1323553" y="2778844"/>
                    <a:pt x="1238263" y="2864134"/>
                    <a:pt x="1133053" y="2864134"/>
                  </a:cubicBezTo>
                  <a:cubicBezTo>
                    <a:pt x="1027843" y="2864134"/>
                    <a:pt x="942553" y="2778844"/>
                    <a:pt x="942553" y="2673634"/>
                  </a:cubicBezTo>
                  <a:cubicBezTo>
                    <a:pt x="942553" y="2568424"/>
                    <a:pt x="1027843" y="2483134"/>
                    <a:pt x="1133053" y="2483134"/>
                  </a:cubicBezTo>
                  <a:close/>
                  <a:moveTo>
                    <a:pt x="480802" y="1773472"/>
                  </a:moveTo>
                  <a:lnTo>
                    <a:pt x="1814302" y="1773472"/>
                  </a:lnTo>
                  <a:lnTo>
                    <a:pt x="1814302" y="2116372"/>
                  </a:lnTo>
                  <a:lnTo>
                    <a:pt x="480802" y="2116372"/>
                  </a:lnTo>
                  <a:close/>
                  <a:moveTo>
                    <a:pt x="480802" y="1103229"/>
                  </a:moveTo>
                  <a:lnTo>
                    <a:pt x="1814302" y="1103229"/>
                  </a:lnTo>
                  <a:lnTo>
                    <a:pt x="1814302" y="1446129"/>
                  </a:lnTo>
                  <a:lnTo>
                    <a:pt x="480802" y="1446129"/>
                  </a:lnTo>
                  <a:close/>
                  <a:moveTo>
                    <a:pt x="480802" y="432986"/>
                  </a:moveTo>
                  <a:lnTo>
                    <a:pt x="1814302" y="432986"/>
                  </a:lnTo>
                  <a:lnTo>
                    <a:pt x="1814302" y="775886"/>
                  </a:lnTo>
                  <a:lnTo>
                    <a:pt x="480802" y="775886"/>
                  </a:lnTo>
                  <a:close/>
                  <a:moveTo>
                    <a:pt x="229740" y="229740"/>
                  </a:moveTo>
                  <a:lnTo>
                    <a:pt x="229740" y="2915279"/>
                  </a:lnTo>
                  <a:lnTo>
                    <a:pt x="2065364" y="2915279"/>
                  </a:lnTo>
                  <a:lnTo>
                    <a:pt x="2065364" y="229740"/>
                  </a:lnTo>
                  <a:close/>
                  <a:moveTo>
                    <a:pt x="0" y="0"/>
                  </a:moveTo>
                  <a:lnTo>
                    <a:pt x="2295104" y="0"/>
                  </a:lnTo>
                  <a:lnTo>
                    <a:pt x="2295104" y="3145019"/>
                  </a:lnTo>
                  <a:lnTo>
                    <a:pt x="0" y="3145019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011831E7-8E3A-67BD-D3F7-436A49F33C24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FBCF38AB-E8A5-CEE2-9600-E508D684B598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21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9CFE9-14A9-82D1-1501-7FDE05FF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13B4D87A-AB28-4CAC-252A-CE4C621FB6FB}"/>
              </a:ext>
            </a:extLst>
          </p:cNvPr>
          <p:cNvGrpSpPr/>
          <p:nvPr/>
        </p:nvGrpSpPr>
        <p:grpSpPr>
          <a:xfrm>
            <a:off x="2423161" y="1465686"/>
            <a:ext cx="4663439" cy="4811289"/>
            <a:chOff x="2423161" y="1465686"/>
            <a:chExt cx="4663439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95E540AD-7497-07B3-2630-4976E0E22DE3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CFCB60CE-1974-BB41-1CD0-B7523A0E09E4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31046B38-83E6-89E4-98CA-EC238720D38A}"/>
                </a:ext>
              </a:extLst>
            </p:cNvPr>
            <p:cNvSpPr txBox="1"/>
            <p:nvPr/>
          </p:nvSpPr>
          <p:spPr>
            <a:xfrm>
              <a:off x="2828689" y="1960957"/>
              <a:ext cx="425791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Администрирование и управление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B1375F9B-A3AB-52FD-229F-A95F5D691DD6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BD1ED791-7DE7-1FFB-F2F4-A9A717A50709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77BEDCCF-FC10-C981-4A46-DED24B1C94D4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0D50511C-6CF9-A7EB-D2DA-A1F2B23973A1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B1B35FAB-4797-DABC-5908-C3A0684F29D2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5A80EA32-9E89-3D77-FD15-BEEF0B5D54B8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909651E9-01AF-296F-5CB6-C7AFBBB8F4FF}"/>
              </a:ext>
            </a:extLst>
          </p:cNvPr>
          <p:cNvSpPr/>
          <p:nvPr/>
        </p:nvSpPr>
        <p:spPr>
          <a:xfrm rot="135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6FD011C7-5141-83DD-9BDF-1B0D91EBA2ED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105E7D99-F101-EF0F-C24B-3F1D090D4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87A5A505-40FB-8952-0B05-B17CB3D7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27" name="!!Item6!!">
            <a:extLst>
              <a:ext uri="{FF2B5EF4-FFF2-40B4-BE49-F238E27FC236}">
                <a16:creationId xmlns:a16="http://schemas.microsoft.com/office/drawing/2014/main" id="{8121477F-4ACB-A67D-ECAF-2DB1F891F67E}"/>
              </a:ext>
            </a:extLst>
          </p:cNvPr>
          <p:cNvGrpSpPr/>
          <p:nvPr/>
        </p:nvGrpSpPr>
        <p:grpSpPr>
          <a:xfrm>
            <a:off x="9033761" y="2037294"/>
            <a:ext cx="2324101" cy="8279887"/>
            <a:chOff x="13570189" y="2037294"/>
            <a:chExt cx="2324101" cy="8279887"/>
          </a:xfrm>
        </p:grpSpPr>
        <p:sp>
          <p:nvSpPr>
            <p:cNvPr id="17" name="!!BigT6!!">
              <a:extLst>
                <a:ext uri="{FF2B5EF4-FFF2-40B4-BE49-F238E27FC236}">
                  <a16:creationId xmlns:a16="http://schemas.microsoft.com/office/drawing/2014/main" id="{31CC4470-92D3-A64C-96A9-697AD583199D}"/>
                </a:ext>
              </a:extLst>
            </p:cNvPr>
            <p:cNvSpPr txBox="1"/>
            <p:nvPr/>
          </p:nvSpPr>
          <p:spPr>
            <a:xfrm>
              <a:off x="13570190" y="3869262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6" name="!!Icon6!!">
              <a:extLst>
                <a:ext uri="{FF2B5EF4-FFF2-40B4-BE49-F238E27FC236}">
                  <a16:creationId xmlns:a16="http://schemas.microsoft.com/office/drawing/2014/main" id="{EE7CDBB0-E7A3-69B8-8C84-5E68AF7AF9B5}"/>
                </a:ext>
              </a:extLst>
            </p:cNvPr>
            <p:cNvSpPr/>
            <p:nvPr/>
          </p:nvSpPr>
          <p:spPr>
            <a:xfrm>
              <a:off x="13570189" y="2037294"/>
              <a:ext cx="2324100" cy="2906107"/>
            </a:xfrm>
            <a:custGeom>
              <a:avLst/>
              <a:gdLst>
                <a:gd name="csX0" fmla="*/ 0 w 2324100"/>
                <a:gd name="csY0" fmla="*/ 1201206 h 2906107"/>
                <a:gd name="csX1" fmla="*/ 2324100 w 2324100"/>
                <a:gd name="csY1" fmla="*/ 1201206 h 2906107"/>
                <a:gd name="csX2" fmla="*/ 2324100 w 2324100"/>
                <a:gd name="csY2" fmla="*/ 2906107 h 2906107"/>
                <a:gd name="csX3" fmla="*/ 0 w 2324100"/>
                <a:gd name="csY3" fmla="*/ 2906107 h 2906107"/>
                <a:gd name="csX4" fmla="*/ 1175089 w 2324100"/>
                <a:gd name="csY4" fmla="*/ 89 h 2906107"/>
                <a:gd name="csX5" fmla="*/ 1652749 w 2324100"/>
                <a:gd name="csY5" fmla="*/ 136300 h 2906107"/>
                <a:gd name="csX6" fmla="*/ 2113136 w 2324100"/>
                <a:gd name="csY6" fmla="*/ 977521 h 2906107"/>
                <a:gd name="csX7" fmla="*/ 1856838 w 2324100"/>
                <a:gd name="csY7" fmla="*/ 970494 h 2906107"/>
                <a:gd name="csX8" fmla="*/ 1520516 w 2324100"/>
                <a:gd name="csY8" fmla="*/ 355965 h 2906107"/>
                <a:gd name="csX9" fmla="*/ 820040 w 2324100"/>
                <a:gd name="csY9" fmla="*/ 346364 h 2906107"/>
                <a:gd name="csX10" fmla="*/ 467001 w 2324100"/>
                <a:gd name="csY10" fmla="*/ 951444 h 2906107"/>
                <a:gd name="csX11" fmla="*/ 210606 w 2324100"/>
                <a:gd name="csY11" fmla="*/ 951444 h 2906107"/>
                <a:gd name="csX12" fmla="*/ 693876 w 2324100"/>
                <a:gd name="csY12" fmla="*/ 123157 h 2906107"/>
                <a:gd name="csX13" fmla="*/ 1175089 w 2324100"/>
                <a:gd name="csY13" fmla="*/ 89 h 2906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324100" h="2906107">
                  <a:moveTo>
                    <a:pt x="0" y="1201206"/>
                  </a:moveTo>
                  <a:lnTo>
                    <a:pt x="2324100" y="1201206"/>
                  </a:lnTo>
                  <a:lnTo>
                    <a:pt x="2324100" y="2906107"/>
                  </a:lnTo>
                  <a:lnTo>
                    <a:pt x="0" y="2906107"/>
                  </a:lnTo>
                  <a:close/>
                  <a:moveTo>
                    <a:pt x="1175089" y="89"/>
                  </a:moveTo>
                  <a:cubicBezTo>
                    <a:pt x="1340744" y="2360"/>
                    <a:pt x="1505806" y="47844"/>
                    <a:pt x="1652749" y="136300"/>
                  </a:cubicBezTo>
                  <a:cubicBezTo>
                    <a:pt x="1946635" y="313213"/>
                    <a:pt x="2122538" y="634624"/>
                    <a:pt x="2113136" y="977521"/>
                  </a:cubicBezTo>
                  <a:lnTo>
                    <a:pt x="1856838" y="970494"/>
                  </a:lnTo>
                  <a:cubicBezTo>
                    <a:pt x="1863706" y="720001"/>
                    <a:pt x="1735205" y="485203"/>
                    <a:pt x="1520516" y="355965"/>
                  </a:cubicBezTo>
                  <a:cubicBezTo>
                    <a:pt x="1305827" y="226727"/>
                    <a:pt x="1038191" y="223058"/>
                    <a:pt x="820040" y="346364"/>
                  </a:cubicBezTo>
                  <a:cubicBezTo>
                    <a:pt x="601889" y="469670"/>
                    <a:pt x="467001" y="700857"/>
                    <a:pt x="467001" y="951444"/>
                  </a:cubicBezTo>
                  <a:lnTo>
                    <a:pt x="210606" y="951444"/>
                  </a:lnTo>
                  <a:cubicBezTo>
                    <a:pt x="210606" y="608418"/>
                    <a:pt x="395253" y="291949"/>
                    <a:pt x="693876" y="123157"/>
                  </a:cubicBezTo>
                  <a:cubicBezTo>
                    <a:pt x="843188" y="38761"/>
                    <a:pt x="1009435" y="-2182"/>
                    <a:pt x="1175089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BF64C5BA-8161-B33F-B70F-6AF42297A966}"/>
              </a:ext>
            </a:extLst>
          </p:cNvPr>
          <p:cNvGrpSpPr/>
          <p:nvPr/>
        </p:nvGrpSpPr>
        <p:grpSpPr>
          <a:xfrm>
            <a:off x="7378612" y="2872026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9E244E44-8428-F6DA-1DFD-BB412045C331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A2420663-7AA4-4B00-0D23-5BDBD33B2376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9E62780C-AD18-A253-36B2-F476155DD324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2F6B2D9F-F180-C0DF-73C9-23C49EC2D886}"/>
              </a:ext>
            </a:extLst>
          </p:cNvPr>
          <p:cNvSpPr/>
          <p:nvPr/>
        </p:nvSpPr>
        <p:spPr>
          <a:xfrm>
            <a:off x="2423161" y="1528580"/>
            <a:ext cx="4663439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477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C76EC-C46D-6514-8620-1F85D3C1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9D6F7F01-B8A4-C239-69BE-1CD5CBAD55FB}"/>
              </a:ext>
            </a:extLst>
          </p:cNvPr>
          <p:cNvGrpSpPr/>
          <p:nvPr/>
        </p:nvGrpSpPr>
        <p:grpSpPr>
          <a:xfrm>
            <a:off x="2423161" y="1465686"/>
            <a:ext cx="4663439" cy="4811289"/>
            <a:chOff x="2423161" y="1465686"/>
            <a:chExt cx="4663439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665E806E-1A53-F4A4-8955-1B0CE8597DE7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1772436B-A54D-0750-ED81-9933537C026A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F84CE4C5-5F2A-6A3F-94CC-702826F090AD}"/>
                </a:ext>
              </a:extLst>
            </p:cNvPr>
            <p:cNvSpPr txBox="1"/>
            <p:nvPr/>
          </p:nvSpPr>
          <p:spPr>
            <a:xfrm>
              <a:off x="2828689" y="1960957"/>
              <a:ext cx="42579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4000" dirty="0">
                  <a:solidFill>
                    <a:prstClr val="white"/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Безопасность</a:t>
              </a:r>
              <a:endPara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C701010F-8AAF-F45F-1874-0AAE3621C318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012CD17D-42D9-AF3D-9114-37CC0F5D8C39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E8486383-D76A-52B2-E0AE-E76E58DA5DE8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36A3FB60-9E89-997E-3B4A-FEB911EA9614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54E2EF7B-09AB-F423-4B9B-7A59DE4A5171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89F94D71-26E1-132B-0FE4-1BF41554F24D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72134A5C-370A-2C39-670B-08CDC353444A}"/>
              </a:ext>
            </a:extLst>
          </p:cNvPr>
          <p:cNvSpPr/>
          <p:nvPr/>
        </p:nvSpPr>
        <p:spPr>
          <a:xfrm rot="135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4AB7C657-A037-6182-0F4D-4765C9997BD1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A550C1C8-15EA-1A1E-64EB-911C91823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D0A878EB-BEB6-30DD-D608-75F7B909D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grpSp>
        <p:nvGrpSpPr>
          <p:cNvPr id="27" name="!!Item6!!">
            <a:extLst>
              <a:ext uri="{FF2B5EF4-FFF2-40B4-BE49-F238E27FC236}">
                <a16:creationId xmlns:a16="http://schemas.microsoft.com/office/drawing/2014/main" id="{60C96A88-8117-2D87-1465-C7B6199E45BA}"/>
              </a:ext>
            </a:extLst>
          </p:cNvPr>
          <p:cNvGrpSpPr/>
          <p:nvPr/>
        </p:nvGrpSpPr>
        <p:grpSpPr>
          <a:xfrm>
            <a:off x="9033761" y="2037294"/>
            <a:ext cx="2324101" cy="8279887"/>
            <a:chOff x="13570189" y="2037294"/>
            <a:chExt cx="2324101" cy="8279887"/>
          </a:xfrm>
        </p:grpSpPr>
        <p:sp>
          <p:nvSpPr>
            <p:cNvPr id="17" name="!!BigT6!!">
              <a:extLst>
                <a:ext uri="{FF2B5EF4-FFF2-40B4-BE49-F238E27FC236}">
                  <a16:creationId xmlns:a16="http://schemas.microsoft.com/office/drawing/2014/main" id="{D6A82F91-8B23-6E37-C6C2-D9F6C7EA513A}"/>
                </a:ext>
              </a:extLst>
            </p:cNvPr>
            <p:cNvSpPr txBox="1"/>
            <p:nvPr/>
          </p:nvSpPr>
          <p:spPr>
            <a:xfrm>
              <a:off x="13570190" y="3869262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6" name="!!Icon6!!">
              <a:extLst>
                <a:ext uri="{FF2B5EF4-FFF2-40B4-BE49-F238E27FC236}">
                  <a16:creationId xmlns:a16="http://schemas.microsoft.com/office/drawing/2014/main" id="{1E7271AA-C1E6-31F8-38A6-682AD9454D74}"/>
                </a:ext>
              </a:extLst>
            </p:cNvPr>
            <p:cNvSpPr/>
            <p:nvPr/>
          </p:nvSpPr>
          <p:spPr>
            <a:xfrm>
              <a:off x="13570189" y="2037294"/>
              <a:ext cx="2324100" cy="2906107"/>
            </a:xfrm>
            <a:custGeom>
              <a:avLst/>
              <a:gdLst>
                <a:gd name="csX0" fmla="*/ 0 w 2324100"/>
                <a:gd name="csY0" fmla="*/ 1201206 h 2906107"/>
                <a:gd name="csX1" fmla="*/ 2324100 w 2324100"/>
                <a:gd name="csY1" fmla="*/ 1201206 h 2906107"/>
                <a:gd name="csX2" fmla="*/ 2324100 w 2324100"/>
                <a:gd name="csY2" fmla="*/ 2906107 h 2906107"/>
                <a:gd name="csX3" fmla="*/ 0 w 2324100"/>
                <a:gd name="csY3" fmla="*/ 2906107 h 2906107"/>
                <a:gd name="csX4" fmla="*/ 1175089 w 2324100"/>
                <a:gd name="csY4" fmla="*/ 89 h 2906107"/>
                <a:gd name="csX5" fmla="*/ 1652749 w 2324100"/>
                <a:gd name="csY5" fmla="*/ 136300 h 2906107"/>
                <a:gd name="csX6" fmla="*/ 2113136 w 2324100"/>
                <a:gd name="csY6" fmla="*/ 977521 h 2906107"/>
                <a:gd name="csX7" fmla="*/ 1856838 w 2324100"/>
                <a:gd name="csY7" fmla="*/ 970494 h 2906107"/>
                <a:gd name="csX8" fmla="*/ 1520516 w 2324100"/>
                <a:gd name="csY8" fmla="*/ 355965 h 2906107"/>
                <a:gd name="csX9" fmla="*/ 820040 w 2324100"/>
                <a:gd name="csY9" fmla="*/ 346364 h 2906107"/>
                <a:gd name="csX10" fmla="*/ 467001 w 2324100"/>
                <a:gd name="csY10" fmla="*/ 951444 h 2906107"/>
                <a:gd name="csX11" fmla="*/ 210606 w 2324100"/>
                <a:gd name="csY11" fmla="*/ 951444 h 2906107"/>
                <a:gd name="csX12" fmla="*/ 693876 w 2324100"/>
                <a:gd name="csY12" fmla="*/ 123157 h 2906107"/>
                <a:gd name="csX13" fmla="*/ 1175089 w 2324100"/>
                <a:gd name="csY13" fmla="*/ 89 h 2906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324100" h="2906107">
                  <a:moveTo>
                    <a:pt x="0" y="1201206"/>
                  </a:moveTo>
                  <a:lnTo>
                    <a:pt x="2324100" y="1201206"/>
                  </a:lnTo>
                  <a:lnTo>
                    <a:pt x="2324100" y="2906107"/>
                  </a:lnTo>
                  <a:lnTo>
                    <a:pt x="0" y="2906107"/>
                  </a:lnTo>
                  <a:close/>
                  <a:moveTo>
                    <a:pt x="1175089" y="89"/>
                  </a:moveTo>
                  <a:cubicBezTo>
                    <a:pt x="1340744" y="2360"/>
                    <a:pt x="1505806" y="47844"/>
                    <a:pt x="1652749" y="136300"/>
                  </a:cubicBezTo>
                  <a:cubicBezTo>
                    <a:pt x="1946635" y="313213"/>
                    <a:pt x="2122538" y="634624"/>
                    <a:pt x="2113136" y="977521"/>
                  </a:cubicBezTo>
                  <a:lnTo>
                    <a:pt x="1856838" y="970494"/>
                  </a:lnTo>
                  <a:cubicBezTo>
                    <a:pt x="1863706" y="720001"/>
                    <a:pt x="1735205" y="485203"/>
                    <a:pt x="1520516" y="355965"/>
                  </a:cubicBezTo>
                  <a:cubicBezTo>
                    <a:pt x="1305827" y="226727"/>
                    <a:pt x="1038191" y="223058"/>
                    <a:pt x="820040" y="346364"/>
                  </a:cubicBezTo>
                  <a:cubicBezTo>
                    <a:pt x="601889" y="469670"/>
                    <a:pt x="467001" y="700857"/>
                    <a:pt x="467001" y="951444"/>
                  </a:cubicBezTo>
                  <a:lnTo>
                    <a:pt x="210606" y="951444"/>
                  </a:lnTo>
                  <a:cubicBezTo>
                    <a:pt x="210606" y="608418"/>
                    <a:pt x="395253" y="291949"/>
                    <a:pt x="693876" y="123157"/>
                  </a:cubicBezTo>
                  <a:cubicBezTo>
                    <a:pt x="843188" y="38761"/>
                    <a:pt x="1009435" y="-2182"/>
                    <a:pt x="1175089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B02AEB1D-2610-AFEB-4538-621D12EC5931}"/>
              </a:ext>
            </a:extLst>
          </p:cNvPr>
          <p:cNvGrpSpPr/>
          <p:nvPr/>
        </p:nvGrpSpPr>
        <p:grpSpPr>
          <a:xfrm>
            <a:off x="7378612" y="2872026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40F4A343-DB59-299A-8FFE-B7A89FD17E7B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BFAF6FCC-3AF8-7D82-5442-C7E068649619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AB65E193-C4CE-5999-6F7C-3B7D378D08DF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FF4B217C-9B92-B2D6-BCCF-5B46972271A6}"/>
              </a:ext>
            </a:extLst>
          </p:cNvPr>
          <p:cNvSpPr/>
          <p:nvPr/>
        </p:nvSpPr>
        <p:spPr>
          <a:xfrm>
            <a:off x="2423161" y="1528580"/>
            <a:ext cx="4663439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!!ShapesRemoverW!!">
            <a:extLst>
              <a:ext uri="{FF2B5EF4-FFF2-40B4-BE49-F238E27FC236}">
                <a16:creationId xmlns:a16="http://schemas.microsoft.com/office/drawing/2014/main" id="{C9471221-A445-886E-EAB6-66016C83538A}"/>
              </a:ext>
            </a:extLst>
          </p:cNvPr>
          <p:cNvSpPr/>
          <p:nvPr/>
        </p:nvSpPr>
        <p:spPr>
          <a:xfrm>
            <a:off x="81508" y="6276974"/>
            <a:ext cx="2152483" cy="476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!!ShapesRemoverB!!">
            <a:extLst>
              <a:ext uri="{FF2B5EF4-FFF2-40B4-BE49-F238E27FC236}">
                <a16:creationId xmlns:a16="http://schemas.microsoft.com/office/drawing/2014/main" id="{61027143-84AC-4517-B634-790618456391}"/>
              </a:ext>
            </a:extLst>
          </p:cNvPr>
          <p:cNvSpPr/>
          <p:nvPr/>
        </p:nvSpPr>
        <p:spPr>
          <a:xfrm>
            <a:off x="81508" y="6276974"/>
            <a:ext cx="2152483" cy="47674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127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5A7D3-2CB2-ED7C-4762-7C535228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31448921-2386-27D9-8879-4A2E25FA0205}"/>
              </a:ext>
            </a:extLst>
          </p:cNvPr>
          <p:cNvGrpSpPr/>
          <p:nvPr/>
        </p:nvGrpSpPr>
        <p:grpSpPr>
          <a:xfrm>
            <a:off x="2423161" y="1465686"/>
            <a:ext cx="4663439" cy="4811289"/>
            <a:chOff x="2423161" y="1465686"/>
            <a:chExt cx="4663439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53463A2D-1480-1E9E-80E2-70E2CECD6CF8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249CBE41-5650-BA3F-DC5A-1156324CD54A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0C94E5AB-1ED2-817D-EEC9-824C1B26D7AB}"/>
                </a:ext>
              </a:extLst>
            </p:cNvPr>
            <p:cNvSpPr txBox="1"/>
            <p:nvPr/>
          </p:nvSpPr>
          <p:spPr>
            <a:xfrm>
              <a:off x="2828689" y="1960957"/>
              <a:ext cx="42579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Безопасность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85FF5E8C-E238-E76E-1A82-167C8873B1BC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289BFDD9-211D-1186-0D8C-49E2C96754DB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0E4DA8F7-83D9-D69F-7A63-38492AF17BDF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CB57B1EC-A2FD-E3BD-2F4B-F0B93C15D465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EE0C7ED6-1D50-BC62-250C-1CBCA8F80E35}"/>
                </a:ext>
              </a:extLst>
            </p:cNvPr>
            <p:cNvSpPr/>
            <p:nvPr/>
          </p:nvSpPr>
          <p:spPr>
            <a:xfrm>
              <a:off x="2423160" y="91666"/>
              <a:ext cx="310896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11DB9170-9690-3ADE-81C8-2D59A5B54F2E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FD9EA546-23B1-F44C-B7F7-64DF4DB83CE6}"/>
              </a:ext>
            </a:extLst>
          </p:cNvPr>
          <p:cNvSpPr/>
          <p:nvPr/>
        </p:nvSpPr>
        <p:spPr>
          <a:xfrm rot="135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AFA9409B-6926-4D8D-C471-1C25DD1AC4E3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E8C4E60A-68E5-18E8-7BF6-3C919E42C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8C93DF32-6A8B-121A-3315-F60140CE7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9" name="!!Item7!!">
            <a:extLst>
              <a:ext uri="{FF2B5EF4-FFF2-40B4-BE49-F238E27FC236}">
                <a16:creationId xmlns:a16="http://schemas.microsoft.com/office/drawing/2014/main" id="{0204AB58-72B0-B39D-8A1B-3DE657634BF7}"/>
              </a:ext>
            </a:extLst>
          </p:cNvPr>
          <p:cNvSpPr txBox="1"/>
          <p:nvPr/>
        </p:nvSpPr>
        <p:spPr>
          <a:xfrm>
            <a:off x="8785460" y="1640361"/>
            <a:ext cx="31402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?????????????????????????????????????????????????????????????????????????????</a:t>
            </a:r>
            <a:endParaRPr lang="ru-RU" sz="3600" dirty="0">
              <a:solidFill>
                <a:schemeClr val="bg2">
                  <a:lumMod val="1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grpSp>
        <p:nvGrpSpPr>
          <p:cNvPr id="27" name="!!Item6!!">
            <a:extLst>
              <a:ext uri="{FF2B5EF4-FFF2-40B4-BE49-F238E27FC236}">
                <a16:creationId xmlns:a16="http://schemas.microsoft.com/office/drawing/2014/main" id="{A720752F-FBD6-3CE3-F271-8082C34A2215}"/>
              </a:ext>
            </a:extLst>
          </p:cNvPr>
          <p:cNvGrpSpPr/>
          <p:nvPr/>
        </p:nvGrpSpPr>
        <p:grpSpPr>
          <a:xfrm>
            <a:off x="7759938" y="2600396"/>
            <a:ext cx="2324101" cy="8279887"/>
            <a:chOff x="13570189" y="2037294"/>
            <a:chExt cx="2324101" cy="8279887"/>
          </a:xfrm>
        </p:grpSpPr>
        <p:sp>
          <p:nvSpPr>
            <p:cNvPr id="17" name="!!BigT6!!">
              <a:extLst>
                <a:ext uri="{FF2B5EF4-FFF2-40B4-BE49-F238E27FC236}">
                  <a16:creationId xmlns:a16="http://schemas.microsoft.com/office/drawing/2014/main" id="{3D2877FC-B82C-B2F8-BB1B-D36D9B53CA36}"/>
                </a:ext>
              </a:extLst>
            </p:cNvPr>
            <p:cNvSpPr txBox="1"/>
            <p:nvPr/>
          </p:nvSpPr>
          <p:spPr>
            <a:xfrm>
              <a:off x="13570190" y="3869262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6" name="!!Icon6!!">
              <a:extLst>
                <a:ext uri="{FF2B5EF4-FFF2-40B4-BE49-F238E27FC236}">
                  <a16:creationId xmlns:a16="http://schemas.microsoft.com/office/drawing/2014/main" id="{B40F978A-D954-473A-1039-C7EA5272B6CB}"/>
                </a:ext>
              </a:extLst>
            </p:cNvPr>
            <p:cNvSpPr/>
            <p:nvPr/>
          </p:nvSpPr>
          <p:spPr>
            <a:xfrm>
              <a:off x="13570189" y="2037294"/>
              <a:ext cx="2324100" cy="2906107"/>
            </a:xfrm>
            <a:custGeom>
              <a:avLst/>
              <a:gdLst>
                <a:gd name="csX0" fmla="*/ 0 w 2324100"/>
                <a:gd name="csY0" fmla="*/ 1201206 h 2906107"/>
                <a:gd name="csX1" fmla="*/ 2324100 w 2324100"/>
                <a:gd name="csY1" fmla="*/ 1201206 h 2906107"/>
                <a:gd name="csX2" fmla="*/ 2324100 w 2324100"/>
                <a:gd name="csY2" fmla="*/ 2906107 h 2906107"/>
                <a:gd name="csX3" fmla="*/ 0 w 2324100"/>
                <a:gd name="csY3" fmla="*/ 2906107 h 2906107"/>
                <a:gd name="csX4" fmla="*/ 1175089 w 2324100"/>
                <a:gd name="csY4" fmla="*/ 89 h 2906107"/>
                <a:gd name="csX5" fmla="*/ 1652749 w 2324100"/>
                <a:gd name="csY5" fmla="*/ 136300 h 2906107"/>
                <a:gd name="csX6" fmla="*/ 2113136 w 2324100"/>
                <a:gd name="csY6" fmla="*/ 977521 h 2906107"/>
                <a:gd name="csX7" fmla="*/ 1856838 w 2324100"/>
                <a:gd name="csY7" fmla="*/ 970494 h 2906107"/>
                <a:gd name="csX8" fmla="*/ 1520516 w 2324100"/>
                <a:gd name="csY8" fmla="*/ 355965 h 2906107"/>
                <a:gd name="csX9" fmla="*/ 820040 w 2324100"/>
                <a:gd name="csY9" fmla="*/ 346364 h 2906107"/>
                <a:gd name="csX10" fmla="*/ 467001 w 2324100"/>
                <a:gd name="csY10" fmla="*/ 951444 h 2906107"/>
                <a:gd name="csX11" fmla="*/ 210606 w 2324100"/>
                <a:gd name="csY11" fmla="*/ 951444 h 2906107"/>
                <a:gd name="csX12" fmla="*/ 693876 w 2324100"/>
                <a:gd name="csY12" fmla="*/ 123157 h 2906107"/>
                <a:gd name="csX13" fmla="*/ 1175089 w 2324100"/>
                <a:gd name="csY13" fmla="*/ 89 h 2906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324100" h="2906107">
                  <a:moveTo>
                    <a:pt x="0" y="1201206"/>
                  </a:moveTo>
                  <a:lnTo>
                    <a:pt x="2324100" y="1201206"/>
                  </a:lnTo>
                  <a:lnTo>
                    <a:pt x="2324100" y="2906107"/>
                  </a:lnTo>
                  <a:lnTo>
                    <a:pt x="0" y="2906107"/>
                  </a:lnTo>
                  <a:close/>
                  <a:moveTo>
                    <a:pt x="1175089" y="89"/>
                  </a:moveTo>
                  <a:cubicBezTo>
                    <a:pt x="1340744" y="2360"/>
                    <a:pt x="1505806" y="47844"/>
                    <a:pt x="1652749" y="136300"/>
                  </a:cubicBezTo>
                  <a:cubicBezTo>
                    <a:pt x="1946635" y="313213"/>
                    <a:pt x="2122538" y="634624"/>
                    <a:pt x="2113136" y="977521"/>
                  </a:cubicBezTo>
                  <a:lnTo>
                    <a:pt x="1856838" y="970494"/>
                  </a:lnTo>
                  <a:cubicBezTo>
                    <a:pt x="1863706" y="720001"/>
                    <a:pt x="1735205" y="485203"/>
                    <a:pt x="1520516" y="355965"/>
                  </a:cubicBezTo>
                  <a:cubicBezTo>
                    <a:pt x="1305827" y="226727"/>
                    <a:pt x="1038191" y="223058"/>
                    <a:pt x="820040" y="346364"/>
                  </a:cubicBezTo>
                  <a:cubicBezTo>
                    <a:pt x="601889" y="469670"/>
                    <a:pt x="467001" y="700857"/>
                    <a:pt x="467001" y="951444"/>
                  </a:cubicBezTo>
                  <a:lnTo>
                    <a:pt x="210606" y="951444"/>
                  </a:lnTo>
                  <a:cubicBezTo>
                    <a:pt x="210606" y="608418"/>
                    <a:pt x="395253" y="291949"/>
                    <a:pt x="693876" y="123157"/>
                  </a:cubicBezTo>
                  <a:cubicBezTo>
                    <a:pt x="843188" y="38761"/>
                    <a:pt x="1009435" y="-2182"/>
                    <a:pt x="1175089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!!Item5!!">
            <a:extLst>
              <a:ext uri="{FF2B5EF4-FFF2-40B4-BE49-F238E27FC236}">
                <a16:creationId xmlns:a16="http://schemas.microsoft.com/office/drawing/2014/main" id="{5518E8B6-D66C-6643-A8F2-EE50F91C098A}"/>
              </a:ext>
            </a:extLst>
          </p:cNvPr>
          <p:cNvGrpSpPr/>
          <p:nvPr/>
        </p:nvGrpSpPr>
        <p:grpSpPr>
          <a:xfrm>
            <a:off x="7378612" y="6961426"/>
            <a:ext cx="3086755" cy="7445155"/>
            <a:chOff x="13789367" y="1831402"/>
            <a:chExt cx="3086755" cy="7445155"/>
          </a:xfrm>
        </p:grpSpPr>
        <p:sp>
          <p:nvSpPr>
            <p:cNvPr id="23" name="!!BigT5!!">
              <a:extLst>
                <a:ext uri="{FF2B5EF4-FFF2-40B4-BE49-F238E27FC236}">
                  <a16:creationId xmlns:a16="http://schemas.microsoft.com/office/drawing/2014/main" id="{9B9C81E3-5013-7252-9B4A-AE242BC34BFA}"/>
                </a:ext>
              </a:extLst>
            </p:cNvPr>
            <p:cNvSpPr txBox="1"/>
            <p:nvPr/>
          </p:nvSpPr>
          <p:spPr>
            <a:xfrm>
              <a:off x="14170695" y="2828638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3" name="!!Icon5!!">
              <a:extLst>
                <a:ext uri="{FF2B5EF4-FFF2-40B4-BE49-F238E27FC236}">
                  <a16:creationId xmlns:a16="http://schemas.microsoft.com/office/drawing/2014/main" id="{A6ACCEAB-CE7F-C2BC-D5FD-4874436B4F65}"/>
                </a:ext>
              </a:extLst>
            </p:cNvPr>
            <p:cNvSpPr/>
            <p:nvPr/>
          </p:nvSpPr>
          <p:spPr>
            <a:xfrm>
              <a:off x="13789367" y="1831402"/>
              <a:ext cx="3086755" cy="2071375"/>
            </a:xfrm>
            <a:custGeom>
              <a:avLst/>
              <a:gdLst>
                <a:gd name="csX0" fmla="*/ 1542863 w 3086755"/>
                <a:gd name="csY0" fmla="*/ 1264782 h 2071375"/>
                <a:gd name="csX1" fmla="*/ 1427446 w 3086755"/>
                <a:gd name="csY1" fmla="*/ 1380199 h 2071375"/>
                <a:gd name="csX2" fmla="*/ 1542863 w 3086755"/>
                <a:gd name="csY2" fmla="*/ 1495616 h 2071375"/>
                <a:gd name="csX3" fmla="*/ 1658280 w 3086755"/>
                <a:gd name="csY3" fmla="*/ 1380199 h 2071375"/>
                <a:gd name="csX4" fmla="*/ 1542863 w 3086755"/>
                <a:gd name="csY4" fmla="*/ 1264782 h 2071375"/>
                <a:gd name="csX5" fmla="*/ 1542862 w 3086755"/>
                <a:gd name="csY5" fmla="*/ 1131132 h 2071375"/>
                <a:gd name="csX6" fmla="*/ 1791929 w 3086755"/>
                <a:gd name="csY6" fmla="*/ 1380199 h 2071375"/>
                <a:gd name="csX7" fmla="*/ 1542862 w 3086755"/>
                <a:gd name="csY7" fmla="*/ 1629266 h 2071375"/>
                <a:gd name="csX8" fmla="*/ 1293795 w 3086755"/>
                <a:gd name="csY8" fmla="*/ 1380199 h 2071375"/>
                <a:gd name="csX9" fmla="*/ 1542862 w 3086755"/>
                <a:gd name="csY9" fmla="*/ 1131132 h 2071375"/>
                <a:gd name="csX10" fmla="*/ 2315407 w 3086755"/>
                <a:gd name="csY10" fmla="*/ 1026017 h 2071375"/>
                <a:gd name="csX11" fmla="*/ 2480507 w 3086755"/>
                <a:gd name="csY11" fmla="*/ 1026017 h 2071375"/>
                <a:gd name="csX12" fmla="*/ 2480507 w 3086755"/>
                <a:gd name="csY12" fmla="*/ 1629267 h 2071375"/>
                <a:gd name="csX13" fmla="*/ 2315407 w 3086755"/>
                <a:gd name="csY13" fmla="*/ 1629267 h 2071375"/>
                <a:gd name="csX14" fmla="*/ 605215 w 3086755"/>
                <a:gd name="csY14" fmla="*/ 1026015 h 2071375"/>
                <a:gd name="csX15" fmla="*/ 770315 w 3086755"/>
                <a:gd name="csY15" fmla="*/ 1026015 h 2071375"/>
                <a:gd name="csX16" fmla="*/ 770315 w 3086755"/>
                <a:gd name="csY16" fmla="*/ 1629265 h 2071375"/>
                <a:gd name="csX17" fmla="*/ 605215 w 3086755"/>
                <a:gd name="csY17" fmla="*/ 1629265 h 2071375"/>
                <a:gd name="csX18" fmla="*/ 2397957 w 3086755"/>
                <a:gd name="csY18" fmla="*/ 575756 h 2071375"/>
                <a:gd name="csX19" fmla="*/ 2282540 w 3086755"/>
                <a:gd name="csY19" fmla="*/ 691173 h 2071375"/>
                <a:gd name="csX20" fmla="*/ 2397957 w 3086755"/>
                <a:gd name="csY20" fmla="*/ 806590 h 2071375"/>
                <a:gd name="csX21" fmla="*/ 2513374 w 3086755"/>
                <a:gd name="csY21" fmla="*/ 691173 h 2071375"/>
                <a:gd name="csX22" fmla="*/ 2397957 w 3086755"/>
                <a:gd name="csY22" fmla="*/ 575756 h 2071375"/>
                <a:gd name="csX23" fmla="*/ 687765 w 3086755"/>
                <a:gd name="csY23" fmla="*/ 575754 h 2071375"/>
                <a:gd name="csX24" fmla="*/ 572348 w 3086755"/>
                <a:gd name="csY24" fmla="*/ 691171 h 2071375"/>
                <a:gd name="csX25" fmla="*/ 687765 w 3086755"/>
                <a:gd name="csY25" fmla="*/ 806588 h 2071375"/>
                <a:gd name="csX26" fmla="*/ 803182 w 3086755"/>
                <a:gd name="csY26" fmla="*/ 691171 h 2071375"/>
                <a:gd name="csX27" fmla="*/ 687765 w 3086755"/>
                <a:gd name="csY27" fmla="*/ 575754 h 2071375"/>
                <a:gd name="csX28" fmla="*/ 2397958 w 3086755"/>
                <a:gd name="csY28" fmla="*/ 442106 h 2071375"/>
                <a:gd name="csX29" fmla="*/ 2647025 w 3086755"/>
                <a:gd name="csY29" fmla="*/ 691173 h 2071375"/>
                <a:gd name="csX30" fmla="*/ 2397958 w 3086755"/>
                <a:gd name="csY30" fmla="*/ 940240 h 2071375"/>
                <a:gd name="csX31" fmla="*/ 2148891 w 3086755"/>
                <a:gd name="csY31" fmla="*/ 691173 h 2071375"/>
                <a:gd name="csX32" fmla="*/ 2397958 w 3086755"/>
                <a:gd name="csY32" fmla="*/ 442106 h 2071375"/>
                <a:gd name="csX33" fmla="*/ 1460313 w 3086755"/>
                <a:gd name="csY33" fmla="*/ 442105 h 2071375"/>
                <a:gd name="csX34" fmla="*/ 1625413 w 3086755"/>
                <a:gd name="csY34" fmla="*/ 442105 h 2071375"/>
                <a:gd name="csX35" fmla="*/ 1625413 w 3086755"/>
                <a:gd name="csY35" fmla="*/ 1045355 h 2071375"/>
                <a:gd name="csX36" fmla="*/ 1460313 w 3086755"/>
                <a:gd name="csY36" fmla="*/ 1045355 h 2071375"/>
                <a:gd name="csX37" fmla="*/ 687766 w 3086755"/>
                <a:gd name="csY37" fmla="*/ 442104 h 2071375"/>
                <a:gd name="csX38" fmla="*/ 936833 w 3086755"/>
                <a:gd name="csY38" fmla="*/ 691171 h 2071375"/>
                <a:gd name="csX39" fmla="*/ 687766 w 3086755"/>
                <a:gd name="csY39" fmla="*/ 940238 h 2071375"/>
                <a:gd name="csX40" fmla="*/ 438699 w 3086755"/>
                <a:gd name="csY40" fmla="*/ 691171 h 2071375"/>
                <a:gd name="csX41" fmla="*/ 687766 w 3086755"/>
                <a:gd name="csY41" fmla="*/ 442104 h 2071375"/>
                <a:gd name="csX42" fmla="*/ 246245 w 3086755"/>
                <a:gd name="csY42" fmla="*/ 246245 h 2071375"/>
                <a:gd name="csX43" fmla="*/ 246245 w 3086755"/>
                <a:gd name="csY43" fmla="*/ 1825130 h 2071375"/>
                <a:gd name="csX44" fmla="*/ 2840510 w 3086755"/>
                <a:gd name="csY44" fmla="*/ 1825130 h 2071375"/>
                <a:gd name="csX45" fmla="*/ 2840510 w 3086755"/>
                <a:gd name="csY45" fmla="*/ 246245 h 2071375"/>
                <a:gd name="csX46" fmla="*/ 0 w 3086755"/>
                <a:gd name="csY46" fmla="*/ 0 h 2071375"/>
                <a:gd name="csX47" fmla="*/ 3086755 w 3086755"/>
                <a:gd name="csY47" fmla="*/ 0 h 2071375"/>
                <a:gd name="csX48" fmla="*/ 3086755 w 3086755"/>
                <a:gd name="csY48" fmla="*/ 2071375 h 2071375"/>
                <a:gd name="csX49" fmla="*/ 0 w 3086755"/>
                <a:gd name="csY49" fmla="*/ 2071375 h 207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086755" h="2071375">
                  <a:moveTo>
                    <a:pt x="1542863" y="1264782"/>
                  </a:moveTo>
                  <a:cubicBezTo>
                    <a:pt x="1479120" y="1264782"/>
                    <a:pt x="1427446" y="1316456"/>
                    <a:pt x="1427446" y="1380199"/>
                  </a:cubicBezTo>
                  <a:cubicBezTo>
                    <a:pt x="1427446" y="1443942"/>
                    <a:pt x="1479120" y="1495616"/>
                    <a:pt x="1542863" y="1495616"/>
                  </a:cubicBezTo>
                  <a:cubicBezTo>
                    <a:pt x="1606606" y="1495616"/>
                    <a:pt x="1658280" y="1443942"/>
                    <a:pt x="1658280" y="1380199"/>
                  </a:cubicBezTo>
                  <a:cubicBezTo>
                    <a:pt x="1658280" y="1316456"/>
                    <a:pt x="1606606" y="1264782"/>
                    <a:pt x="1542863" y="1264782"/>
                  </a:cubicBezTo>
                  <a:close/>
                  <a:moveTo>
                    <a:pt x="1542862" y="1131132"/>
                  </a:moveTo>
                  <a:cubicBezTo>
                    <a:pt x="1680418" y="1131132"/>
                    <a:pt x="1791929" y="1242643"/>
                    <a:pt x="1791929" y="1380199"/>
                  </a:cubicBezTo>
                  <a:cubicBezTo>
                    <a:pt x="1791929" y="1517755"/>
                    <a:pt x="1680418" y="1629266"/>
                    <a:pt x="1542862" y="1629266"/>
                  </a:cubicBezTo>
                  <a:cubicBezTo>
                    <a:pt x="1405306" y="1629266"/>
                    <a:pt x="1293795" y="1517755"/>
                    <a:pt x="1293795" y="1380199"/>
                  </a:cubicBezTo>
                  <a:cubicBezTo>
                    <a:pt x="1293795" y="1242643"/>
                    <a:pt x="1405306" y="1131132"/>
                    <a:pt x="1542862" y="1131132"/>
                  </a:cubicBezTo>
                  <a:close/>
                  <a:moveTo>
                    <a:pt x="2315407" y="1026017"/>
                  </a:moveTo>
                  <a:lnTo>
                    <a:pt x="2480507" y="1026017"/>
                  </a:lnTo>
                  <a:lnTo>
                    <a:pt x="2480507" y="1629267"/>
                  </a:lnTo>
                  <a:lnTo>
                    <a:pt x="2315407" y="1629267"/>
                  </a:lnTo>
                  <a:close/>
                  <a:moveTo>
                    <a:pt x="605215" y="1026015"/>
                  </a:moveTo>
                  <a:lnTo>
                    <a:pt x="770315" y="1026015"/>
                  </a:lnTo>
                  <a:lnTo>
                    <a:pt x="770315" y="1629265"/>
                  </a:lnTo>
                  <a:lnTo>
                    <a:pt x="605215" y="1629265"/>
                  </a:lnTo>
                  <a:close/>
                  <a:moveTo>
                    <a:pt x="2397957" y="575756"/>
                  </a:moveTo>
                  <a:cubicBezTo>
                    <a:pt x="2334214" y="575756"/>
                    <a:pt x="2282540" y="627430"/>
                    <a:pt x="2282540" y="691173"/>
                  </a:cubicBezTo>
                  <a:cubicBezTo>
                    <a:pt x="2282540" y="754916"/>
                    <a:pt x="2334214" y="806590"/>
                    <a:pt x="2397957" y="806590"/>
                  </a:cubicBezTo>
                  <a:cubicBezTo>
                    <a:pt x="2461700" y="806590"/>
                    <a:pt x="2513374" y="754916"/>
                    <a:pt x="2513374" y="691173"/>
                  </a:cubicBezTo>
                  <a:cubicBezTo>
                    <a:pt x="2513374" y="627430"/>
                    <a:pt x="2461700" y="575756"/>
                    <a:pt x="2397957" y="575756"/>
                  </a:cubicBezTo>
                  <a:close/>
                  <a:moveTo>
                    <a:pt x="687765" y="575754"/>
                  </a:moveTo>
                  <a:cubicBezTo>
                    <a:pt x="624022" y="575754"/>
                    <a:pt x="572348" y="627428"/>
                    <a:pt x="572348" y="691171"/>
                  </a:cubicBezTo>
                  <a:cubicBezTo>
                    <a:pt x="572348" y="754914"/>
                    <a:pt x="624022" y="806588"/>
                    <a:pt x="687765" y="806588"/>
                  </a:cubicBezTo>
                  <a:cubicBezTo>
                    <a:pt x="751508" y="806588"/>
                    <a:pt x="803182" y="754914"/>
                    <a:pt x="803182" y="691171"/>
                  </a:cubicBezTo>
                  <a:cubicBezTo>
                    <a:pt x="803182" y="627428"/>
                    <a:pt x="751508" y="575754"/>
                    <a:pt x="687765" y="575754"/>
                  </a:cubicBezTo>
                  <a:close/>
                  <a:moveTo>
                    <a:pt x="2397958" y="442106"/>
                  </a:moveTo>
                  <a:cubicBezTo>
                    <a:pt x="2535514" y="442106"/>
                    <a:pt x="2647025" y="553617"/>
                    <a:pt x="2647025" y="691173"/>
                  </a:cubicBezTo>
                  <a:cubicBezTo>
                    <a:pt x="2647025" y="828729"/>
                    <a:pt x="2535514" y="940240"/>
                    <a:pt x="2397958" y="940240"/>
                  </a:cubicBezTo>
                  <a:cubicBezTo>
                    <a:pt x="2260402" y="940240"/>
                    <a:pt x="2148891" y="828729"/>
                    <a:pt x="2148891" y="691173"/>
                  </a:cubicBezTo>
                  <a:cubicBezTo>
                    <a:pt x="2148891" y="553617"/>
                    <a:pt x="2260402" y="442106"/>
                    <a:pt x="2397958" y="442106"/>
                  </a:cubicBezTo>
                  <a:close/>
                  <a:moveTo>
                    <a:pt x="1460313" y="442105"/>
                  </a:moveTo>
                  <a:lnTo>
                    <a:pt x="1625413" y="442105"/>
                  </a:lnTo>
                  <a:lnTo>
                    <a:pt x="1625413" y="1045355"/>
                  </a:lnTo>
                  <a:lnTo>
                    <a:pt x="1460313" y="1045355"/>
                  </a:lnTo>
                  <a:close/>
                  <a:moveTo>
                    <a:pt x="687766" y="442104"/>
                  </a:moveTo>
                  <a:cubicBezTo>
                    <a:pt x="825322" y="442104"/>
                    <a:pt x="936833" y="553615"/>
                    <a:pt x="936833" y="691171"/>
                  </a:cubicBezTo>
                  <a:cubicBezTo>
                    <a:pt x="936833" y="828727"/>
                    <a:pt x="825322" y="940238"/>
                    <a:pt x="687766" y="940238"/>
                  </a:cubicBezTo>
                  <a:cubicBezTo>
                    <a:pt x="550210" y="940238"/>
                    <a:pt x="438699" y="828727"/>
                    <a:pt x="438699" y="691171"/>
                  </a:cubicBezTo>
                  <a:cubicBezTo>
                    <a:pt x="438699" y="553615"/>
                    <a:pt x="550210" y="442104"/>
                    <a:pt x="687766" y="442104"/>
                  </a:cubicBezTo>
                  <a:close/>
                  <a:moveTo>
                    <a:pt x="246245" y="246245"/>
                  </a:moveTo>
                  <a:lnTo>
                    <a:pt x="246245" y="1825130"/>
                  </a:lnTo>
                  <a:lnTo>
                    <a:pt x="2840510" y="1825130"/>
                  </a:lnTo>
                  <a:lnTo>
                    <a:pt x="2840510" y="246245"/>
                  </a:lnTo>
                  <a:close/>
                  <a:moveTo>
                    <a:pt x="0" y="0"/>
                  </a:moveTo>
                  <a:lnTo>
                    <a:pt x="3086755" y="0"/>
                  </a:lnTo>
                  <a:lnTo>
                    <a:pt x="3086755" y="2071375"/>
                  </a:lnTo>
                  <a:lnTo>
                    <a:pt x="0" y="2071375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2E50D5C3-FE03-3B83-BE0B-2A76E14D4C0D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1A756F4D-70B0-C069-9657-5FB3B9C55098}"/>
              </a:ext>
            </a:extLst>
          </p:cNvPr>
          <p:cNvSpPr/>
          <p:nvPr/>
        </p:nvSpPr>
        <p:spPr>
          <a:xfrm>
            <a:off x="2423161" y="1528580"/>
            <a:ext cx="310895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!!ShapesRemoverW!!">
            <a:extLst>
              <a:ext uri="{FF2B5EF4-FFF2-40B4-BE49-F238E27FC236}">
                <a16:creationId xmlns:a16="http://schemas.microsoft.com/office/drawing/2014/main" id="{8EA6FB37-E1DB-F9B0-C2C9-860A7662966D}"/>
              </a:ext>
            </a:extLst>
          </p:cNvPr>
          <p:cNvSpPr/>
          <p:nvPr/>
        </p:nvSpPr>
        <p:spPr>
          <a:xfrm>
            <a:off x="81508" y="6276974"/>
            <a:ext cx="2152483" cy="476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!!ShapesRemoverB!!">
            <a:extLst>
              <a:ext uri="{FF2B5EF4-FFF2-40B4-BE49-F238E27FC236}">
                <a16:creationId xmlns:a16="http://schemas.microsoft.com/office/drawing/2014/main" id="{B5AA3DFD-2532-5C57-3C4D-C193841B76CD}"/>
              </a:ext>
            </a:extLst>
          </p:cNvPr>
          <p:cNvSpPr/>
          <p:nvPr/>
        </p:nvSpPr>
        <p:spPr>
          <a:xfrm>
            <a:off x="81508" y="6276974"/>
            <a:ext cx="2152483" cy="476746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!!TitleRemover!!">
            <a:extLst>
              <a:ext uri="{FF2B5EF4-FFF2-40B4-BE49-F238E27FC236}">
                <a16:creationId xmlns:a16="http://schemas.microsoft.com/office/drawing/2014/main" id="{B6FAA90E-A35A-284B-EA0C-8D47F35A0BD1}"/>
              </a:ext>
            </a:extLst>
          </p:cNvPr>
          <p:cNvSpPr/>
          <p:nvPr/>
        </p:nvSpPr>
        <p:spPr>
          <a:xfrm>
            <a:off x="2423160" y="91665"/>
            <a:ext cx="310896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870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27DAC-2BCD-FAAE-ED43-6162056D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MainSection!!">
            <a:extLst>
              <a:ext uri="{FF2B5EF4-FFF2-40B4-BE49-F238E27FC236}">
                <a16:creationId xmlns:a16="http://schemas.microsoft.com/office/drawing/2014/main" id="{5D842B38-2F96-B8DF-2F75-5D769AA85738}"/>
              </a:ext>
            </a:extLst>
          </p:cNvPr>
          <p:cNvGrpSpPr/>
          <p:nvPr/>
        </p:nvGrpSpPr>
        <p:grpSpPr>
          <a:xfrm>
            <a:off x="2423161" y="1465686"/>
            <a:ext cx="4663439" cy="4811289"/>
            <a:chOff x="2423161" y="1465686"/>
            <a:chExt cx="4663439" cy="4811289"/>
          </a:xfrm>
        </p:grpSpPr>
        <p:sp>
          <p:nvSpPr>
            <p:cNvPr id="7" name="!!UnderMainText!!">
              <a:extLst>
                <a:ext uri="{FF2B5EF4-FFF2-40B4-BE49-F238E27FC236}">
                  <a16:creationId xmlns:a16="http://schemas.microsoft.com/office/drawing/2014/main" id="{A8B8DE18-801A-B682-421E-96291815B8D1}"/>
                </a:ext>
              </a:extLst>
            </p:cNvPr>
            <p:cNvSpPr txBox="1"/>
            <p:nvPr/>
          </p:nvSpPr>
          <p:spPr>
            <a:xfrm>
              <a:off x="2828689" y="1465686"/>
              <a:ext cx="4071090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6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</a:t>
              </a:r>
              <a:endParaRPr kumimoji="0" lang="ru-RU" sz="166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8" name="!!UnderMainFiller!!">
              <a:extLst>
                <a:ext uri="{FF2B5EF4-FFF2-40B4-BE49-F238E27FC236}">
                  <a16:creationId xmlns:a16="http://schemas.microsoft.com/office/drawing/2014/main" id="{07C236FE-2938-0D70-28EB-57478943F2C2}"/>
                </a:ext>
              </a:extLst>
            </p:cNvPr>
            <p:cNvSpPr txBox="1"/>
            <p:nvPr/>
          </p:nvSpPr>
          <p:spPr>
            <a:xfrm>
              <a:off x="2828689" y="3902777"/>
              <a:ext cx="350328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iiiiiiiiiiii</a:t>
              </a:r>
              <a:endParaRPr kumimoji="0" lang="ru-RU" sz="72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" name="!!MainText!!">
              <a:extLst>
                <a:ext uri="{FF2B5EF4-FFF2-40B4-BE49-F238E27FC236}">
                  <a16:creationId xmlns:a16="http://schemas.microsoft.com/office/drawing/2014/main" id="{EEBF6C05-F02D-9D8E-4BA7-EF1AF647827A}"/>
                </a:ext>
              </a:extLst>
            </p:cNvPr>
            <p:cNvSpPr txBox="1"/>
            <p:nvPr/>
          </p:nvSpPr>
          <p:spPr>
            <a:xfrm>
              <a:off x="2828689" y="1960957"/>
              <a:ext cx="42579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Безопасность</a:t>
              </a:r>
            </a:p>
          </p:txBody>
        </p:sp>
        <p:sp>
          <p:nvSpPr>
            <p:cNvPr id="24" name="!!MainSectionHighlight!!">
              <a:extLst>
                <a:ext uri="{FF2B5EF4-FFF2-40B4-BE49-F238E27FC236}">
                  <a16:creationId xmlns:a16="http://schemas.microsoft.com/office/drawing/2014/main" id="{77BAC7F4-5685-888E-FBB7-99AB86C7196D}"/>
                </a:ext>
              </a:extLst>
            </p:cNvPr>
            <p:cNvSpPr/>
            <p:nvPr/>
          </p:nvSpPr>
          <p:spPr>
            <a:xfrm>
              <a:off x="2423161" y="1528580"/>
              <a:ext cx="310895" cy="4748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18D9B1C0-0112-208F-FA7C-D6511061A190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17492CFE-4733-C213-C1F1-938B3EC96AF4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B145985E-E7EA-017A-8358-FEEB61A3C57D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Задачи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443E4787-E794-26C6-7461-EA41D5A5A8D6}"/>
                </a:ext>
              </a:extLst>
            </p:cNvPr>
            <p:cNvSpPr/>
            <p:nvPr/>
          </p:nvSpPr>
          <p:spPr>
            <a:xfrm>
              <a:off x="2423160" y="91666"/>
              <a:ext cx="310895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!!ShapeBottom!!">
            <a:extLst>
              <a:ext uri="{FF2B5EF4-FFF2-40B4-BE49-F238E27FC236}">
                <a16:creationId xmlns:a16="http://schemas.microsoft.com/office/drawing/2014/main" id="{4247999B-780C-3F5B-E304-39FB26AC5E70}"/>
              </a:ext>
            </a:extLst>
          </p:cNvPr>
          <p:cNvSpPr/>
          <p:nvPr/>
        </p:nvSpPr>
        <p:spPr>
          <a:xfrm>
            <a:off x="403401" y="4314536"/>
            <a:ext cx="1600200" cy="160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!!ShapeTop!!">
            <a:extLst>
              <a:ext uri="{FF2B5EF4-FFF2-40B4-BE49-F238E27FC236}">
                <a16:creationId xmlns:a16="http://schemas.microsoft.com/office/drawing/2014/main" id="{831307E9-2A34-368C-8EE4-C9731F4D91D6}"/>
              </a:ext>
            </a:extLst>
          </p:cNvPr>
          <p:cNvSpPr/>
          <p:nvPr/>
        </p:nvSpPr>
        <p:spPr>
          <a:xfrm rot="13500000">
            <a:off x="403401" y="1844867"/>
            <a:ext cx="1600200" cy="1573270"/>
          </a:xfrm>
          <a:custGeom>
            <a:avLst/>
            <a:gdLst>
              <a:gd name="csX0" fmla="*/ 597336 w 1600200"/>
              <a:gd name="csY0" fmla="*/ 0 h 1573270"/>
              <a:gd name="csX1" fmla="*/ 597336 w 1600200"/>
              <a:gd name="csY1" fmla="*/ 771333 h 1573270"/>
              <a:gd name="csX2" fmla="*/ 1002864 w 1600200"/>
              <a:gd name="csY2" fmla="*/ 771333 h 1573270"/>
              <a:gd name="csX3" fmla="*/ 1002864 w 1600200"/>
              <a:gd name="csY3" fmla="*/ 0 h 1573270"/>
              <a:gd name="csX4" fmla="*/ 1038025 w 1600200"/>
              <a:gd name="csY4" fmla="*/ 9041 h 1573270"/>
              <a:gd name="csX5" fmla="*/ 1600200 w 1600200"/>
              <a:gd name="csY5" fmla="*/ 773170 h 1573270"/>
              <a:gd name="csX6" fmla="*/ 800100 w 1600200"/>
              <a:gd name="csY6" fmla="*/ 1573270 h 1573270"/>
              <a:gd name="csX7" fmla="*/ 0 w 1600200"/>
              <a:gd name="csY7" fmla="*/ 773170 h 1573270"/>
              <a:gd name="csX8" fmla="*/ 562175 w 1600200"/>
              <a:gd name="csY8" fmla="*/ 9041 h 1573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00200" h="1573270">
                <a:moveTo>
                  <a:pt x="597336" y="0"/>
                </a:moveTo>
                <a:lnTo>
                  <a:pt x="597336" y="771333"/>
                </a:lnTo>
                <a:lnTo>
                  <a:pt x="1002864" y="771333"/>
                </a:lnTo>
                <a:lnTo>
                  <a:pt x="1002864" y="0"/>
                </a:lnTo>
                <a:lnTo>
                  <a:pt x="1038025" y="9041"/>
                </a:lnTo>
                <a:cubicBezTo>
                  <a:pt x="1363721" y="110343"/>
                  <a:pt x="1600200" y="414140"/>
                  <a:pt x="1600200" y="773170"/>
                </a:cubicBezTo>
                <a:cubicBezTo>
                  <a:pt x="1600200" y="1215053"/>
                  <a:pt x="1241983" y="1573270"/>
                  <a:pt x="800100" y="1573270"/>
                </a:cubicBezTo>
                <a:cubicBezTo>
                  <a:pt x="358217" y="1573270"/>
                  <a:pt x="0" y="1215053"/>
                  <a:pt x="0" y="773170"/>
                </a:cubicBezTo>
                <a:cubicBezTo>
                  <a:pt x="0" y="414140"/>
                  <a:pt x="236479" y="110343"/>
                  <a:pt x="562175" y="90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ABEAA3BA-AA76-0E81-CCD9-FB098ABB48B5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D07D0DF0-2DE2-A577-1E71-C816106D3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7FF4743B-87B6-D9B4-EBF9-BA238DE8E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9" name="!!Item7!!">
            <a:extLst>
              <a:ext uri="{FF2B5EF4-FFF2-40B4-BE49-F238E27FC236}">
                <a16:creationId xmlns:a16="http://schemas.microsoft.com/office/drawing/2014/main" id="{13856666-0ED8-F968-34C6-73007CB60EE9}"/>
              </a:ext>
            </a:extLst>
          </p:cNvPr>
          <p:cNvSpPr txBox="1"/>
          <p:nvPr/>
        </p:nvSpPr>
        <p:spPr>
          <a:xfrm>
            <a:off x="8785460" y="1640361"/>
            <a:ext cx="31402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?????????????????????????????????????????????????????????????????????????????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scadia Code SemiBold" panose="020B0609020000020004" pitchFamily="49" charset="0"/>
              <a:ea typeface="+mn-ea"/>
              <a:cs typeface="Cascadia Code SemiBold" panose="020B0609020000020004" pitchFamily="49" charset="0"/>
            </a:endParaRPr>
          </a:p>
        </p:txBody>
      </p:sp>
      <p:grpSp>
        <p:nvGrpSpPr>
          <p:cNvPr id="27" name="!!Item6!!">
            <a:extLst>
              <a:ext uri="{FF2B5EF4-FFF2-40B4-BE49-F238E27FC236}">
                <a16:creationId xmlns:a16="http://schemas.microsoft.com/office/drawing/2014/main" id="{4EF708D9-5ADB-5147-6123-3AEF4CE24F09}"/>
              </a:ext>
            </a:extLst>
          </p:cNvPr>
          <p:cNvGrpSpPr/>
          <p:nvPr/>
        </p:nvGrpSpPr>
        <p:grpSpPr>
          <a:xfrm>
            <a:off x="7759938" y="7108896"/>
            <a:ext cx="2324101" cy="8279887"/>
            <a:chOff x="13570189" y="2037294"/>
            <a:chExt cx="2324101" cy="8279887"/>
          </a:xfrm>
        </p:grpSpPr>
        <p:sp>
          <p:nvSpPr>
            <p:cNvPr id="17" name="!!BigT6!!">
              <a:extLst>
                <a:ext uri="{FF2B5EF4-FFF2-40B4-BE49-F238E27FC236}">
                  <a16:creationId xmlns:a16="http://schemas.microsoft.com/office/drawing/2014/main" id="{79358C47-57B6-8E0B-5CEC-138B0CEF1EEC}"/>
                </a:ext>
              </a:extLst>
            </p:cNvPr>
            <p:cNvSpPr txBox="1"/>
            <p:nvPr/>
          </p:nvSpPr>
          <p:spPr>
            <a:xfrm>
              <a:off x="13570190" y="3869262"/>
              <a:ext cx="2324100" cy="644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T</a:t>
              </a:r>
              <a:endParaRPr kumimoji="0" lang="ru-RU" sz="4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6" name="!!Icon6!!">
              <a:extLst>
                <a:ext uri="{FF2B5EF4-FFF2-40B4-BE49-F238E27FC236}">
                  <a16:creationId xmlns:a16="http://schemas.microsoft.com/office/drawing/2014/main" id="{D41443A6-B37F-F9F1-3AC7-A4DDDC3890BC}"/>
                </a:ext>
              </a:extLst>
            </p:cNvPr>
            <p:cNvSpPr/>
            <p:nvPr/>
          </p:nvSpPr>
          <p:spPr>
            <a:xfrm>
              <a:off x="13570189" y="2037294"/>
              <a:ext cx="2324100" cy="2906107"/>
            </a:xfrm>
            <a:custGeom>
              <a:avLst/>
              <a:gdLst>
                <a:gd name="csX0" fmla="*/ 0 w 2324100"/>
                <a:gd name="csY0" fmla="*/ 1201206 h 2906107"/>
                <a:gd name="csX1" fmla="*/ 2324100 w 2324100"/>
                <a:gd name="csY1" fmla="*/ 1201206 h 2906107"/>
                <a:gd name="csX2" fmla="*/ 2324100 w 2324100"/>
                <a:gd name="csY2" fmla="*/ 2906107 h 2906107"/>
                <a:gd name="csX3" fmla="*/ 0 w 2324100"/>
                <a:gd name="csY3" fmla="*/ 2906107 h 2906107"/>
                <a:gd name="csX4" fmla="*/ 1175089 w 2324100"/>
                <a:gd name="csY4" fmla="*/ 89 h 2906107"/>
                <a:gd name="csX5" fmla="*/ 1652749 w 2324100"/>
                <a:gd name="csY5" fmla="*/ 136300 h 2906107"/>
                <a:gd name="csX6" fmla="*/ 2113136 w 2324100"/>
                <a:gd name="csY6" fmla="*/ 977521 h 2906107"/>
                <a:gd name="csX7" fmla="*/ 1856838 w 2324100"/>
                <a:gd name="csY7" fmla="*/ 970494 h 2906107"/>
                <a:gd name="csX8" fmla="*/ 1520516 w 2324100"/>
                <a:gd name="csY8" fmla="*/ 355965 h 2906107"/>
                <a:gd name="csX9" fmla="*/ 820040 w 2324100"/>
                <a:gd name="csY9" fmla="*/ 346364 h 2906107"/>
                <a:gd name="csX10" fmla="*/ 467001 w 2324100"/>
                <a:gd name="csY10" fmla="*/ 951444 h 2906107"/>
                <a:gd name="csX11" fmla="*/ 210606 w 2324100"/>
                <a:gd name="csY11" fmla="*/ 951444 h 2906107"/>
                <a:gd name="csX12" fmla="*/ 693876 w 2324100"/>
                <a:gd name="csY12" fmla="*/ 123157 h 2906107"/>
                <a:gd name="csX13" fmla="*/ 1175089 w 2324100"/>
                <a:gd name="csY13" fmla="*/ 89 h 2906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324100" h="2906107">
                  <a:moveTo>
                    <a:pt x="0" y="1201206"/>
                  </a:moveTo>
                  <a:lnTo>
                    <a:pt x="2324100" y="1201206"/>
                  </a:lnTo>
                  <a:lnTo>
                    <a:pt x="2324100" y="2906107"/>
                  </a:lnTo>
                  <a:lnTo>
                    <a:pt x="0" y="2906107"/>
                  </a:lnTo>
                  <a:close/>
                  <a:moveTo>
                    <a:pt x="1175089" y="89"/>
                  </a:moveTo>
                  <a:cubicBezTo>
                    <a:pt x="1340744" y="2360"/>
                    <a:pt x="1505806" y="47844"/>
                    <a:pt x="1652749" y="136300"/>
                  </a:cubicBezTo>
                  <a:cubicBezTo>
                    <a:pt x="1946635" y="313213"/>
                    <a:pt x="2122538" y="634624"/>
                    <a:pt x="2113136" y="977521"/>
                  </a:cubicBezTo>
                  <a:lnTo>
                    <a:pt x="1856838" y="970494"/>
                  </a:lnTo>
                  <a:cubicBezTo>
                    <a:pt x="1863706" y="720001"/>
                    <a:pt x="1735205" y="485203"/>
                    <a:pt x="1520516" y="355965"/>
                  </a:cubicBezTo>
                  <a:cubicBezTo>
                    <a:pt x="1305827" y="226727"/>
                    <a:pt x="1038191" y="223058"/>
                    <a:pt x="820040" y="346364"/>
                  </a:cubicBezTo>
                  <a:cubicBezTo>
                    <a:pt x="601889" y="469670"/>
                    <a:pt x="467001" y="700857"/>
                    <a:pt x="467001" y="951444"/>
                  </a:cubicBezTo>
                  <a:lnTo>
                    <a:pt x="210606" y="951444"/>
                  </a:lnTo>
                  <a:cubicBezTo>
                    <a:pt x="210606" y="608418"/>
                    <a:pt x="395253" y="291949"/>
                    <a:pt x="693876" y="123157"/>
                  </a:cubicBezTo>
                  <a:cubicBezTo>
                    <a:pt x="843188" y="38761"/>
                    <a:pt x="1009435" y="-2182"/>
                    <a:pt x="1175089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9588CD09-FE56-E682-0CE3-C740BA5AD4BD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E0018984-47A8-7F4D-1D35-BCF500426175}"/>
              </a:ext>
            </a:extLst>
          </p:cNvPr>
          <p:cNvSpPr/>
          <p:nvPr/>
        </p:nvSpPr>
        <p:spPr>
          <a:xfrm>
            <a:off x="2423161" y="1528580"/>
            <a:ext cx="9365438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!!ShapesRemoverW!!">
            <a:extLst>
              <a:ext uri="{FF2B5EF4-FFF2-40B4-BE49-F238E27FC236}">
                <a16:creationId xmlns:a16="http://schemas.microsoft.com/office/drawing/2014/main" id="{58FD3598-CFDC-6C4F-AAF6-1E2CD271C348}"/>
              </a:ext>
            </a:extLst>
          </p:cNvPr>
          <p:cNvSpPr/>
          <p:nvPr/>
        </p:nvSpPr>
        <p:spPr>
          <a:xfrm>
            <a:off x="120521" y="1528580"/>
            <a:ext cx="2152483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!!ShapesRemoverB!!">
            <a:extLst>
              <a:ext uri="{FF2B5EF4-FFF2-40B4-BE49-F238E27FC236}">
                <a16:creationId xmlns:a16="http://schemas.microsoft.com/office/drawing/2014/main" id="{631F0151-2EC6-AD29-65F7-D6285790A899}"/>
              </a:ext>
            </a:extLst>
          </p:cNvPr>
          <p:cNvSpPr/>
          <p:nvPr/>
        </p:nvSpPr>
        <p:spPr>
          <a:xfrm>
            <a:off x="81508" y="6276974"/>
            <a:ext cx="2152483" cy="476746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TitleRemover!!">
            <a:extLst>
              <a:ext uri="{FF2B5EF4-FFF2-40B4-BE49-F238E27FC236}">
                <a16:creationId xmlns:a16="http://schemas.microsoft.com/office/drawing/2014/main" id="{B4BFAEDA-CC90-1DF0-36EB-EBEE1D6F26E0}"/>
              </a:ext>
            </a:extLst>
          </p:cNvPr>
          <p:cNvSpPr/>
          <p:nvPr/>
        </p:nvSpPr>
        <p:spPr>
          <a:xfrm>
            <a:off x="2423160" y="91665"/>
            <a:ext cx="9365438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003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1D75A-1741-284A-FC65-E0DC6E5A7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9C20DADC-7E3B-A97F-F0C5-3A926A77F60C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C7651B6A-0A6A-614B-AE87-585C20B5CACC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82CF3480-1103-7A16-523C-FFA3FD30735E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B20092FA-0F3E-A8AA-0733-E786889227B9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C101AF67-F0D0-1DFB-CBF4-1737D26CCCBA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7F35E721-8A1E-3E64-4AFA-AC19AAE67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7DD7E374-45E6-E43B-3322-DD470FF9F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D580F543-3165-59B4-ADEB-58B350DDB3B8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4A505699-4187-8FA7-9B4C-B2E3BA8FC599}"/>
              </a:ext>
            </a:extLst>
          </p:cNvPr>
          <p:cNvSpPr/>
          <p:nvPr/>
        </p:nvSpPr>
        <p:spPr>
          <a:xfrm>
            <a:off x="2423161" y="1528580"/>
            <a:ext cx="9365438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!!ShapesRemoverW!!">
            <a:extLst>
              <a:ext uri="{FF2B5EF4-FFF2-40B4-BE49-F238E27FC236}">
                <a16:creationId xmlns:a16="http://schemas.microsoft.com/office/drawing/2014/main" id="{9E68B3B9-63FA-B93B-535A-DBF81E2ADE85}"/>
              </a:ext>
            </a:extLst>
          </p:cNvPr>
          <p:cNvSpPr/>
          <p:nvPr/>
        </p:nvSpPr>
        <p:spPr>
          <a:xfrm>
            <a:off x="120521" y="1528580"/>
            <a:ext cx="2152483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!!ShapesRemoverB!!">
            <a:extLst>
              <a:ext uri="{FF2B5EF4-FFF2-40B4-BE49-F238E27FC236}">
                <a16:creationId xmlns:a16="http://schemas.microsoft.com/office/drawing/2014/main" id="{E8964BB3-BD04-D99D-7BAB-899C4B74CA8C}"/>
              </a:ext>
            </a:extLst>
          </p:cNvPr>
          <p:cNvSpPr/>
          <p:nvPr/>
        </p:nvSpPr>
        <p:spPr>
          <a:xfrm>
            <a:off x="120521" y="6276974"/>
            <a:ext cx="2152483" cy="476746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MainSectionRemovalSlide!!">
            <a:extLst>
              <a:ext uri="{FF2B5EF4-FFF2-40B4-BE49-F238E27FC236}">
                <a16:creationId xmlns:a16="http://schemas.microsoft.com/office/drawing/2014/main" id="{02CB2A1A-8F85-5015-4F23-F1959C89364B}"/>
              </a:ext>
            </a:extLst>
          </p:cNvPr>
          <p:cNvSpPr/>
          <p:nvPr/>
        </p:nvSpPr>
        <p:spPr>
          <a:xfrm>
            <a:off x="11788598" y="1528580"/>
            <a:ext cx="9365438" cy="474839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!!TitleRemover!!">
            <a:extLst>
              <a:ext uri="{FF2B5EF4-FFF2-40B4-BE49-F238E27FC236}">
                <a16:creationId xmlns:a16="http://schemas.microsoft.com/office/drawing/2014/main" id="{6EB29F32-4213-6306-7592-D3A84610168C}"/>
              </a:ext>
            </a:extLst>
          </p:cNvPr>
          <p:cNvSpPr/>
          <p:nvPr/>
        </p:nvSpPr>
        <p:spPr>
          <a:xfrm>
            <a:off x="2423159" y="91665"/>
            <a:ext cx="9365437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995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0"/>
    </mc:Choice>
    <mc:Fallback>
      <p:transition advClick="0" advTm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FF5B8-5C9B-C6D3-15A1-F5FBD733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0F60EAD1-B835-86B3-A906-4AAB38CEB367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2158E3E8-7766-06AC-81E5-287C7526B2CB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98DF2489-4F33-AC86-F4AB-1F651D7D1C87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C9BBFE70-9531-5E16-B838-6B382E2D949C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2FA35ACC-94DD-9B2C-AD10-DD662BB2C360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E3E91B57-1402-B079-9312-F2986F99D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EA40ED93-E840-0DE1-64EE-B70B9EC42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FCB9D72D-34D6-78E6-8B64-F2DD3A302D75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12" name="!!MainSectionRemoval!!">
            <a:extLst>
              <a:ext uri="{FF2B5EF4-FFF2-40B4-BE49-F238E27FC236}">
                <a16:creationId xmlns:a16="http://schemas.microsoft.com/office/drawing/2014/main" id="{8D0C206E-CFFB-DD01-F98E-9C09DD6C6250}"/>
              </a:ext>
            </a:extLst>
          </p:cNvPr>
          <p:cNvSpPr/>
          <p:nvPr/>
        </p:nvSpPr>
        <p:spPr>
          <a:xfrm>
            <a:off x="11788598" y="1528580"/>
            <a:ext cx="9365438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!!ShapesRemoverW!!">
            <a:extLst>
              <a:ext uri="{FF2B5EF4-FFF2-40B4-BE49-F238E27FC236}">
                <a16:creationId xmlns:a16="http://schemas.microsoft.com/office/drawing/2014/main" id="{D0306E28-674F-3A7E-98E0-89C82D392830}"/>
              </a:ext>
            </a:extLst>
          </p:cNvPr>
          <p:cNvSpPr/>
          <p:nvPr/>
        </p:nvSpPr>
        <p:spPr>
          <a:xfrm>
            <a:off x="120521" y="1528580"/>
            <a:ext cx="2152483" cy="4748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!!ShapesRemoverB!!">
            <a:extLst>
              <a:ext uri="{FF2B5EF4-FFF2-40B4-BE49-F238E27FC236}">
                <a16:creationId xmlns:a16="http://schemas.microsoft.com/office/drawing/2014/main" id="{C4262307-3EA7-BB26-02D2-36993564BBDE}"/>
              </a:ext>
            </a:extLst>
          </p:cNvPr>
          <p:cNvSpPr/>
          <p:nvPr/>
        </p:nvSpPr>
        <p:spPr>
          <a:xfrm>
            <a:off x="42438" y="1528580"/>
            <a:ext cx="2380723" cy="489674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!!MainSectionRemovalSlide!!">
            <a:extLst>
              <a:ext uri="{FF2B5EF4-FFF2-40B4-BE49-F238E27FC236}">
                <a16:creationId xmlns:a16="http://schemas.microsoft.com/office/drawing/2014/main" id="{61B00EE8-E315-7DD5-C451-BFE3DA6B3EF9}"/>
              </a:ext>
            </a:extLst>
          </p:cNvPr>
          <p:cNvSpPr/>
          <p:nvPr/>
        </p:nvSpPr>
        <p:spPr>
          <a:xfrm>
            <a:off x="11788598" y="1528580"/>
            <a:ext cx="9365438" cy="474839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!!TitleRemover!!">
            <a:extLst>
              <a:ext uri="{FF2B5EF4-FFF2-40B4-BE49-F238E27FC236}">
                <a16:creationId xmlns:a16="http://schemas.microsoft.com/office/drawing/2014/main" id="{3C5E6EE5-D11A-2CD3-3887-2B28D864DD72}"/>
              </a:ext>
            </a:extLst>
          </p:cNvPr>
          <p:cNvSpPr/>
          <p:nvPr/>
        </p:nvSpPr>
        <p:spPr>
          <a:xfrm>
            <a:off x="2423159" y="91665"/>
            <a:ext cx="309601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443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D75BA-587F-95E0-9732-D8C01042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AFAB4B01-826E-53A5-05BE-612A4FA0C581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6CC4AA30-AD63-52DE-BAF3-FBED1821F33F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AAD29257-3147-1319-C301-E861A60229D2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17F17F33-D3AF-6D04-EB13-BDE90D69C713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E9E3362F-A28E-75B7-96B9-321E7C1D8445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AE5298F5-C26C-6904-EA39-84043A3F5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82B029EC-40F9-C062-1BB6-A9C6229A4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D7FB35F6-6EE8-C43E-701D-2815FA0ED8BC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3" name="!!Item1!!">
            <a:extLst>
              <a:ext uri="{FF2B5EF4-FFF2-40B4-BE49-F238E27FC236}">
                <a16:creationId xmlns:a16="http://schemas.microsoft.com/office/drawing/2014/main" id="{D0237B0C-C53C-B91C-5C3E-7D589A59B329}"/>
              </a:ext>
            </a:extLst>
          </p:cNvPr>
          <p:cNvGrpSpPr/>
          <p:nvPr/>
        </p:nvGrpSpPr>
        <p:grpSpPr>
          <a:xfrm>
            <a:off x="12495195" y="1178562"/>
            <a:ext cx="9940308" cy="5394910"/>
            <a:chOff x="12495195" y="1178562"/>
            <a:chExt cx="9940308" cy="53949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19BF57-0BE0-0BDD-7547-BA2CDB0B71AB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>
                  <a:solidFill>
                    <a:schemeClr val="bg2">
                      <a:lumMod val="10000"/>
                    </a:schemeClr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59604A-49CB-BB15-9EC7-90ECE4A6D60C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>
                  <a:solidFill>
                    <a:schemeClr val="bg2">
                      <a:lumMod val="10000"/>
                    </a:schemeClr>
                  </a:solidFill>
                  <a:latin typeface="Cascadia Code SemiBold" panose="020B0609020000020004" pitchFamily="49" charset="0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74F8EBC9-B0AE-F815-6FD0-31E29B373AD8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F2A06212-8995-FD2E-67C3-282F814B596B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D504FDBC-47CB-29E9-F96A-C6EC8B152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3436" y="1763337"/>
              <a:ext cx="8107649" cy="42272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9911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8E7FB-F7E9-CA3D-A299-9A55E938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DAC5D1E4-C32E-2C7D-5EA4-E24F865D23E6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FDA911BA-E65F-0A83-80CC-2DA2ECFD51DE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730BE6B4-77D6-60F7-056F-09EBECEE5673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6F78B177-FE45-352C-AA82-EFBE06A046AE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31E9C441-3913-4C16-4B84-57C89D2B4938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68B46ED3-E8EA-DAF4-5C5B-BF6B61E8C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0C2BB04D-080E-19D2-CE0C-93E2AEB69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808098D0-F346-9AF9-B23E-DDE34550EAAD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3" name="!!Item1!!">
            <a:extLst>
              <a:ext uri="{FF2B5EF4-FFF2-40B4-BE49-F238E27FC236}">
                <a16:creationId xmlns:a16="http://schemas.microsoft.com/office/drawing/2014/main" id="{D959F002-1D2F-50A0-AF4B-60E10DDE9FBB}"/>
              </a:ext>
            </a:extLst>
          </p:cNvPr>
          <p:cNvGrpSpPr/>
          <p:nvPr/>
        </p:nvGrpSpPr>
        <p:grpSpPr>
          <a:xfrm>
            <a:off x="1125846" y="1178562"/>
            <a:ext cx="9940308" cy="5394910"/>
            <a:chOff x="12495195" y="1178562"/>
            <a:chExt cx="9940308" cy="53949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F0DCF0-B26E-4FCF-FE6E-C6DBDDA5BBFA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6602DD-1C24-2F68-3ABF-C8C8EAD591F0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B480156-242B-85E7-3286-CE69870146F6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03F3CD13-5CED-BE42-778D-2333530D62EA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8CF0B9ED-CB7C-5AA4-2B5A-169564DCE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3436" y="1763337"/>
              <a:ext cx="8107649" cy="4227284"/>
            </a:xfrm>
            <a:prstGeom prst="rect">
              <a:avLst/>
            </a:prstGeom>
          </p:spPr>
        </p:pic>
      </p:grpSp>
      <p:grpSp>
        <p:nvGrpSpPr>
          <p:cNvPr id="2" name="!!Item2!!">
            <a:extLst>
              <a:ext uri="{FF2B5EF4-FFF2-40B4-BE49-F238E27FC236}">
                <a16:creationId xmlns:a16="http://schemas.microsoft.com/office/drawing/2014/main" id="{50297ED0-4015-5E2A-8836-2E69BC2016AD}"/>
              </a:ext>
            </a:extLst>
          </p:cNvPr>
          <p:cNvGrpSpPr/>
          <p:nvPr/>
        </p:nvGrpSpPr>
        <p:grpSpPr>
          <a:xfrm>
            <a:off x="12742844" y="1178562"/>
            <a:ext cx="9940308" cy="5394910"/>
            <a:chOff x="12495195" y="1178562"/>
            <a:chExt cx="9940308" cy="53949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64CB7D-A483-615F-0854-CECBBC6DFF2C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C3C060-D458-F207-E929-B31FB666F6D3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C4CECA9-3A78-3D84-FA5B-853194917A4E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6400ED53-86EB-4973-063E-FC43456EE680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7D443D6B-0EEA-6926-60A1-A559489B4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73436" y="1774285"/>
              <a:ext cx="8107649" cy="420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2640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7F0C3-4603-177E-70C5-00347C24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76A06C7C-8747-2659-8563-A16A13090F11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9CD7059F-AE4A-3C8E-BCD4-7E7260FD42E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5C1477A-C31F-3801-AA6C-31F81C12F585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2875A6A4-C1C2-1A93-D45C-61C549D394E8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25ACFB76-7957-42C2-4570-36110938C2DF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74569512-8DAD-8A53-1431-749382E11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11C1616D-2BB6-47B7-4B86-0BDA46E35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71347521-E76C-C47E-0B3A-32BACB5898EC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3" name="!!Item1!!">
            <a:extLst>
              <a:ext uri="{FF2B5EF4-FFF2-40B4-BE49-F238E27FC236}">
                <a16:creationId xmlns:a16="http://schemas.microsoft.com/office/drawing/2014/main" id="{F4665D9E-7928-66AB-FF45-632C6B854339}"/>
              </a:ext>
            </a:extLst>
          </p:cNvPr>
          <p:cNvGrpSpPr/>
          <p:nvPr/>
        </p:nvGrpSpPr>
        <p:grpSpPr>
          <a:xfrm>
            <a:off x="-10365500" y="1178562"/>
            <a:ext cx="9940308" cy="5394910"/>
            <a:chOff x="12495195" y="1178562"/>
            <a:chExt cx="9940308" cy="53949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A8A2F-80BB-6598-223A-2FD83983FB83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AE643C-F97D-5623-27A2-42EED0F1A352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111111111111111111111111111111111111111</a:t>
              </a: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F48ADDD-B6EC-30E7-B3B5-8287CEBE7E93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F126D136-C137-BA66-49A6-4724BFF11560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1D40C7EE-6941-D3E7-12AC-29E3A5DDD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3436" y="1763337"/>
              <a:ext cx="8107649" cy="4227284"/>
            </a:xfrm>
            <a:prstGeom prst="rect">
              <a:avLst/>
            </a:prstGeom>
          </p:spPr>
        </p:pic>
      </p:grpSp>
      <p:grpSp>
        <p:nvGrpSpPr>
          <p:cNvPr id="2" name="!!Item2!!">
            <a:extLst>
              <a:ext uri="{FF2B5EF4-FFF2-40B4-BE49-F238E27FC236}">
                <a16:creationId xmlns:a16="http://schemas.microsoft.com/office/drawing/2014/main" id="{A6941170-1790-79F6-4803-3F0C29B86648}"/>
              </a:ext>
            </a:extLst>
          </p:cNvPr>
          <p:cNvGrpSpPr/>
          <p:nvPr/>
        </p:nvGrpSpPr>
        <p:grpSpPr>
          <a:xfrm>
            <a:off x="1120365" y="1178562"/>
            <a:ext cx="9940308" cy="5394910"/>
            <a:chOff x="12495195" y="1178562"/>
            <a:chExt cx="9940308" cy="53949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B8E561-6340-D34A-1DE3-6889A0573043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EC8163-3615-BC0F-B77B-4A4EDA04EE45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84A0AC14-7366-6ACA-25E8-9CBFC872FB5D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10105211-AD61-6AFC-2395-3D8DD158747A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11C11892-DACD-C545-6E64-F7A7F7B7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73436" y="1774285"/>
              <a:ext cx="8107649" cy="4205388"/>
            </a:xfrm>
            <a:prstGeom prst="rect">
              <a:avLst/>
            </a:prstGeom>
          </p:spPr>
        </p:pic>
      </p:grpSp>
      <p:grpSp>
        <p:nvGrpSpPr>
          <p:cNvPr id="18" name="!!Item3!!">
            <a:extLst>
              <a:ext uri="{FF2B5EF4-FFF2-40B4-BE49-F238E27FC236}">
                <a16:creationId xmlns:a16="http://schemas.microsoft.com/office/drawing/2014/main" id="{22F6533A-62F7-0936-EF48-5B4922DB5E51}"/>
              </a:ext>
            </a:extLst>
          </p:cNvPr>
          <p:cNvGrpSpPr/>
          <p:nvPr/>
        </p:nvGrpSpPr>
        <p:grpSpPr>
          <a:xfrm>
            <a:off x="12528594" y="1178562"/>
            <a:ext cx="9940308" cy="5394910"/>
            <a:chOff x="12495195" y="1178562"/>
            <a:chExt cx="9940308" cy="53949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15D370-2175-B070-4AB7-E620C2257F4C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50B03E-13F0-5278-9C57-BCCD706E6EB5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D3ECAF6-87BD-4FDD-9A31-423DFE4E3585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A1524641-2514-30B3-7569-4F0A9CE9BE50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1FB34EAE-3F8F-DF91-A42C-A925C0FE6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74285"/>
              <a:ext cx="8078771" cy="420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6178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9E683-C06C-14A1-6D50-F226FC160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4CF741D6-1F6B-6DA4-DE77-5DFA1B7272BA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F09DC0D0-8A74-F373-021E-A13915429D24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65821985-EFB0-A928-D239-49FC0A3D3154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21B756E-6431-A473-6556-E1188F2DEDBB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C13530CE-C07C-D89B-DD14-F31115416586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7B1729C9-7E94-E67D-1291-FB88BF434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E07B25E7-1518-23AC-69E3-A47F93DB0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3BA27E29-0D38-56FA-E352-F3AD8EC027C1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" name="!!Item2!!">
            <a:extLst>
              <a:ext uri="{FF2B5EF4-FFF2-40B4-BE49-F238E27FC236}">
                <a16:creationId xmlns:a16="http://schemas.microsoft.com/office/drawing/2014/main" id="{27649789-4CF4-BE7D-BFCC-A6A5383D8CC5}"/>
              </a:ext>
            </a:extLst>
          </p:cNvPr>
          <p:cNvGrpSpPr/>
          <p:nvPr/>
        </p:nvGrpSpPr>
        <p:grpSpPr>
          <a:xfrm>
            <a:off x="-10275076" y="1178562"/>
            <a:ext cx="9940308" cy="5394910"/>
            <a:chOff x="12495195" y="1178562"/>
            <a:chExt cx="9940308" cy="53949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1A609A-6932-4B61-BDF6-47404466F5CF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6013BF-EC38-8C0B-E5A1-149C817B77F4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222222222222222222222222222222222222222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A612358A-8AD3-CBF3-7CF2-B436B953D6E0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07BC984-11B7-9799-CC05-583052545EBD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964E6AF0-BAB8-13A8-DE3D-A8F06FB7A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73436" y="1774285"/>
              <a:ext cx="8107649" cy="4205388"/>
            </a:xfrm>
            <a:prstGeom prst="rect">
              <a:avLst/>
            </a:prstGeom>
          </p:spPr>
        </p:pic>
      </p:grpSp>
      <p:grpSp>
        <p:nvGrpSpPr>
          <p:cNvPr id="18" name="!!Item3!!">
            <a:extLst>
              <a:ext uri="{FF2B5EF4-FFF2-40B4-BE49-F238E27FC236}">
                <a16:creationId xmlns:a16="http://schemas.microsoft.com/office/drawing/2014/main" id="{9281BA2C-8DBE-C581-049C-FA0D795F6448}"/>
              </a:ext>
            </a:extLst>
          </p:cNvPr>
          <p:cNvGrpSpPr/>
          <p:nvPr/>
        </p:nvGrpSpPr>
        <p:grpSpPr>
          <a:xfrm>
            <a:off x="1125846" y="1178562"/>
            <a:ext cx="9940308" cy="5394910"/>
            <a:chOff x="12495195" y="1178562"/>
            <a:chExt cx="9940308" cy="53949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B1C9F98-8ED8-C149-F5B0-616C00C0BCDB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8C5A19-1FE3-C830-1F07-4EC5C16F4381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726AF073-A000-2156-2926-F43E6A36A5CA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6FDF7262-E6C6-D6E3-4630-9BDEE3F78818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4E0023D7-471E-4942-0643-7E26F7C36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74285"/>
              <a:ext cx="8078771" cy="4205388"/>
            </a:xfrm>
            <a:prstGeom prst="rect">
              <a:avLst/>
            </a:prstGeom>
          </p:spPr>
        </p:pic>
      </p:grpSp>
      <p:grpSp>
        <p:nvGrpSpPr>
          <p:cNvPr id="28" name="!!Item4!!">
            <a:extLst>
              <a:ext uri="{FF2B5EF4-FFF2-40B4-BE49-F238E27FC236}">
                <a16:creationId xmlns:a16="http://schemas.microsoft.com/office/drawing/2014/main" id="{D58E3719-84C9-B7E6-2926-2A542622BD66}"/>
              </a:ext>
            </a:extLst>
          </p:cNvPr>
          <p:cNvGrpSpPr/>
          <p:nvPr/>
        </p:nvGrpSpPr>
        <p:grpSpPr>
          <a:xfrm>
            <a:off x="12742844" y="1178562"/>
            <a:ext cx="9940308" cy="5394910"/>
            <a:chOff x="12495195" y="1178562"/>
            <a:chExt cx="9940308" cy="53949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37F3F7-05B8-DF5B-AE60-F94D894C1AF4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5D9B99C-2AC0-423A-D844-E6770DA2B3EF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37EB780-E089-5462-557F-440D91C90C92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2B5C145A-F443-E211-71EB-B9A050B021EB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262F78B6-3B04-E17A-5F77-CCA77EA43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92749"/>
              <a:ext cx="8078771" cy="41684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08380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4FCFB-D12E-B70F-E5EC-31E6C5BD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AC37B557-BFB5-1807-CAB6-6DE7152C4509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CF475DD7-EC82-3213-4B42-EFB19E578F9D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C269D62F-3CA0-8501-42D5-562AABB36C24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43B6F02-E0C9-A9CA-98DD-56B37ED8F31F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E0812890-C9A3-AD7E-4A2A-68AC2CC3AAED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B6937C6D-3817-C943-6299-C509F6006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A49E18F9-D6DB-E369-62A1-98A652E1F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98734084-4C14-E1DC-9D47-BE13DE4DDEDE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18" name="!!Item3!!">
            <a:extLst>
              <a:ext uri="{FF2B5EF4-FFF2-40B4-BE49-F238E27FC236}">
                <a16:creationId xmlns:a16="http://schemas.microsoft.com/office/drawing/2014/main" id="{37CA975E-7F1D-BC7A-3928-1A2D58962212}"/>
              </a:ext>
            </a:extLst>
          </p:cNvPr>
          <p:cNvGrpSpPr/>
          <p:nvPr/>
        </p:nvGrpSpPr>
        <p:grpSpPr>
          <a:xfrm>
            <a:off x="-10270385" y="1178562"/>
            <a:ext cx="9940308" cy="5394910"/>
            <a:chOff x="12495195" y="1178562"/>
            <a:chExt cx="9940308" cy="53949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BC28FE-AC83-1DE4-7C85-2131E54EDE50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2F3BC8-7A69-6F38-E855-7439D93569E7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333333333333333333333333333333333333333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E6C36A34-8B3D-CA5A-766C-E7E5510A63EB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5BACC8E6-F091-17A1-A547-20274BC0295C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AE6195C7-31EA-DCC2-1445-62133DE11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74285"/>
              <a:ext cx="8078771" cy="4205388"/>
            </a:xfrm>
            <a:prstGeom prst="rect">
              <a:avLst/>
            </a:prstGeom>
          </p:spPr>
        </p:pic>
      </p:grpSp>
      <p:grpSp>
        <p:nvGrpSpPr>
          <p:cNvPr id="28" name="!!Item4!!">
            <a:extLst>
              <a:ext uri="{FF2B5EF4-FFF2-40B4-BE49-F238E27FC236}">
                <a16:creationId xmlns:a16="http://schemas.microsoft.com/office/drawing/2014/main" id="{3628A34C-8486-C209-DB5B-C49D9579DB61}"/>
              </a:ext>
            </a:extLst>
          </p:cNvPr>
          <p:cNvGrpSpPr/>
          <p:nvPr/>
        </p:nvGrpSpPr>
        <p:grpSpPr>
          <a:xfrm>
            <a:off x="1125846" y="1178562"/>
            <a:ext cx="9940308" cy="5394910"/>
            <a:chOff x="12495195" y="1178562"/>
            <a:chExt cx="9940308" cy="53949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AF8E49-6AC8-4625-DC78-EA9BAC9B801E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31973BF-9B2E-D8F0-2AC4-0FC07F2A89D9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8EBE42E-F96B-FC82-7463-D4BD367BA547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70739EBF-4141-65CF-2A92-9CD3DE6C3290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A73190F2-7A54-F202-B502-82FE09D6A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92749"/>
              <a:ext cx="8078771" cy="4168459"/>
            </a:xfrm>
            <a:prstGeom prst="rect">
              <a:avLst/>
            </a:prstGeom>
          </p:spPr>
        </p:pic>
      </p:grpSp>
      <p:grpSp>
        <p:nvGrpSpPr>
          <p:cNvPr id="7" name="!!Item5!!">
            <a:extLst>
              <a:ext uri="{FF2B5EF4-FFF2-40B4-BE49-F238E27FC236}">
                <a16:creationId xmlns:a16="http://schemas.microsoft.com/office/drawing/2014/main" id="{32AF6573-210C-9E77-19FE-26A17EF272B8}"/>
              </a:ext>
            </a:extLst>
          </p:cNvPr>
          <p:cNvGrpSpPr/>
          <p:nvPr/>
        </p:nvGrpSpPr>
        <p:grpSpPr>
          <a:xfrm>
            <a:off x="12606646" y="1178562"/>
            <a:ext cx="9940308" cy="5394910"/>
            <a:chOff x="12495195" y="1178562"/>
            <a:chExt cx="9940308" cy="53949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701B7C-E901-294B-CF7A-EDF23E15EF9D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C2DC5A-0BE5-09A8-2BA3-E7B8ABAAEEF9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B1194653-F13C-BCBC-603A-8608B77E1CC9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EEC4399B-C63C-7FE0-7446-399E099F6E37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C42FCD03-FF67-15EF-C58B-B6D80F4AC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510997" y="1792749"/>
              <a:ext cx="8032527" cy="41684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58109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0903B-FAAE-963A-D2B5-BB136517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240B803B-6861-2A95-7B45-E68EA28CB441}"/>
              </a:ext>
            </a:extLst>
          </p:cNvPr>
          <p:cNvGrpSpPr/>
          <p:nvPr/>
        </p:nvGrpSpPr>
        <p:grpSpPr>
          <a:xfrm>
            <a:off x="2423161" y="0"/>
            <a:ext cx="17163988" cy="1323439"/>
            <a:chOff x="2423161" y="0"/>
            <a:chExt cx="17163988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46173D28-CAB9-62FA-F4A9-6CADFCC9F3DA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28C4EBA8-8571-2274-AD07-103072312CA7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BB99255F-67E6-4CF0-F05E-901123305D51}"/>
                </a:ext>
              </a:extLst>
            </p:cNvPr>
            <p:cNvSpPr/>
            <p:nvPr/>
          </p:nvSpPr>
          <p:spPr>
            <a:xfrm>
              <a:off x="2423161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C205D111-61CE-D8EB-0734-7201557634A1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F6CC1712-BC97-91B6-F038-CFDFEFC2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0B141BC8-0A4C-CF2C-3743-F6E060D9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37B0C586-CDA8-D2B6-CCDD-ED9626E15B92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28" name="!!Item4!!">
            <a:extLst>
              <a:ext uri="{FF2B5EF4-FFF2-40B4-BE49-F238E27FC236}">
                <a16:creationId xmlns:a16="http://schemas.microsoft.com/office/drawing/2014/main" id="{C26BE667-E571-A082-6373-278A22F1E471}"/>
              </a:ext>
            </a:extLst>
          </p:cNvPr>
          <p:cNvGrpSpPr/>
          <p:nvPr/>
        </p:nvGrpSpPr>
        <p:grpSpPr>
          <a:xfrm>
            <a:off x="-10281946" y="1178562"/>
            <a:ext cx="9940308" cy="5394910"/>
            <a:chOff x="12495195" y="1178562"/>
            <a:chExt cx="9940308" cy="53949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6E60BD-B5CE-8CED-0CFA-1D8F4ED83957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41738D-28F7-C494-F0FD-F5E41E3A5E6B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444444444444444444444444444444444444444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1BFAE26B-A73B-7AA1-D42E-C8569827E125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351F63D3-2595-35AC-959A-CCD79692B2C7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3C6C696F-8576-3BB6-1922-A7FC47C62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87875" y="1792749"/>
              <a:ext cx="8078771" cy="4168459"/>
            </a:xfrm>
            <a:prstGeom prst="rect">
              <a:avLst/>
            </a:prstGeom>
          </p:spPr>
        </p:pic>
      </p:grpSp>
      <p:grpSp>
        <p:nvGrpSpPr>
          <p:cNvPr id="7" name="!!Item5!!">
            <a:extLst>
              <a:ext uri="{FF2B5EF4-FFF2-40B4-BE49-F238E27FC236}">
                <a16:creationId xmlns:a16="http://schemas.microsoft.com/office/drawing/2014/main" id="{263EE2F7-DB0F-715C-D60B-CB6D90B28E56}"/>
              </a:ext>
            </a:extLst>
          </p:cNvPr>
          <p:cNvGrpSpPr/>
          <p:nvPr/>
        </p:nvGrpSpPr>
        <p:grpSpPr>
          <a:xfrm>
            <a:off x="1125846" y="1178562"/>
            <a:ext cx="9940308" cy="5394910"/>
            <a:chOff x="12495195" y="1178562"/>
            <a:chExt cx="9940308" cy="53949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D5D666-31F4-0CA5-65AE-72E5B5D4EB3D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C93520-2CC4-C85D-01C4-2D6B7BBDC87C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20B39797-0A7C-99D0-8F60-41533D77BEDD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81FADF-1B97-0552-7490-C13E66BBFCC2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34B693EA-7D49-3307-A1D3-C90A19C95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510997" y="1792749"/>
              <a:ext cx="8032527" cy="4168459"/>
            </a:xfrm>
            <a:prstGeom prst="rect">
              <a:avLst/>
            </a:prstGeom>
          </p:spPr>
        </p:pic>
      </p:grpSp>
      <p:sp>
        <p:nvSpPr>
          <p:cNvPr id="2" name="!!TitleRemover!!">
            <a:extLst>
              <a:ext uri="{FF2B5EF4-FFF2-40B4-BE49-F238E27FC236}">
                <a16:creationId xmlns:a16="http://schemas.microsoft.com/office/drawing/2014/main" id="{5C2FE7FD-CBAF-E15D-1400-02EEBEB00100}"/>
              </a:ext>
            </a:extLst>
          </p:cNvPr>
          <p:cNvSpPr/>
          <p:nvPr/>
        </p:nvSpPr>
        <p:spPr>
          <a:xfrm>
            <a:off x="2423160" y="91665"/>
            <a:ext cx="309600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795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9A392-C138-3E9E-6367-42B7BC30D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01DB98A5-3CA8-3552-93C8-4B49DC120A73}"/>
              </a:ext>
            </a:extLst>
          </p:cNvPr>
          <p:cNvGrpSpPr/>
          <p:nvPr/>
        </p:nvGrpSpPr>
        <p:grpSpPr>
          <a:xfrm>
            <a:off x="2423159" y="0"/>
            <a:ext cx="17163990" cy="1323439"/>
            <a:chOff x="2423159" y="0"/>
            <a:chExt cx="17163990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87ACD2B4-BBE6-91E9-516C-4258038BED3B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A76255AC-F861-2EE7-CE52-478D3F5E2681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Предпроектный анализ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75B0142C-9EA6-3B97-F76E-396762DAC387}"/>
                </a:ext>
              </a:extLst>
            </p:cNvPr>
            <p:cNvSpPr/>
            <p:nvPr/>
          </p:nvSpPr>
          <p:spPr>
            <a:xfrm>
              <a:off x="2423159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44FFF711-2FF0-6960-2813-8C08B678F7C2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301901B0-D541-20F4-C439-65E747B2B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1546C0C0-C758-FDAE-2842-245E11BF2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BADD04D4-28A2-E47D-B738-6E5C6B654C6C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grpSp>
        <p:nvGrpSpPr>
          <p:cNvPr id="7" name="!!Item5!!">
            <a:extLst>
              <a:ext uri="{FF2B5EF4-FFF2-40B4-BE49-F238E27FC236}">
                <a16:creationId xmlns:a16="http://schemas.microsoft.com/office/drawing/2014/main" id="{4B56E0BA-5334-A084-49B9-16CF7C4EF3BF}"/>
              </a:ext>
            </a:extLst>
          </p:cNvPr>
          <p:cNvGrpSpPr/>
          <p:nvPr/>
        </p:nvGrpSpPr>
        <p:grpSpPr>
          <a:xfrm>
            <a:off x="-10449892" y="1178562"/>
            <a:ext cx="9940308" cy="5394910"/>
            <a:chOff x="12495195" y="1178562"/>
            <a:chExt cx="9940308" cy="53949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F17C83-57DE-521C-5748-7FEA36DD58BD}"/>
                </a:ext>
              </a:extLst>
            </p:cNvPr>
            <p:cNvSpPr txBox="1"/>
            <p:nvPr/>
          </p:nvSpPr>
          <p:spPr>
            <a:xfrm>
              <a:off x="12742845" y="1178562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50C572-7437-1C13-ABA9-398A76FE4A0D}"/>
                </a:ext>
              </a:extLst>
            </p:cNvPr>
            <p:cNvSpPr txBox="1"/>
            <p:nvPr/>
          </p:nvSpPr>
          <p:spPr>
            <a:xfrm>
              <a:off x="12742844" y="5988697"/>
              <a:ext cx="9568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555555555555555555555555555555555555555</a:t>
              </a:r>
              <a:endPara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F551667A-3A41-A8EC-53E3-05678814CAB4}"/>
                </a:ext>
              </a:extLst>
            </p:cNvPr>
            <p:cNvSpPr/>
            <p:nvPr/>
          </p:nvSpPr>
          <p:spPr>
            <a:xfrm>
              <a:off x="12495195" y="1323439"/>
              <a:ext cx="247649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2F75155F-122E-612E-3CE0-1673C8964D7A}"/>
                </a:ext>
              </a:extLst>
            </p:cNvPr>
            <p:cNvSpPr/>
            <p:nvPr/>
          </p:nvSpPr>
          <p:spPr>
            <a:xfrm>
              <a:off x="22187853" y="1323439"/>
              <a:ext cx="247650" cy="5101888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7ED44E19-2DF6-E44B-D32E-ABF1A4F54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510997" y="1792749"/>
              <a:ext cx="8032527" cy="4168459"/>
            </a:xfrm>
            <a:prstGeom prst="rect">
              <a:avLst/>
            </a:prstGeom>
          </p:spPr>
        </p:pic>
      </p:grpSp>
      <p:sp>
        <p:nvSpPr>
          <p:cNvPr id="2" name="!!TitleRemover!!">
            <a:extLst>
              <a:ext uri="{FF2B5EF4-FFF2-40B4-BE49-F238E27FC236}">
                <a16:creationId xmlns:a16="http://schemas.microsoft.com/office/drawing/2014/main" id="{873C9806-BADB-23FA-4574-720FEE4ABEF2}"/>
              </a:ext>
            </a:extLst>
          </p:cNvPr>
          <p:cNvSpPr/>
          <p:nvPr/>
        </p:nvSpPr>
        <p:spPr>
          <a:xfrm>
            <a:off x="2423159" y="91665"/>
            <a:ext cx="9365437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2673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C50E2-CF23-0057-09D2-C57C9934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!!TitleSection!!">
            <a:extLst>
              <a:ext uri="{FF2B5EF4-FFF2-40B4-BE49-F238E27FC236}">
                <a16:creationId xmlns:a16="http://schemas.microsoft.com/office/drawing/2014/main" id="{E402F435-C5C5-DDE9-DC8F-ADCDE39D06CF}"/>
              </a:ext>
            </a:extLst>
          </p:cNvPr>
          <p:cNvGrpSpPr/>
          <p:nvPr/>
        </p:nvGrpSpPr>
        <p:grpSpPr>
          <a:xfrm>
            <a:off x="2423160" y="0"/>
            <a:ext cx="17163989" cy="1323439"/>
            <a:chOff x="2423160" y="0"/>
            <a:chExt cx="17163989" cy="1323439"/>
          </a:xfrm>
        </p:grpSpPr>
        <p:sp>
          <p:nvSpPr>
            <p:cNvPr id="6" name="!!UnderTitle!!">
              <a:extLst>
                <a:ext uri="{FF2B5EF4-FFF2-40B4-BE49-F238E27FC236}">
                  <a16:creationId xmlns:a16="http://schemas.microsoft.com/office/drawing/2014/main" id="{C49A76E9-F0A1-3076-50FD-669CE6C489C2}"/>
                </a:ext>
              </a:extLst>
            </p:cNvPr>
            <p:cNvSpPr txBox="1"/>
            <p:nvPr/>
          </p:nvSpPr>
          <p:spPr>
            <a:xfrm>
              <a:off x="2828689" y="0"/>
              <a:ext cx="167584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////////////////////</a:t>
              </a:r>
              <a:endParaRPr kumimoji="0" lang="ru-RU" sz="8000" b="0" i="0" u="none" strike="noStrike" kern="1200" cap="none" spc="-30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endParaRPr>
            </a:p>
          </p:txBody>
        </p:sp>
        <p:sp>
          <p:nvSpPr>
            <p:cNvPr id="3" name="!!Title!!">
              <a:extLst>
                <a:ext uri="{FF2B5EF4-FFF2-40B4-BE49-F238E27FC236}">
                  <a16:creationId xmlns:a16="http://schemas.microsoft.com/office/drawing/2014/main" id="{7C53739A-555D-9604-B8B5-0AC89091FD75}"/>
                </a:ext>
              </a:extLst>
            </p:cNvPr>
            <p:cNvSpPr txBox="1"/>
            <p:nvPr/>
          </p:nvSpPr>
          <p:spPr>
            <a:xfrm>
              <a:off x="2828689" y="284528"/>
              <a:ext cx="67121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+mn-ea"/>
                  <a:cs typeface="Cascadia Code SemiBold" panose="020B0609020000020004" pitchFamily="49" charset="0"/>
                </a:rPr>
                <a:t>Проектирование</a:t>
              </a:r>
            </a:p>
          </p:txBody>
        </p:sp>
        <p:sp>
          <p:nvSpPr>
            <p:cNvPr id="4" name="!!TitleHighlighter!!">
              <a:extLst>
                <a:ext uri="{FF2B5EF4-FFF2-40B4-BE49-F238E27FC236}">
                  <a16:creationId xmlns:a16="http://schemas.microsoft.com/office/drawing/2014/main" id="{2A0A9025-5745-DEF1-40A2-A565E52760BE}"/>
                </a:ext>
              </a:extLst>
            </p:cNvPr>
            <p:cNvSpPr/>
            <p:nvPr/>
          </p:nvSpPr>
          <p:spPr>
            <a:xfrm>
              <a:off x="2423160" y="91666"/>
              <a:ext cx="309600" cy="11007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!!PtpitLogo!!">
            <a:extLst>
              <a:ext uri="{FF2B5EF4-FFF2-40B4-BE49-F238E27FC236}">
                <a16:creationId xmlns:a16="http://schemas.microsoft.com/office/drawing/2014/main" id="{CAB096FC-7A48-5171-995E-CE54601BE6D2}"/>
              </a:ext>
            </a:extLst>
          </p:cNvPr>
          <p:cNvGrpSpPr/>
          <p:nvPr/>
        </p:nvGrpSpPr>
        <p:grpSpPr>
          <a:xfrm>
            <a:off x="42438" y="91666"/>
            <a:ext cx="2208090" cy="1100757"/>
            <a:chOff x="42438" y="91666"/>
            <a:chExt cx="2208090" cy="1100757"/>
          </a:xfrm>
        </p:grpSpPr>
        <p:pic>
          <p:nvPicPr>
            <p:cNvPr id="14" name="!!PtpitLogo2!!">
              <a:extLst>
                <a:ext uri="{FF2B5EF4-FFF2-40B4-BE49-F238E27FC236}">
                  <a16:creationId xmlns:a16="http://schemas.microsoft.com/office/drawing/2014/main" id="{C8F5F15E-B499-57CC-F4A6-BD8D49AD2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83" y="91666"/>
              <a:ext cx="1104045" cy="110075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!!PtpitLogo1!!">
              <a:extLst>
                <a:ext uri="{FF2B5EF4-FFF2-40B4-BE49-F238E27FC236}">
                  <a16:creationId xmlns:a16="http://schemas.microsoft.com/office/drawing/2014/main" id="{83CF4421-B17C-FB63-FA74-BE46B5D9F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8" y="91666"/>
              <a:ext cx="1104045" cy="1100757"/>
            </a:xfrm>
            <a:prstGeom prst="rect">
              <a:avLst/>
            </a:prstGeom>
            <a:noFill/>
          </p:spPr>
        </p:pic>
      </p:grpSp>
      <p:sp>
        <p:nvSpPr>
          <p:cNvPr id="10" name="!!Perm2026!!">
            <a:extLst>
              <a:ext uri="{FF2B5EF4-FFF2-40B4-BE49-F238E27FC236}">
                <a16:creationId xmlns:a16="http://schemas.microsoft.com/office/drawing/2014/main" id="{30048E1F-FA30-0EFA-335A-3C06FAE71D68}"/>
              </a:ext>
            </a:extLst>
          </p:cNvPr>
          <p:cNvSpPr txBox="1"/>
          <p:nvPr/>
        </p:nvSpPr>
        <p:spPr>
          <a:xfrm>
            <a:off x="10639724" y="6425327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SemiBold" panose="020B0609020000020004" pitchFamily="49" charset="0"/>
                <a:ea typeface="+mn-ea"/>
                <a:cs typeface="Cascadia Code SemiBold" panose="020B0609020000020004" pitchFamily="49" charset="0"/>
              </a:rPr>
              <a:t>Пермь, 2026</a:t>
            </a:r>
          </a:p>
        </p:txBody>
      </p:sp>
      <p:sp>
        <p:nvSpPr>
          <p:cNvPr id="2" name="!!TitleRemover!!">
            <a:extLst>
              <a:ext uri="{FF2B5EF4-FFF2-40B4-BE49-F238E27FC236}">
                <a16:creationId xmlns:a16="http://schemas.microsoft.com/office/drawing/2014/main" id="{FC28CD6B-64F5-1785-7072-2E13F23C5FE8}"/>
              </a:ext>
            </a:extLst>
          </p:cNvPr>
          <p:cNvSpPr/>
          <p:nvPr/>
        </p:nvSpPr>
        <p:spPr>
          <a:xfrm>
            <a:off x="2423159" y="91665"/>
            <a:ext cx="9365437" cy="1100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471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0"/>
    </mc:Choice>
    <mc:Fallback>
      <p:transition advClick="0" advTm="0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718</TotalTime>
  <Words>869</Words>
  <Application>Microsoft Office PowerPoint</Application>
  <PresentationFormat>Широкоэкранный</PresentationFormat>
  <Paragraphs>441</Paragraphs>
  <Slides>46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Cascadia Code SemiBold</vt:lpstr>
      <vt:lpstr>Webdings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Бурдышев</dc:creator>
  <cp:lastModifiedBy>Илья Бурдышев</cp:lastModifiedBy>
  <cp:revision>24</cp:revision>
  <dcterms:created xsi:type="dcterms:W3CDTF">2026-05-20T19:04:06Z</dcterms:created>
  <dcterms:modified xsi:type="dcterms:W3CDTF">2026-05-22T19:30:20Z</dcterms:modified>
</cp:coreProperties>
</file>