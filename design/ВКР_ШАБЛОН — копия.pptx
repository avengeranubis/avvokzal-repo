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5" r:id="rId3"/>
    <p:sldId id="269" r:id="rId4"/>
    <p:sldId id="274" r:id="rId5"/>
    <p:sldId id="276" r:id="rId6"/>
    <p:sldId id="280" r:id="rId7"/>
    <p:sldId id="283" r:id="rId8"/>
    <p:sldId id="286" r:id="rId9"/>
    <p:sldId id="289" r:id="rId10"/>
    <p:sldId id="294" r:id="rId11"/>
    <p:sldId id="295" r:id="rId12"/>
    <p:sldId id="296" r:id="rId13"/>
    <p:sldId id="297" r:id="rId14"/>
    <p:sldId id="298" r:id="rId15"/>
    <p:sldId id="315" r:id="rId16"/>
    <p:sldId id="303" r:id="rId17"/>
    <p:sldId id="305" r:id="rId18"/>
    <p:sldId id="308" r:id="rId19"/>
    <p:sldId id="311" r:id="rId20"/>
    <p:sldId id="314" r:id="rId21"/>
    <p:sldId id="318" r:id="rId22"/>
    <p:sldId id="320" r:id="rId23"/>
    <p:sldId id="319" r:id="rId24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Титул" id="{9935C144-62DF-499C-BE43-066CB1E943A4}">
          <p14:sldIdLst>
            <p14:sldId id="256"/>
          </p14:sldIdLst>
        </p14:section>
        <p14:section name="Актуальность" id="{41DBEA8A-D4A3-4E13-A818-B6259B60EF84}">
          <p14:sldIdLst>
            <p14:sldId id="265"/>
          </p14:sldIdLst>
        </p14:section>
        <p14:section name="Цель" id="{7C05696A-1DD7-47D3-B68D-E0F1EB2B100E}">
          <p14:sldIdLst>
            <p14:sldId id="269"/>
          </p14:sldIdLst>
        </p14:section>
        <p14:section name="Задачи:Анализ рынка" id="{E4DBD440-BF51-4E1D-838F-13A5357CB86D}">
          <p14:sldIdLst>
            <p14:sldId id="274"/>
          </p14:sldIdLst>
        </p14:section>
        <p14:section name="Задачи:Проектирование" id="{27C52BB8-AE55-4EFD-B975-F09CA35F2003}">
          <p14:sldIdLst>
            <p14:sldId id="276"/>
          </p14:sldIdLst>
        </p14:section>
        <p14:section name="Задачи:Веб-Приложение" id="{6CFCC564-F107-4F27-95C9-689AA233F8DC}">
          <p14:sldIdLst>
            <p14:sldId id="280"/>
          </p14:sldIdLst>
        </p14:section>
        <p14:section name="Задачи:МобильноеПриложение" id="{B7BE1A56-595F-4605-85BC-761C3C370485}">
          <p14:sldIdLst>
            <p14:sldId id="283"/>
          </p14:sldIdLst>
        </p14:section>
        <p14:section name="Задачи:АдминистрированиеИУправление" id="{9F3B29D2-A427-4368-A58B-AF903CC65C1B}">
          <p14:sldIdLst>
            <p14:sldId id="286"/>
          </p14:sldIdLst>
        </p14:section>
        <p14:section name="Задачи:Безопасность" id="{F4E00623-BE83-406C-88E3-7569F8D6DC98}">
          <p14:sldIdLst>
            <p14:sldId id="289"/>
          </p14:sldIdLst>
        </p14:section>
        <p14:section name="ПредпроектныйАнализ" id="{4F594CDD-5723-417F-8177-EA603807E1BE}">
          <p14:sldIdLst>
            <p14:sldId id="294"/>
            <p14:sldId id="295"/>
            <p14:sldId id="296"/>
            <p14:sldId id="297"/>
            <p14:sldId id="298"/>
            <p14:sldId id="315"/>
          </p14:sldIdLst>
        </p14:section>
        <p14:section name="Проектирование" id="{4028D127-2850-4824-ADC8-289ACEEC00CE}">
          <p14:sldIdLst>
            <p14:sldId id="303"/>
            <p14:sldId id="305"/>
          </p14:sldIdLst>
        </p14:section>
        <p14:section name="Разработка" id="{B7D7F9C5-3467-439F-A4C4-267272FE232D}">
          <p14:sldIdLst>
            <p14:sldId id="308"/>
            <p14:sldId id="311"/>
          </p14:sldIdLst>
        </p14:section>
        <p14:section name="Демонстрация проекта" id="{A6DA8B44-2DD9-49C3-84DA-E27B79994A2F}">
          <p14:sldIdLst>
            <p14:sldId id="314"/>
            <p14:sldId id="318"/>
            <p14:sldId id="320"/>
            <p14:sldId id="319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D0D0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115" d="100"/>
          <a:sy n="115" d="100"/>
        </p:scale>
        <p:origin x="84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3C3A2AA-250D-E700-9CA3-1B40B24AC84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2D7A490C-FB32-30C9-13AB-4B2BDA387BA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11D36A34-5FFC-D468-0A4B-1BF71201AC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508F78-5772-4021-B086-79E04BD990FC}" type="datetimeFigureOut">
              <a:rPr lang="ru-RU" smtClean="0"/>
              <a:t>08.06.2026</a:t>
            </a:fld>
            <a:endParaRPr lang="ru-RU" dirty="0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C09B320E-17F2-AD61-AD4F-B68731C0CC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C77C83B5-F6B2-2F81-83A5-BE65A521D2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3B3D15-8B9A-4D2B-961D-3D8E22515812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07110024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C5901D7-1D97-B292-FB29-7BA2AED32A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033580AA-DA7D-5283-1EB8-1844EDBCFE2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8919F82F-AE3A-3056-9051-8104406DF7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508F78-5772-4021-B086-79E04BD990FC}" type="datetimeFigureOut">
              <a:rPr lang="ru-RU" smtClean="0"/>
              <a:t>08.06.2026</a:t>
            </a:fld>
            <a:endParaRPr lang="ru-RU" dirty="0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DF675912-4AE5-AAB3-5684-4CEEA59215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C96EE2F4-CC5C-A406-0F30-BDEC93EBBD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3B3D15-8B9A-4D2B-961D-3D8E22515812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12957052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1C70C8F-ADAE-FB9C-53D8-11FBBB26AF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3C761365-DDD2-5DD2-8FB2-E35CE20DB26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2A3D3507-8F46-7ED4-CDC3-A9A53472AE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508F78-5772-4021-B086-79E04BD990FC}" type="datetimeFigureOut">
              <a:rPr lang="ru-RU" smtClean="0"/>
              <a:t>08.06.2026</a:t>
            </a:fld>
            <a:endParaRPr lang="ru-RU" dirty="0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3A041CA1-0BD3-CF6D-0D1A-2ABA3C88DD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4FF3B2A6-7944-2D04-2BE6-8E20357280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3B3D15-8B9A-4D2B-961D-3D8E22515812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812577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7A767B3-8871-699F-016C-5ED761DDEF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9C16DDF7-A50A-4322-4D5F-812E6B79CF2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D1A074C3-C65E-356C-60EA-0BBD437581F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384DB153-9BA2-9961-CC47-7B00149A81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508F78-5772-4021-B086-79E04BD990FC}" type="datetimeFigureOut">
              <a:rPr lang="ru-RU" smtClean="0"/>
              <a:t>08.06.2026</a:t>
            </a:fld>
            <a:endParaRPr lang="ru-RU" dirty="0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CE7AE02B-E5AD-D3FA-D0F4-4A79123423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9FAF41B8-62C8-33C9-72B5-F28A0AAB94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3B3D15-8B9A-4D2B-961D-3D8E22515812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44335954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0A06D62-C744-2242-7395-CB7A1E0594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C771519A-2058-599D-3629-2615A852556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077BF3D4-4822-64F0-D2E9-CB145DBBE4E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3BCC321A-2141-56B2-EEAA-AE796EE7366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51682AA4-B66A-5D51-2B45-873D93C5972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3ED27E41-4E95-A4AC-59F9-7E3CF015F9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508F78-5772-4021-B086-79E04BD990FC}" type="datetimeFigureOut">
              <a:rPr lang="ru-RU" smtClean="0"/>
              <a:t>08.06.2026</a:t>
            </a:fld>
            <a:endParaRPr lang="ru-RU" dirty="0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6A3DC7AF-11D0-2C3B-D76F-832EA18B79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5A477DC5-E42A-6C9C-EF43-C9507DD47A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3B3D15-8B9A-4D2B-961D-3D8E22515812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23350467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19D7C18-0BCD-3E94-DAE9-A409A3D681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13AEB794-8553-E751-AE51-E6E45B6304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508F78-5772-4021-B086-79E04BD990FC}" type="datetimeFigureOut">
              <a:rPr lang="ru-RU" smtClean="0"/>
              <a:t>08.06.2026</a:t>
            </a:fld>
            <a:endParaRPr lang="ru-RU" dirty="0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F61BBA30-1730-2D44-B1D9-DB28FB6C07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E7A49E53-73A7-586B-F9DF-ECE035D449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3B3D15-8B9A-4D2B-961D-3D8E22515812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61892903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02186DE1-D26F-8100-55F9-2BE946052F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508F78-5772-4021-B086-79E04BD990FC}" type="datetimeFigureOut">
              <a:rPr lang="ru-RU" smtClean="0"/>
              <a:t>08.06.2026</a:t>
            </a:fld>
            <a:endParaRPr lang="ru-RU" dirty="0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9B646EB7-238F-255F-71E3-3025175943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A6FEB279-E0EF-D75F-74B4-19886B299B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3B3D15-8B9A-4D2B-961D-3D8E22515812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03867725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CAE7BA5-1E2F-16E4-0ABF-408A3A1AF4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8C54E7E5-DDCA-16A4-1F5B-3797C29853D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3AE40945-725A-7D93-8873-D3C1295CFC1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942FE6FA-43EF-F2ED-C5C6-904E980FE3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508F78-5772-4021-B086-79E04BD990FC}" type="datetimeFigureOut">
              <a:rPr lang="ru-RU" smtClean="0"/>
              <a:t>08.06.2026</a:t>
            </a:fld>
            <a:endParaRPr lang="ru-RU" dirty="0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7230FE91-69FB-AA22-9465-077B410713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77D138CC-7962-21B3-2B96-1C504F6FAF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3B3D15-8B9A-4D2B-961D-3D8E22515812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35085642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F096E07-24CB-A86E-E44C-DEF8D5F708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0FC12260-1DAE-0048-554F-BD00E3132CA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 dirty="0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1FE6832F-C3CB-FFE0-E808-68FB8D9A3B7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8B375D63-2106-BB87-D2AC-7B296D69C5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508F78-5772-4021-B086-79E04BD990FC}" type="datetimeFigureOut">
              <a:rPr lang="ru-RU" smtClean="0"/>
              <a:t>08.06.2026</a:t>
            </a:fld>
            <a:endParaRPr lang="ru-RU" dirty="0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28741E13-3D03-795C-21E2-00226247A0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01ADFC57-D211-0104-6FD2-BE97F86EBD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3B3D15-8B9A-4D2B-961D-3D8E22515812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83392110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B14A819-6B3D-784B-0A91-65D9167210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5FCE0C36-5917-8891-6920-2044D9C4221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6747EE74-DEEE-9ADC-EA5F-D6F6430C01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508F78-5772-4021-B086-79E04BD990FC}" type="datetimeFigureOut">
              <a:rPr lang="ru-RU" smtClean="0"/>
              <a:t>08.06.2026</a:t>
            </a:fld>
            <a:endParaRPr lang="ru-RU" dirty="0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BD3AD5B8-F231-550A-1630-BC4BAAA515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A5D57106-F76C-775D-26F6-974940FAE9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3B3D15-8B9A-4D2B-961D-3D8E22515812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19744060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4C69A502-C043-1EED-CB52-63C82546BAA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12A46CDB-6BA9-6B5F-F4F9-122D59FEA18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F41B6FD2-0432-632A-ADE8-C5B8F1C3D2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508F78-5772-4021-B086-79E04BD990FC}" type="datetimeFigureOut">
              <a:rPr lang="ru-RU" smtClean="0"/>
              <a:t>08.06.2026</a:t>
            </a:fld>
            <a:endParaRPr lang="ru-RU" dirty="0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C556108A-20A4-70EA-CFBD-088A3B6EC3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120D194C-CD9A-C54B-3B54-8A06D5DF60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3B3D15-8B9A-4D2B-961D-3D8E22515812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6967386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472EA61-3263-8A0B-B8EA-DDF93F4C53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3F419CEF-0CCE-1B87-6CCE-17CC5F96B0A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7A76AB45-1D0B-E234-5DA5-33A633499E8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C508F78-5772-4021-B086-79E04BD990FC}" type="datetimeFigureOut">
              <a:rPr lang="ru-RU" smtClean="0"/>
              <a:t>08.06.2026</a:t>
            </a:fld>
            <a:endParaRPr lang="ru-RU" dirty="0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C44D26B7-A3CB-0DF3-62C9-3F4862DA0B1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 dirty="0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40ACCCE4-A103-AD4A-AA50-52CDE98541F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23B3D15-8B9A-4D2B-961D-3D8E22515812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5315635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7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7.emf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.xlsx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8.e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95000"/>
            <a:lumOff val="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TextBox 116">
            <a:extLst>
              <a:ext uri="{FF2B5EF4-FFF2-40B4-BE49-F238E27FC236}">
                <a16:creationId xmlns:a16="http://schemas.microsoft.com/office/drawing/2014/main" id="{15701CEB-E096-83D8-6546-8178EFAC85B3}"/>
              </a:ext>
            </a:extLst>
          </p:cNvPr>
          <p:cNvSpPr txBox="1"/>
          <p:nvPr/>
        </p:nvSpPr>
        <p:spPr>
          <a:xfrm>
            <a:off x="2734056" y="6336514"/>
            <a:ext cx="1675846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spc="300" dirty="0">
                <a:solidFill>
                  <a:schemeClr val="bg2">
                    <a:lumMod val="10000"/>
                  </a:schemeClr>
                </a:solidFill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////////////////////////////////////////</a:t>
            </a:r>
            <a:endParaRPr lang="ru-RU" sz="2800" spc="300" dirty="0">
              <a:solidFill>
                <a:schemeClr val="bg2">
                  <a:lumMod val="10000"/>
                </a:schemeClr>
              </a:solidFill>
              <a:latin typeface="Cascadia Code SemiBold" panose="020B0609020000020004" pitchFamily="49" charset="0"/>
              <a:cs typeface="Cascadia Code SemiBold" panose="020B0609020000020004" pitchFamily="49" charset="0"/>
            </a:endParaRP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6EB32FCE-7E7A-53B7-B6F7-D7A1FFA0BEBD}"/>
              </a:ext>
            </a:extLst>
          </p:cNvPr>
          <p:cNvSpPr txBox="1"/>
          <p:nvPr/>
        </p:nvSpPr>
        <p:spPr>
          <a:xfrm>
            <a:off x="2774380" y="3921432"/>
            <a:ext cx="10283252" cy="22159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3800" spc="-300" dirty="0">
                <a:solidFill>
                  <a:schemeClr val="bg2">
                    <a:lumMod val="10000"/>
                  </a:schemeClr>
                </a:solidFill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//////////</a:t>
            </a:r>
            <a:endParaRPr lang="ru-RU" sz="13800" spc="-300" dirty="0">
              <a:solidFill>
                <a:schemeClr val="bg2">
                  <a:lumMod val="10000"/>
                </a:schemeClr>
              </a:solidFill>
              <a:latin typeface="Cascadia Code SemiBold" panose="020B0609020000020004" pitchFamily="49" charset="0"/>
              <a:cs typeface="Cascadia Code SemiBold" panose="020B0609020000020004" pitchFamily="49" charset="0"/>
            </a:endParaRP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31C4BD91-CD2B-5915-C6C9-ED652F03FFA3}"/>
              </a:ext>
            </a:extLst>
          </p:cNvPr>
          <p:cNvSpPr txBox="1"/>
          <p:nvPr/>
        </p:nvSpPr>
        <p:spPr>
          <a:xfrm>
            <a:off x="2774380" y="1418870"/>
            <a:ext cx="10283252" cy="26468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600" spc="-300" dirty="0">
                <a:solidFill>
                  <a:schemeClr val="bg2">
                    <a:lumMod val="10000"/>
                  </a:schemeClr>
                </a:solidFill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////////</a:t>
            </a:r>
            <a:endParaRPr lang="ru-RU" sz="16600" spc="-300" dirty="0">
              <a:solidFill>
                <a:schemeClr val="bg2">
                  <a:lumMod val="10000"/>
                </a:schemeClr>
              </a:solidFill>
              <a:latin typeface="Cascadia Code SemiBold" panose="020B0609020000020004" pitchFamily="49" charset="0"/>
              <a:cs typeface="Cascadia Code SemiBold" panose="020B0609020000020004" pitchFamily="49" charset="0"/>
            </a:endParaRP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9736CE46-2E94-E6D9-BF36-E4ECFDBEEA5A}"/>
              </a:ext>
            </a:extLst>
          </p:cNvPr>
          <p:cNvSpPr txBox="1"/>
          <p:nvPr/>
        </p:nvSpPr>
        <p:spPr>
          <a:xfrm>
            <a:off x="2828689" y="0"/>
            <a:ext cx="1675846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0" spc="-300" dirty="0">
                <a:solidFill>
                  <a:schemeClr val="bg2">
                    <a:lumMod val="10000"/>
                  </a:schemeClr>
                </a:solidFill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////////////////////</a:t>
            </a:r>
            <a:endParaRPr lang="ru-RU" sz="8000" spc="-300" dirty="0">
              <a:solidFill>
                <a:schemeClr val="bg2">
                  <a:lumMod val="10000"/>
                </a:schemeClr>
              </a:solidFill>
              <a:latin typeface="Cascadia Code SemiBold" panose="020B0609020000020004" pitchFamily="49" charset="0"/>
              <a:cs typeface="Cascadia Code SemiBold" panose="020B0609020000020004" pitchFamily="49" charset="0"/>
            </a:endParaRPr>
          </a:p>
        </p:txBody>
      </p:sp>
      <p:grpSp>
        <p:nvGrpSpPr>
          <p:cNvPr id="27" name="Группа 26">
            <a:extLst>
              <a:ext uri="{FF2B5EF4-FFF2-40B4-BE49-F238E27FC236}">
                <a16:creationId xmlns:a16="http://schemas.microsoft.com/office/drawing/2014/main" id="{A6D0E686-0C0F-5A54-9889-82CDB1962889}"/>
              </a:ext>
            </a:extLst>
          </p:cNvPr>
          <p:cNvGrpSpPr/>
          <p:nvPr/>
        </p:nvGrpSpPr>
        <p:grpSpPr>
          <a:xfrm>
            <a:off x="2828689" y="2636229"/>
            <a:ext cx="6980897" cy="1100892"/>
            <a:chOff x="1412032" y="4144300"/>
            <a:chExt cx="4803514" cy="982046"/>
          </a:xfrm>
        </p:grpSpPr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88D89425-EA8D-A4ED-33CE-DC174636E08C}"/>
                </a:ext>
              </a:extLst>
            </p:cNvPr>
            <p:cNvSpPr txBox="1"/>
            <p:nvPr/>
          </p:nvSpPr>
          <p:spPr>
            <a:xfrm>
              <a:off x="1412032" y="4144300"/>
              <a:ext cx="4803514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ru-RU" sz="1600" dirty="0">
                  <a:solidFill>
                    <a:schemeClr val="bg1"/>
                  </a:solidFill>
                  <a:latin typeface="Cascadia Code SemiBold" panose="020B0609020000020004" pitchFamily="49" charset="0"/>
                  <a:cs typeface="Cascadia Code SemiBold" panose="020B0609020000020004" pitchFamily="49" charset="0"/>
                </a:rPr>
                <a:t>«Проектирование и разработка информационной системы автоматизации деятельности автовокзала»</a:t>
              </a:r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FBE18F33-3349-1CEF-3DD7-FEF2A048CF50}"/>
                </a:ext>
              </a:extLst>
            </p:cNvPr>
            <p:cNvSpPr txBox="1"/>
            <p:nvPr/>
          </p:nvSpPr>
          <p:spPr>
            <a:xfrm>
              <a:off x="1412032" y="4787792"/>
              <a:ext cx="3536830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ru-RU" sz="1600" dirty="0">
                  <a:solidFill>
                    <a:schemeClr val="bg1"/>
                  </a:solidFill>
                  <a:latin typeface="Cascadia Code SemiBold" panose="020B0609020000020004" pitchFamily="49" charset="0"/>
                  <a:cs typeface="Cascadia Code SemiBold" panose="020B0609020000020004" pitchFamily="49" charset="0"/>
                </a:rPr>
                <a:t>ВКР №09.02.07.22.4.2.3</a:t>
              </a:r>
            </a:p>
          </p:txBody>
        </p:sp>
      </p:grpSp>
      <p:sp>
        <p:nvSpPr>
          <p:cNvPr id="7" name="TextBox 6">
            <a:extLst>
              <a:ext uri="{FF2B5EF4-FFF2-40B4-BE49-F238E27FC236}">
                <a16:creationId xmlns:a16="http://schemas.microsoft.com/office/drawing/2014/main" id="{23DF10A3-D0E0-B0B3-325F-82DEA1A833B6}"/>
              </a:ext>
            </a:extLst>
          </p:cNvPr>
          <p:cNvSpPr txBox="1"/>
          <p:nvPr/>
        </p:nvSpPr>
        <p:spPr>
          <a:xfrm>
            <a:off x="2828689" y="1863573"/>
            <a:ext cx="7273637" cy="4766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dirty="0">
                <a:solidFill>
                  <a:schemeClr val="bg1"/>
                </a:solidFill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Выпускная квалификационная работа</a:t>
            </a:r>
          </a:p>
        </p:txBody>
      </p:sp>
      <p:grpSp>
        <p:nvGrpSpPr>
          <p:cNvPr id="28" name="Группа 27">
            <a:extLst>
              <a:ext uri="{FF2B5EF4-FFF2-40B4-BE49-F238E27FC236}">
                <a16:creationId xmlns:a16="http://schemas.microsoft.com/office/drawing/2014/main" id="{63D2E77C-F6C0-B7C1-3C88-1841D45D781C}"/>
              </a:ext>
            </a:extLst>
          </p:cNvPr>
          <p:cNvGrpSpPr/>
          <p:nvPr/>
        </p:nvGrpSpPr>
        <p:grpSpPr>
          <a:xfrm>
            <a:off x="2828689" y="4494261"/>
            <a:ext cx="4667250" cy="1019123"/>
            <a:chOff x="6215546" y="2569241"/>
            <a:chExt cx="2719131" cy="909104"/>
          </a:xfrm>
        </p:grpSpPr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2204652A-42D6-278A-25B5-D4E2FDD04EE2}"/>
                </a:ext>
              </a:extLst>
            </p:cNvPr>
            <p:cNvSpPr txBox="1"/>
            <p:nvPr/>
          </p:nvSpPr>
          <p:spPr>
            <a:xfrm>
              <a:off x="6215546" y="2569241"/>
              <a:ext cx="2719131" cy="52164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ru-RU" sz="1600" dirty="0">
                  <a:solidFill>
                    <a:schemeClr val="bg1"/>
                  </a:solidFill>
                  <a:latin typeface="Cascadia Code SemiBold" panose="020B0609020000020004" pitchFamily="49" charset="0"/>
                  <a:cs typeface="Cascadia Code SemiBold" panose="020B0609020000020004" pitchFamily="49" charset="0"/>
                </a:rPr>
                <a:t>Работу выполнил: обучающийся 22ИСП2 группы Бурдышев И.О.</a:t>
              </a: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C54956CB-B11C-45D6-501A-9C7B44ED6AC0}"/>
                </a:ext>
              </a:extLst>
            </p:cNvPr>
            <p:cNvSpPr txBox="1"/>
            <p:nvPr/>
          </p:nvSpPr>
          <p:spPr>
            <a:xfrm>
              <a:off x="6215546" y="3176339"/>
              <a:ext cx="2719131" cy="30200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ru-RU" sz="1600" dirty="0">
                  <a:solidFill>
                    <a:schemeClr val="bg1"/>
                  </a:solidFill>
                  <a:latin typeface="Cascadia Code SemiBold" panose="020B0609020000020004" pitchFamily="49" charset="0"/>
                  <a:cs typeface="Cascadia Code SemiBold" panose="020B0609020000020004" pitchFamily="49" charset="0"/>
                </a:rPr>
                <a:t>Руководитель: Филимонов А.Ю.</a:t>
              </a:r>
            </a:p>
          </p:txBody>
        </p:sp>
      </p:grpSp>
      <p:sp>
        <p:nvSpPr>
          <p:cNvPr id="10" name="TextBox 9">
            <a:extLst>
              <a:ext uri="{FF2B5EF4-FFF2-40B4-BE49-F238E27FC236}">
                <a16:creationId xmlns:a16="http://schemas.microsoft.com/office/drawing/2014/main" id="{47D0CFF2-00EE-33D5-C797-F2F671B22967}"/>
              </a:ext>
            </a:extLst>
          </p:cNvPr>
          <p:cNvSpPr txBox="1"/>
          <p:nvPr/>
        </p:nvSpPr>
        <p:spPr>
          <a:xfrm>
            <a:off x="2828689" y="6425327"/>
            <a:ext cx="1769678" cy="3495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600" dirty="0">
                <a:solidFill>
                  <a:schemeClr val="bg1"/>
                </a:solidFill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Пермь, 2026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6381A99-1898-F6A2-F3B6-EDC30823963D}"/>
              </a:ext>
            </a:extLst>
          </p:cNvPr>
          <p:cNvSpPr txBox="1"/>
          <p:nvPr/>
        </p:nvSpPr>
        <p:spPr>
          <a:xfrm>
            <a:off x="2828689" y="284528"/>
            <a:ext cx="671211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000" dirty="0">
                <a:solidFill>
                  <a:schemeClr val="bg1"/>
                </a:solidFill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Пермский Техникум Промышленных и Информационных технологий им. Б.Г. </a:t>
            </a:r>
            <a:r>
              <a:rPr lang="ru-RU" sz="2000" dirty="0" err="1">
                <a:solidFill>
                  <a:schemeClr val="bg1"/>
                </a:solidFill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Изгагина</a:t>
            </a:r>
            <a:endParaRPr lang="ru-RU" sz="2000" dirty="0">
              <a:solidFill>
                <a:schemeClr val="bg1"/>
              </a:solidFill>
              <a:latin typeface="Cascadia Code SemiBold" panose="020B0609020000020004" pitchFamily="49" charset="0"/>
              <a:cs typeface="Cascadia Code SemiBold" panose="020B0609020000020004" pitchFamily="49" charset="0"/>
            </a:endParaRPr>
          </a:p>
        </p:txBody>
      </p:sp>
      <p:sp>
        <p:nvSpPr>
          <p:cNvPr id="75" name="Полилиния: фигура 74">
            <a:extLst>
              <a:ext uri="{FF2B5EF4-FFF2-40B4-BE49-F238E27FC236}">
                <a16:creationId xmlns:a16="http://schemas.microsoft.com/office/drawing/2014/main" id="{5EC05D1A-DA19-CD8E-DC04-11326B814A8B}"/>
              </a:ext>
            </a:extLst>
          </p:cNvPr>
          <p:cNvSpPr/>
          <p:nvPr/>
        </p:nvSpPr>
        <p:spPr>
          <a:xfrm>
            <a:off x="124438" y="1699029"/>
            <a:ext cx="2103120" cy="2103120"/>
          </a:xfrm>
          <a:custGeom>
            <a:avLst/>
            <a:gdLst>
              <a:gd name="csX0" fmla="*/ 1051559 w 2103120"/>
              <a:gd name="csY0" fmla="*/ 154186 h 2103120"/>
              <a:gd name="csX1" fmla="*/ 235050 w 2103120"/>
              <a:gd name="csY1" fmla="*/ 702328 h 2103120"/>
              <a:gd name="csX2" fmla="*/ 433187 w 2103120"/>
              <a:gd name="csY2" fmla="*/ 1665598 h 2103120"/>
              <a:gd name="csX3" fmla="*/ 1399752 w 2103120"/>
              <a:gd name="csY3" fmla="*/ 1846976 h 2103120"/>
              <a:gd name="csX4" fmla="*/ 1933631 w 2103120"/>
              <a:gd name="csY4" fmla="*/ 1021071 h 2103120"/>
              <a:gd name="csX5" fmla="*/ 1051560 w 2103120"/>
              <a:gd name="csY5" fmla="*/ 0 h 2103120"/>
              <a:gd name="csX6" fmla="*/ 2103120 w 2103120"/>
              <a:gd name="csY6" fmla="*/ 1051560 h 2103120"/>
              <a:gd name="csX7" fmla="*/ 1051560 w 2103120"/>
              <a:gd name="csY7" fmla="*/ 2103120 h 2103120"/>
              <a:gd name="csX8" fmla="*/ 0 w 2103120"/>
              <a:gd name="csY8" fmla="*/ 1051560 h 2103120"/>
              <a:gd name="csX9" fmla="*/ 1051560 w 2103120"/>
              <a:gd name="csY9" fmla="*/ 0 h 210312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</a:cxnLst>
            <a:rect l="l" t="t" r="r" b="b"/>
            <a:pathLst>
              <a:path w="2103120" h="2103120">
                <a:moveTo>
                  <a:pt x="1051559" y="154186"/>
                </a:moveTo>
                <a:cubicBezTo>
                  <a:pt x="693346" y="154186"/>
                  <a:pt x="370694" y="370790"/>
                  <a:pt x="235050" y="702328"/>
                </a:cubicBezTo>
                <a:cubicBezTo>
                  <a:pt x="99406" y="1033866"/>
                  <a:pt x="177702" y="1414512"/>
                  <a:pt x="433187" y="1665598"/>
                </a:cubicBezTo>
                <a:cubicBezTo>
                  <a:pt x="688672" y="1916684"/>
                  <a:pt x="1070620" y="1988357"/>
                  <a:pt x="1399752" y="1846976"/>
                </a:cubicBezTo>
                <a:cubicBezTo>
                  <a:pt x="1728884" y="1705595"/>
                  <a:pt x="1939852" y="1379230"/>
                  <a:pt x="1933631" y="1021071"/>
                </a:cubicBezTo>
                <a:close/>
                <a:moveTo>
                  <a:pt x="1051560" y="0"/>
                </a:moveTo>
                <a:cubicBezTo>
                  <a:pt x="1632321" y="0"/>
                  <a:pt x="2103120" y="470799"/>
                  <a:pt x="2103120" y="1051560"/>
                </a:cubicBezTo>
                <a:cubicBezTo>
                  <a:pt x="2103120" y="1632321"/>
                  <a:pt x="1632321" y="2103120"/>
                  <a:pt x="1051560" y="2103120"/>
                </a:cubicBezTo>
                <a:cubicBezTo>
                  <a:pt x="470799" y="2103120"/>
                  <a:pt x="0" y="1632321"/>
                  <a:pt x="0" y="1051560"/>
                </a:cubicBezTo>
                <a:cubicBezTo>
                  <a:pt x="0" y="470799"/>
                  <a:pt x="470799" y="0"/>
                  <a:pt x="1051560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ru-RU"/>
          </a:p>
        </p:txBody>
      </p:sp>
      <p:sp>
        <p:nvSpPr>
          <p:cNvPr id="71" name="Прямоугольник 70">
            <a:extLst>
              <a:ext uri="{FF2B5EF4-FFF2-40B4-BE49-F238E27FC236}">
                <a16:creationId xmlns:a16="http://schemas.microsoft.com/office/drawing/2014/main" id="{F176C213-5D8B-E932-6211-9E8D3177E581}"/>
              </a:ext>
            </a:extLst>
          </p:cNvPr>
          <p:cNvSpPr/>
          <p:nvPr/>
        </p:nvSpPr>
        <p:spPr>
          <a:xfrm>
            <a:off x="2423160" y="1699029"/>
            <a:ext cx="310896" cy="210312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76" name="Прямоугольник 75">
            <a:extLst>
              <a:ext uri="{FF2B5EF4-FFF2-40B4-BE49-F238E27FC236}">
                <a16:creationId xmlns:a16="http://schemas.microsoft.com/office/drawing/2014/main" id="{66520E1A-DC10-F1A7-96C6-8F232C04E8EB}"/>
              </a:ext>
            </a:extLst>
          </p:cNvPr>
          <p:cNvSpPr/>
          <p:nvPr/>
        </p:nvSpPr>
        <p:spPr>
          <a:xfrm>
            <a:off x="2423160" y="4177739"/>
            <a:ext cx="310896" cy="165216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16" name="Полилиния: фигура 115">
            <a:extLst>
              <a:ext uri="{FF2B5EF4-FFF2-40B4-BE49-F238E27FC236}">
                <a16:creationId xmlns:a16="http://schemas.microsoft.com/office/drawing/2014/main" id="{8C11BAAC-1281-1783-1D4E-16E304A5CD44}"/>
              </a:ext>
            </a:extLst>
          </p:cNvPr>
          <p:cNvSpPr/>
          <p:nvPr/>
        </p:nvSpPr>
        <p:spPr>
          <a:xfrm>
            <a:off x="1397631" y="4177738"/>
            <a:ext cx="829927" cy="1652170"/>
          </a:xfrm>
          <a:custGeom>
            <a:avLst/>
            <a:gdLst>
              <a:gd name="csX0" fmla="*/ 3035 w 829927"/>
              <a:gd name="csY0" fmla="*/ 1652089 h 1652170"/>
              <a:gd name="csX1" fmla="*/ 4250 w 829927"/>
              <a:gd name="csY1" fmla="*/ 1652150 h 1652170"/>
              <a:gd name="csX2" fmla="*/ 3842 w 829927"/>
              <a:gd name="csY2" fmla="*/ 1652170 h 1652170"/>
              <a:gd name="csX3" fmla="*/ 0 w 829927"/>
              <a:gd name="csY3" fmla="*/ 1651783 h 1652170"/>
              <a:gd name="csX4" fmla="*/ 3035 w 829927"/>
              <a:gd name="csY4" fmla="*/ 1652089 h 1652170"/>
              <a:gd name="csX5" fmla="*/ 0 w 829927"/>
              <a:gd name="csY5" fmla="*/ 1651936 h 1652170"/>
              <a:gd name="csX6" fmla="*/ 3016 w 829927"/>
              <a:gd name="csY6" fmla="*/ 83 h 1652170"/>
              <a:gd name="csX7" fmla="*/ 0 w 829927"/>
              <a:gd name="csY7" fmla="*/ 387 h 1652170"/>
              <a:gd name="csX8" fmla="*/ 0 w 829927"/>
              <a:gd name="csY8" fmla="*/ 236 h 1652170"/>
              <a:gd name="csX9" fmla="*/ 4658 w 829927"/>
              <a:gd name="csY9" fmla="*/ 41 h 1652170"/>
              <a:gd name="csX10" fmla="*/ 88304 w 829927"/>
              <a:gd name="csY10" fmla="*/ 4265 h 1652170"/>
              <a:gd name="csX11" fmla="*/ 829927 w 829927"/>
              <a:gd name="csY11" fmla="*/ 826085 h 1652170"/>
              <a:gd name="csX12" fmla="*/ 88304 w 829927"/>
              <a:gd name="csY12" fmla="*/ 1647905 h 1652170"/>
              <a:gd name="csX13" fmla="*/ 4658 w 829927"/>
              <a:gd name="csY13" fmla="*/ 1652129 h 1652170"/>
              <a:gd name="csX14" fmla="*/ 4658 w 829927"/>
              <a:gd name="csY14" fmla="*/ 1416241 h 1652170"/>
              <a:gd name="csX15" fmla="*/ 594814 w 829927"/>
              <a:gd name="csY15" fmla="*/ 826085 h 1652170"/>
              <a:gd name="csX16" fmla="*/ 4658 w 829927"/>
              <a:gd name="csY16" fmla="*/ 235929 h 1652170"/>
              <a:gd name="csX17" fmla="*/ 3842 w 829927"/>
              <a:gd name="csY17" fmla="*/ 0 h 1652170"/>
              <a:gd name="csX18" fmla="*/ 4250 w 829927"/>
              <a:gd name="csY18" fmla="*/ 21 h 1652170"/>
              <a:gd name="csX19" fmla="*/ 3016 w 829927"/>
              <a:gd name="csY19" fmla="*/ 83 h 165217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</a:cxnLst>
            <a:rect l="l" t="t" r="r" b="b"/>
            <a:pathLst>
              <a:path w="829927" h="1652170">
                <a:moveTo>
                  <a:pt x="3035" y="1652089"/>
                </a:moveTo>
                <a:lnTo>
                  <a:pt x="4250" y="1652150"/>
                </a:lnTo>
                <a:lnTo>
                  <a:pt x="3842" y="1652170"/>
                </a:lnTo>
                <a:close/>
                <a:moveTo>
                  <a:pt x="0" y="1651783"/>
                </a:moveTo>
                <a:lnTo>
                  <a:pt x="3035" y="1652089"/>
                </a:lnTo>
                <a:lnTo>
                  <a:pt x="0" y="1651936"/>
                </a:lnTo>
                <a:close/>
                <a:moveTo>
                  <a:pt x="3016" y="83"/>
                </a:moveTo>
                <a:lnTo>
                  <a:pt x="0" y="387"/>
                </a:lnTo>
                <a:lnTo>
                  <a:pt x="0" y="236"/>
                </a:lnTo>
                <a:close/>
                <a:moveTo>
                  <a:pt x="4658" y="41"/>
                </a:moveTo>
                <a:lnTo>
                  <a:pt x="88304" y="4265"/>
                </a:lnTo>
                <a:cubicBezTo>
                  <a:pt x="504863" y="46569"/>
                  <a:pt x="829927" y="398366"/>
                  <a:pt x="829927" y="826085"/>
                </a:cubicBezTo>
                <a:cubicBezTo>
                  <a:pt x="829927" y="1253805"/>
                  <a:pt x="504863" y="1605601"/>
                  <a:pt x="88304" y="1647905"/>
                </a:cubicBezTo>
                <a:lnTo>
                  <a:pt x="4658" y="1652129"/>
                </a:lnTo>
                <a:lnTo>
                  <a:pt x="4658" y="1416241"/>
                </a:lnTo>
                <a:cubicBezTo>
                  <a:pt x="330592" y="1416241"/>
                  <a:pt x="594814" y="1152019"/>
                  <a:pt x="594814" y="826085"/>
                </a:cubicBezTo>
                <a:cubicBezTo>
                  <a:pt x="594814" y="500151"/>
                  <a:pt x="330592" y="235929"/>
                  <a:pt x="4658" y="235929"/>
                </a:cubicBezTo>
                <a:close/>
                <a:moveTo>
                  <a:pt x="3842" y="0"/>
                </a:moveTo>
                <a:lnTo>
                  <a:pt x="4250" y="21"/>
                </a:lnTo>
                <a:lnTo>
                  <a:pt x="3016" y="83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ru-RU"/>
          </a:p>
        </p:txBody>
      </p:sp>
      <p:sp>
        <p:nvSpPr>
          <p:cNvPr id="118" name="Прямоугольник 117">
            <a:extLst>
              <a:ext uri="{FF2B5EF4-FFF2-40B4-BE49-F238E27FC236}">
                <a16:creationId xmlns:a16="http://schemas.microsoft.com/office/drawing/2014/main" id="{BB4CEE62-9E6C-EAE4-1684-9AA94158B5CE}"/>
              </a:ext>
            </a:extLst>
          </p:cNvPr>
          <p:cNvSpPr/>
          <p:nvPr/>
        </p:nvSpPr>
        <p:spPr>
          <a:xfrm>
            <a:off x="124438" y="6437752"/>
            <a:ext cx="2103120" cy="3096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19" name="Полилиния: фигура 118">
            <a:extLst>
              <a:ext uri="{FF2B5EF4-FFF2-40B4-BE49-F238E27FC236}">
                <a16:creationId xmlns:a16="http://schemas.microsoft.com/office/drawing/2014/main" id="{2A8E3F5D-D467-B9C3-5D89-55F6D892C90F}"/>
              </a:ext>
            </a:extLst>
          </p:cNvPr>
          <p:cNvSpPr/>
          <p:nvPr/>
        </p:nvSpPr>
        <p:spPr>
          <a:xfrm>
            <a:off x="124438" y="4177738"/>
            <a:ext cx="829927" cy="1652170"/>
          </a:xfrm>
          <a:custGeom>
            <a:avLst/>
            <a:gdLst>
              <a:gd name="csX0" fmla="*/ 3035 w 829927"/>
              <a:gd name="csY0" fmla="*/ 1652089 h 1652170"/>
              <a:gd name="csX1" fmla="*/ 4250 w 829927"/>
              <a:gd name="csY1" fmla="*/ 1652150 h 1652170"/>
              <a:gd name="csX2" fmla="*/ 3842 w 829927"/>
              <a:gd name="csY2" fmla="*/ 1652170 h 1652170"/>
              <a:gd name="csX3" fmla="*/ 0 w 829927"/>
              <a:gd name="csY3" fmla="*/ 1651783 h 1652170"/>
              <a:gd name="csX4" fmla="*/ 3035 w 829927"/>
              <a:gd name="csY4" fmla="*/ 1652089 h 1652170"/>
              <a:gd name="csX5" fmla="*/ 0 w 829927"/>
              <a:gd name="csY5" fmla="*/ 1651936 h 1652170"/>
              <a:gd name="csX6" fmla="*/ 3016 w 829927"/>
              <a:gd name="csY6" fmla="*/ 83 h 1652170"/>
              <a:gd name="csX7" fmla="*/ 0 w 829927"/>
              <a:gd name="csY7" fmla="*/ 387 h 1652170"/>
              <a:gd name="csX8" fmla="*/ 0 w 829927"/>
              <a:gd name="csY8" fmla="*/ 236 h 1652170"/>
              <a:gd name="csX9" fmla="*/ 4658 w 829927"/>
              <a:gd name="csY9" fmla="*/ 41 h 1652170"/>
              <a:gd name="csX10" fmla="*/ 88304 w 829927"/>
              <a:gd name="csY10" fmla="*/ 4265 h 1652170"/>
              <a:gd name="csX11" fmla="*/ 829927 w 829927"/>
              <a:gd name="csY11" fmla="*/ 826085 h 1652170"/>
              <a:gd name="csX12" fmla="*/ 88304 w 829927"/>
              <a:gd name="csY12" fmla="*/ 1647905 h 1652170"/>
              <a:gd name="csX13" fmla="*/ 4658 w 829927"/>
              <a:gd name="csY13" fmla="*/ 1652129 h 1652170"/>
              <a:gd name="csX14" fmla="*/ 4658 w 829927"/>
              <a:gd name="csY14" fmla="*/ 1416241 h 1652170"/>
              <a:gd name="csX15" fmla="*/ 594814 w 829927"/>
              <a:gd name="csY15" fmla="*/ 826085 h 1652170"/>
              <a:gd name="csX16" fmla="*/ 4658 w 829927"/>
              <a:gd name="csY16" fmla="*/ 235929 h 1652170"/>
              <a:gd name="csX17" fmla="*/ 3842 w 829927"/>
              <a:gd name="csY17" fmla="*/ 0 h 1652170"/>
              <a:gd name="csX18" fmla="*/ 4250 w 829927"/>
              <a:gd name="csY18" fmla="*/ 21 h 1652170"/>
              <a:gd name="csX19" fmla="*/ 3016 w 829927"/>
              <a:gd name="csY19" fmla="*/ 83 h 165217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</a:cxnLst>
            <a:rect l="l" t="t" r="r" b="b"/>
            <a:pathLst>
              <a:path w="829927" h="1652170">
                <a:moveTo>
                  <a:pt x="3035" y="1652089"/>
                </a:moveTo>
                <a:lnTo>
                  <a:pt x="4250" y="1652150"/>
                </a:lnTo>
                <a:lnTo>
                  <a:pt x="3842" y="1652170"/>
                </a:lnTo>
                <a:close/>
                <a:moveTo>
                  <a:pt x="0" y="1651783"/>
                </a:moveTo>
                <a:lnTo>
                  <a:pt x="3035" y="1652089"/>
                </a:lnTo>
                <a:lnTo>
                  <a:pt x="0" y="1651936"/>
                </a:lnTo>
                <a:close/>
                <a:moveTo>
                  <a:pt x="3016" y="83"/>
                </a:moveTo>
                <a:lnTo>
                  <a:pt x="0" y="387"/>
                </a:lnTo>
                <a:lnTo>
                  <a:pt x="0" y="236"/>
                </a:lnTo>
                <a:close/>
                <a:moveTo>
                  <a:pt x="4658" y="41"/>
                </a:moveTo>
                <a:lnTo>
                  <a:pt x="88304" y="4265"/>
                </a:lnTo>
                <a:cubicBezTo>
                  <a:pt x="504863" y="46569"/>
                  <a:pt x="829927" y="398366"/>
                  <a:pt x="829927" y="826085"/>
                </a:cubicBezTo>
                <a:cubicBezTo>
                  <a:pt x="829927" y="1253805"/>
                  <a:pt x="504863" y="1605601"/>
                  <a:pt x="88304" y="1647905"/>
                </a:cubicBezTo>
                <a:lnTo>
                  <a:pt x="4658" y="1652129"/>
                </a:lnTo>
                <a:lnTo>
                  <a:pt x="4658" y="1416241"/>
                </a:lnTo>
                <a:cubicBezTo>
                  <a:pt x="330592" y="1416241"/>
                  <a:pt x="594814" y="1152019"/>
                  <a:pt x="594814" y="826085"/>
                </a:cubicBezTo>
                <a:cubicBezTo>
                  <a:pt x="594814" y="500151"/>
                  <a:pt x="330592" y="235929"/>
                  <a:pt x="4658" y="235929"/>
                </a:cubicBezTo>
                <a:close/>
                <a:moveTo>
                  <a:pt x="3842" y="0"/>
                </a:moveTo>
                <a:lnTo>
                  <a:pt x="4250" y="21"/>
                </a:lnTo>
                <a:lnTo>
                  <a:pt x="3016" y="83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ru-RU"/>
          </a:p>
        </p:txBody>
      </p:sp>
      <p:sp>
        <p:nvSpPr>
          <p:cNvPr id="120" name="Прямоугольник 119">
            <a:extLst>
              <a:ext uri="{FF2B5EF4-FFF2-40B4-BE49-F238E27FC236}">
                <a16:creationId xmlns:a16="http://schemas.microsoft.com/office/drawing/2014/main" id="{F3DA57F5-2A01-BE7E-3DC6-94BD85FA3C8E}"/>
              </a:ext>
            </a:extLst>
          </p:cNvPr>
          <p:cNvSpPr/>
          <p:nvPr/>
        </p:nvSpPr>
        <p:spPr>
          <a:xfrm>
            <a:off x="2423160" y="6437752"/>
            <a:ext cx="310896" cy="3096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22" name="Прямоугольник 121">
            <a:extLst>
              <a:ext uri="{FF2B5EF4-FFF2-40B4-BE49-F238E27FC236}">
                <a16:creationId xmlns:a16="http://schemas.microsoft.com/office/drawing/2014/main" id="{531739B7-061D-8DC8-BBC9-ADC3C4A4F406}"/>
              </a:ext>
            </a:extLst>
          </p:cNvPr>
          <p:cNvSpPr/>
          <p:nvPr/>
        </p:nvSpPr>
        <p:spPr>
          <a:xfrm>
            <a:off x="2423160" y="91666"/>
            <a:ext cx="310896" cy="110075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125" name="Рисунок 124">
            <a:extLst>
              <a:ext uri="{FF2B5EF4-FFF2-40B4-BE49-F238E27FC236}">
                <a16:creationId xmlns:a16="http://schemas.microsoft.com/office/drawing/2014/main" id="{A0D1C0EB-0FBC-14A3-0376-5DC905467E8F}"/>
              </a:ext>
            </a:extLst>
          </p:cNvPr>
          <p:cNvPicPr>
            <a:picLocks noChangeAspect="1"/>
          </p:cNvPicPr>
          <p:nvPr/>
        </p:nvPicPr>
        <p:blipFill>
          <a:blip r:embed="rId2">
            <a:biLevel thresh="7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6483" y="91666"/>
            <a:ext cx="1104045" cy="1100757"/>
          </a:xfrm>
          <a:prstGeom prst="rect">
            <a:avLst/>
          </a:prstGeom>
          <a:solidFill>
            <a:schemeClr val="bg1"/>
          </a:solidFill>
        </p:spPr>
      </p:pic>
      <p:pic>
        <p:nvPicPr>
          <p:cNvPr id="127" name="Рисунок 126">
            <a:extLst>
              <a:ext uri="{FF2B5EF4-FFF2-40B4-BE49-F238E27FC236}">
                <a16:creationId xmlns:a16="http://schemas.microsoft.com/office/drawing/2014/main" id="{9C05DC6D-1794-DA64-ED4E-D55650B1D890}"/>
              </a:ext>
            </a:extLst>
          </p:cNvPr>
          <p:cNvPicPr>
            <a:picLocks noChangeAspect="1"/>
          </p:cNvPicPr>
          <p:nvPr/>
        </p:nvPicPr>
        <p:blipFill>
          <a:blip r:embed="rId2">
            <a:biLevel thresh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438" y="91666"/>
            <a:ext cx="1104045" cy="1100757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2447144776"/>
      </p:ext>
    </p:extLst>
  </p:cSld>
  <p:clrMapOvr>
    <a:masterClrMapping/>
  </p:clrMapOvr>
  <p:transition spd="slow">
    <p:push dir="u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95000"/>
            <a:lumOff val="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06E873A-3430-FC35-1B9E-E70D97173F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>
            <a:extLst>
              <a:ext uri="{FF2B5EF4-FFF2-40B4-BE49-F238E27FC236}">
                <a16:creationId xmlns:a16="http://schemas.microsoft.com/office/drawing/2014/main" id="{AE577D63-8E89-1336-05C7-C92AB1E88DDA}"/>
              </a:ext>
            </a:extLst>
          </p:cNvPr>
          <p:cNvSpPr txBox="1"/>
          <p:nvPr/>
        </p:nvSpPr>
        <p:spPr>
          <a:xfrm>
            <a:off x="10639724" y="6425327"/>
            <a:ext cx="210312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scadia Code SemiBold" panose="020B0609020000020004" pitchFamily="49" charset="0"/>
                <a:ea typeface="+mn-ea"/>
                <a:cs typeface="Cascadia Code SemiBold" panose="020B0609020000020004" pitchFamily="49" charset="0"/>
              </a:rPr>
              <a:t>Пермь, 2026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73171B5-557D-C65B-278F-5EB243F74DFC}"/>
              </a:ext>
            </a:extLst>
          </p:cNvPr>
          <p:cNvSpPr txBox="1"/>
          <p:nvPr/>
        </p:nvSpPr>
        <p:spPr>
          <a:xfrm>
            <a:off x="2828689" y="1465686"/>
            <a:ext cx="4071090" cy="26468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600" b="0" i="0" u="none" strike="noStrike" kern="1200" cap="none" spc="-300" normalizeH="0" baseline="0" noProof="0" dirty="0">
                <a:ln>
                  <a:noFill/>
                </a:ln>
                <a:solidFill>
                  <a:srgbClr val="E7E6E6">
                    <a:lumMod val="10000"/>
                  </a:srgbClr>
                </a:solidFill>
                <a:effectLst/>
                <a:uLnTx/>
                <a:uFillTx/>
                <a:latin typeface="Cascadia Code SemiBold" panose="020B0609020000020004" pitchFamily="49" charset="0"/>
                <a:ea typeface="+mn-ea"/>
                <a:cs typeface="Cascadia Code SemiBold" panose="020B0609020000020004" pitchFamily="49" charset="0"/>
              </a:rPr>
              <a:t>///</a:t>
            </a:r>
            <a:endParaRPr kumimoji="0" lang="ru-RU" sz="16600" b="0" i="0" u="none" strike="noStrike" kern="1200" cap="none" spc="-300" normalizeH="0" baseline="0" noProof="0" dirty="0">
              <a:ln>
                <a:noFill/>
              </a:ln>
              <a:solidFill>
                <a:srgbClr val="E7E6E6">
                  <a:lumMod val="10000"/>
                </a:srgbClr>
              </a:solidFill>
              <a:effectLst/>
              <a:uLnTx/>
              <a:uFillTx/>
              <a:latin typeface="Cascadia Code SemiBold" panose="020B0609020000020004" pitchFamily="49" charset="0"/>
              <a:ea typeface="+mn-ea"/>
              <a:cs typeface="Cascadia Code SemiBold" panose="020B0609020000020004" pitchFamily="49" charset="0"/>
            </a:endParaRPr>
          </a:p>
        </p:txBody>
      </p:sp>
      <p:pic>
        <p:nvPicPr>
          <p:cNvPr id="14" name="Рисунок 13">
            <a:extLst>
              <a:ext uri="{FF2B5EF4-FFF2-40B4-BE49-F238E27FC236}">
                <a16:creationId xmlns:a16="http://schemas.microsoft.com/office/drawing/2014/main" id="{36FC5E9C-AE24-EAEA-F7FD-14920C52427F}"/>
              </a:ext>
            </a:extLst>
          </p:cNvPr>
          <p:cNvPicPr>
            <a:picLocks noChangeAspect="1"/>
          </p:cNvPicPr>
          <p:nvPr/>
        </p:nvPicPr>
        <p:blipFill>
          <a:blip r:embed="rId2">
            <a:biLevel thresh="7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6483" y="91666"/>
            <a:ext cx="1104045" cy="1100757"/>
          </a:xfrm>
          <a:prstGeom prst="rect">
            <a:avLst/>
          </a:prstGeom>
          <a:solidFill>
            <a:schemeClr val="bg1"/>
          </a:solidFill>
        </p:spPr>
      </p:pic>
      <p:pic>
        <p:nvPicPr>
          <p:cNvPr id="15" name="Рисунок 14">
            <a:extLst>
              <a:ext uri="{FF2B5EF4-FFF2-40B4-BE49-F238E27FC236}">
                <a16:creationId xmlns:a16="http://schemas.microsoft.com/office/drawing/2014/main" id="{EC194027-F598-9F22-6C31-612333E73953}"/>
              </a:ext>
            </a:extLst>
          </p:cNvPr>
          <p:cNvPicPr>
            <a:picLocks noChangeAspect="1"/>
          </p:cNvPicPr>
          <p:nvPr/>
        </p:nvPicPr>
        <p:blipFill>
          <a:blip r:embed="rId2">
            <a:biLevel thresh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438" y="91666"/>
            <a:ext cx="1104045" cy="1100757"/>
          </a:xfrm>
          <a:prstGeom prst="rect">
            <a:avLst/>
          </a:prstGeom>
          <a:noFill/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C6E7B839-5798-74B9-2944-2CE48E04B449}"/>
              </a:ext>
            </a:extLst>
          </p:cNvPr>
          <p:cNvSpPr txBox="1"/>
          <p:nvPr/>
        </p:nvSpPr>
        <p:spPr>
          <a:xfrm>
            <a:off x="2828689" y="1620094"/>
            <a:ext cx="3692071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scadia Code SemiBold" panose="020B0609020000020004" pitchFamily="49" charset="0"/>
                <a:ea typeface="+mn-ea"/>
                <a:cs typeface="Cascadia Code SemiBold" panose="020B0609020000020004" pitchFamily="49" charset="0"/>
              </a:rPr>
              <a:t>Более 70% пользователей предпочитают онлайн-сервисы заместо «бумажного» формата билета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D68E4DA1-ED55-A290-E3AE-61E2BAED4712}"/>
              </a:ext>
            </a:extLst>
          </p:cNvPr>
          <p:cNvSpPr txBox="1"/>
          <p:nvPr/>
        </p:nvSpPr>
        <p:spPr>
          <a:xfrm>
            <a:off x="6732982" y="5443197"/>
            <a:ext cx="526066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scadia Code SemiBold" panose="020B0609020000020004" pitchFamily="49" charset="0"/>
                <a:ea typeface="+mn-ea"/>
                <a:cs typeface="Cascadia Code SemiBold" panose="020B0609020000020004" pitchFamily="49" charset="0"/>
              </a:rPr>
              <a:t>---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scadia Code SemiBold" panose="020B0609020000020004" pitchFamily="49" charset="0"/>
                <a:ea typeface="+mn-ea"/>
                <a:cs typeface="Cascadia Code SemiBold" panose="020B0609020000020004" pitchFamily="49" charset="0"/>
              </a:rPr>
              <a:t>-</a:t>
            </a: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scadia Code SemiBold" panose="020B0609020000020004" pitchFamily="49" charset="0"/>
                <a:ea typeface="+mn-ea"/>
                <a:cs typeface="Cascadia Code SemiBold" panose="020B0609020000020004" pitchFamily="49" charset="0"/>
              </a:rPr>
              <a:t>+---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scadia Code SemiBold" panose="020B0609020000020004" pitchFamily="49" charset="0"/>
                <a:ea typeface="+mn-ea"/>
                <a:cs typeface="Cascadia Code SemiBold" panose="020B0609020000020004" pitchFamily="49" charset="0"/>
              </a:rPr>
              <a:t>-</a:t>
            </a: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scadia Code SemiBold" panose="020B0609020000020004" pitchFamily="49" charset="0"/>
                <a:ea typeface="+mn-ea"/>
                <a:cs typeface="Cascadia Code SemiBold" panose="020B0609020000020004" pitchFamily="49" charset="0"/>
              </a:rPr>
              <a:t>+---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scadia Code SemiBold" panose="020B0609020000020004" pitchFamily="49" charset="0"/>
                <a:ea typeface="+mn-ea"/>
                <a:cs typeface="Cascadia Code SemiBold" panose="020B0609020000020004" pitchFamily="49" charset="0"/>
              </a:rPr>
              <a:t>-</a:t>
            </a: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scadia Code SemiBold" panose="020B0609020000020004" pitchFamily="49" charset="0"/>
                <a:ea typeface="+mn-ea"/>
                <a:cs typeface="Cascadia Code SemiBold" panose="020B0609020000020004" pitchFamily="49" charset="0"/>
              </a:rPr>
              <a:t>+---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scadia Code SemiBold" panose="020B0609020000020004" pitchFamily="49" charset="0"/>
                <a:ea typeface="+mn-ea"/>
                <a:cs typeface="Cascadia Code SemiBold" panose="020B0609020000020004" pitchFamily="49" charset="0"/>
              </a:rPr>
              <a:t>-</a:t>
            </a: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scadia Code SemiBold" panose="020B0609020000020004" pitchFamily="49" charset="0"/>
                <a:ea typeface="+mn-ea"/>
                <a:cs typeface="Cascadia Code SemiBold" panose="020B0609020000020004" pitchFamily="49" charset="0"/>
              </a:rPr>
              <a:t>+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scadia Code SemiBold" panose="020B0609020000020004" pitchFamily="49" charset="0"/>
                <a:ea typeface="+mn-ea"/>
                <a:cs typeface="Cascadia Code SemiBold" panose="020B0609020000020004" pitchFamily="49" charset="0"/>
                <a:sym typeface="Wingdings" panose="05000000000000000000" pitchFamily="2" charset="2"/>
              </a:rPr>
              <a:t>--&gt;</a:t>
            </a:r>
            <a:endParaRPr kumimoji="0" lang="ru-RU" sz="2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scadia Code SemiBold" panose="020B0609020000020004" pitchFamily="49" charset="0"/>
              <a:ea typeface="+mn-ea"/>
              <a:cs typeface="Cascadia Code SemiBold" panose="020B0609020000020004" pitchFamily="49" charset="0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E3448D3B-5592-0E59-85DC-95704154602C}"/>
              </a:ext>
            </a:extLst>
          </p:cNvPr>
          <p:cNvSpPr txBox="1"/>
          <p:nvPr/>
        </p:nvSpPr>
        <p:spPr>
          <a:xfrm rot="16200000">
            <a:off x="5273422" y="3167389"/>
            <a:ext cx="496762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scadia Code SemiBold" panose="020B0609020000020004" pitchFamily="49" charset="0"/>
                <a:ea typeface="+mn-ea"/>
                <a:cs typeface="Cascadia Code SemiBold" panose="020B0609020000020004" pitchFamily="49" charset="0"/>
              </a:rPr>
              <a:t>+---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scadia Code SemiBold" panose="020B0609020000020004" pitchFamily="49" charset="0"/>
                <a:ea typeface="+mn-ea"/>
                <a:cs typeface="Cascadia Code SemiBold" panose="020B0609020000020004" pitchFamily="49" charset="0"/>
              </a:rPr>
              <a:t>-</a:t>
            </a: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scadia Code SemiBold" panose="020B0609020000020004" pitchFamily="49" charset="0"/>
                <a:ea typeface="+mn-ea"/>
                <a:cs typeface="Cascadia Code SemiBold" panose="020B0609020000020004" pitchFamily="49" charset="0"/>
              </a:rPr>
              <a:t>+---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scadia Code SemiBold" panose="020B0609020000020004" pitchFamily="49" charset="0"/>
                <a:ea typeface="+mn-ea"/>
                <a:cs typeface="Cascadia Code SemiBold" panose="020B0609020000020004" pitchFamily="49" charset="0"/>
              </a:rPr>
              <a:t>-</a:t>
            </a: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scadia Code SemiBold" panose="020B0609020000020004" pitchFamily="49" charset="0"/>
                <a:ea typeface="+mn-ea"/>
                <a:cs typeface="Cascadia Code SemiBold" panose="020B0609020000020004" pitchFamily="49" charset="0"/>
              </a:rPr>
              <a:t>+---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scadia Code SemiBold" panose="020B0609020000020004" pitchFamily="49" charset="0"/>
                <a:ea typeface="+mn-ea"/>
                <a:cs typeface="Cascadia Code SemiBold" panose="020B0609020000020004" pitchFamily="49" charset="0"/>
              </a:rPr>
              <a:t>-</a:t>
            </a: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scadia Code SemiBold" panose="020B0609020000020004" pitchFamily="49" charset="0"/>
                <a:ea typeface="+mn-ea"/>
                <a:cs typeface="Cascadia Code SemiBold" panose="020B0609020000020004" pitchFamily="49" charset="0"/>
              </a:rPr>
              <a:t>+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scadia Code SemiBold" panose="020B0609020000020004" pitchFamily="49" charset="0"/>
                <a:ea typeface="+mn-ea"/>
                <a:cs typeface="Cascadia Code SemiBold" panose="020B0609020000020004" pitchFamily="49" charset="0"/>
                <a:sym typeface="Wingdings" panose="05000000000000000000" pitchFamily="2" charset="2"/>
              </a:rPr>
              <a:t>--&gt;</a:t>
            </a:r>
            <a:endParaRPr kumimoji="0" lang="ru-RU" sz="2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scadia Code SemiBold" panose="020B0609020000020004" pitchFamily="49" charset="0"/>
              <a:ea typeface="+mn-ea"/>
              <a:cs typeface="Cascadia Code SemiBold" panose="020B0609020000020004" pitchFamily="49" charset="0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B4AD536F-3CEE-F057-2453-36286A92F52E}"/>
              </a:ext>
            </a:extLst>
          </p:cNvPr>
          <p:cNvSpPr txBox="1"/>
          <p:nvPr/>
        </p:nvSpPr>
        <p:spPr>
          <a:xfrm>
            <a:off x="7074215" y="2425183"/>
            <a:ext cx="10191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scadia Code SemiBold" panose="020B0609020000020004" pitchFamily="49" charset="0"/>
                <a:ea typeface="+mn-ea"/>
                <a:cs typeface="Cascadia Code SemiBold" panose="020B0609020000020004" pitchFamily="49" charset="0"/>
              </a:rPr>
              <a:t>80%</a:t>
            </a:r>
            <a:endParaRPr kumimoji="0" lang="ru-RU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scadia Code SemiBold" panose="020B0609020000020004" pitchFamily="49" charset="0"/>
              <a:ea typeface="+mn-ea"/>
              <a:cs typeface="Cascadia Code SemiBold" panose="020B0609020000020004" pitchFamily="49" charset="0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2A5BC64F-EE59-E8A1-AE0F-3F58AC431335}"/>
              </a:ext>
            </a:extLst>
          </p:cNvPr>
          <p:cNvSpPr txBox="1"/>
          <p:nvPr/>
        </p:nvSpPr>
        <p:spPr>
          <a:xfrm>
            <a:off x="7074215" y="3458009"/>
            <a:ext cx="10191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scadia Code SemiBold" panose="020B0609020000020004" pitchFamily="49" charset="0"/>
                <a:ea typeface="+mn-ea"/>
                <a:cs typeface="Cascadia Code SemiBold" panose="020B0609020000020004" pitchFamily="49" charset="0"/>
              </a:rPr>
              <a:t>50%</a:t>
            </a:r>
            <a:endParaRPr kumimoji="0" lang="ru-RU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scadia Code SemiBold" panose="020B0609020000020004" pitchFamily="49" charset="0"/>
              <a:ea typeface="+mn-ea"/>
              <a:cs typeface="Cascadia Code SemiBold" panose="020B0609020000020004" pitchFamily="49" charset="0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3014EC73-E7FB-731A-A236-EDDC6C569706}"/>
              </a:ext>
            </a:extLst>
          </p:cNvPr>
          <p:cNvSpPr txBox="1"/>
          <p:nvPr/>
        </p:nvSpPr>
        <p:spPr>
          <a:xfrm>
            <a:off x="7074215" y="4490834"/>
            <a:ext cx="10191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scadia Code SemiBold" panose="020B0609020000020004" pitchFamily="49" charset="0"/>
                <a:ea typeface="+mn-ea"/>
                <a:cs typeface="Cascadia Code SemiBold" panose="020B0609020000020004" pitchFamily="49" charset="0"/>
              </a:rPr>
              <a:t>20%</a:t>
            </a:r>
            <a:endParaRPr kumimoji="0" lang="ru-RU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scadia Code SemiBold" panose="020B0609020000020004" pitchFamily="49" charset="0"/>
              <a:ea typeface="+mn-ea"/>
              <a:cs typeface="Cascadia Code SemiBold" panose="020B0609020000020004" pitchFamily="49" charset="0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445B26DA-DAB2-76AB-677B-239E7F9D8BED}"/>
              </a:ext>
            </a:extLst>
          </p:cNvPr>
          <p:cNvSpPr txBox="1"/>
          <p:nvPr/>
        </p:nvSpPr>
        <p:spPr>
          <a:xfrm>
            <a:off x="8440250" y="5781751"/>
            <a:ext cx="11450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scadia Code SemiBold" panose="020B0609020000020004" pitchFamily="49" charset="0"/>
                <a:ea typeface="+mn-ea"/>
                <a:cs typeface="Cascadia Code SemiBold" panose="020B0609020000020004" pitchFamily="49" charset="0"/>
              </a:rPr>
              <a:t>2012</a:t>
            </a:r>
            <a:endParaRPr kumimoji="0" lang="ru-RU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scadia Code SemiBold" panose="020B0609020000020004" pitchFamily="49" charset="0"/>
              <a:ea typeface="+mn-ea"/>
              <a:cs typeface="Cascadia Code SemiBold" panose="020B0609020000020004" pitchFamily="49" charset="0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A3DC9AF7-1622-A76A-18DA-FFDBEEECC2BB}"/>
              </a:ext>
            </a:extLst>
          </p:cNvPr>
          <p:cNvSpPr txBox="1"/>
          <p:nvPr/>
        </p:nvSpPr>
        <p:spPr>
          <a:xfrm>
            <a:off x="9494712" y="5781751"/>
            <a:ext cx="11450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scadia Code SemiBold" panose="020B0609020000020004" pitchFamily="49" charset="0"/>
                <a:ea typeface="+mn-ea"/>
                <a:cs typeface="Cascadia Code SemiBold" panose="020B0609020000020004" pitchFamily="49" charset="0"/>
              </a:rPr>
              <a:t>2018</a:t>
            </a:r>
            <a:endParaRPr kumimoji="0" lang="ru-RU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scadia Code SemiBold" panose="020B0609020000020004" pitchFamily="49" charset="0"/>
              <a:ea typeface="+mn-ea"/>
              <a:cs typeface="Cascadia Code SemiBold" panose="020B0609020000020004" pitchFamily="49" charset="0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C1159802-6E41-21A7-6D07-DE87390661DC}"/>
              </a:ext>
            </a:extLst>
          </p:cNvPr>
          <p:cNvSpPr txBox="1"/>
          <p:nvPr/>
        </p:nvSpPr>
        <p:spPr>
          <a:xfrm>
            <a:off x="10546272" y="5781751"/>
            <a:ext cx="11450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scadia Code SemiBold" panose="020B0609020000020004" pitchFamily="49" charset="0"/>
                <a:ea typeface="+mn-ea"/>
                <a:cs typeface="Cascadia Code SemiBold" panose="020B0609020000020004" pitchFamily="49" charset="0"/>
              </a:rPr>
              <a:t>2024</a:t>
            </a:r>
            <a:endParaRPr kumimoji="0" lang="ru-RU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scadia Code SemiBold" panose="020B0609020000020004" pitchFamily="49" charset="0"/>
              <a:ea typeface="+mn-ea"/>
              <a:cs typeface="Cascadia Code SemiBold" panose="020B0609020000020004" pitchFamily="49" charset="0"/>
            </a:endParaRPr>
          </a:p>
        </p:txBody>
      </p:sp>
      <p:sp>
        <p:nvSpPr>
          <p:cNvPr id="27" name="Прямоугольник 26">
            <a:extLst>
              <a:ext uri="{FF2B5EF4-FFF2-40B4-BE49-F238E27FC236}">
                <a16:creationId xmlns:a16="http://schemas.microsoft.com/office/drawing/2014/main" id="{F1EE6A35-4113-1F9C-61F8-554BC6E0F997}"/>
              </a:ext>
            </a:extLst>
          </p:cNvPr>
          <p:cNvSpPr/>
          <p:nvPr/>
        </p:nvSpPr>
        <p:spPr>
          <a:xfrm>
            <a:off x="8530799" y="5073865"/>
            <a:ext cx="523221" cy="36933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1</a:t>
            </a:r>
            <a:endParaRPr kumimoji="0" lang="ru-RU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9" name="Прямоугольник 28">
            <a:extLst>
              <a:ext uri="{FF2B5EF4-FFF2-40B4-BE49-F238E27FC236}">
                <a16:creationId xmlns:a16="http://schemas.microsoft.com/office/drawing/2014/main" id="{2197221D-0830-7B38-4583-AAC93C0BD3DC}"/>
              </a:ext>
            </a:extLst>
          </p:cNvPr>
          <p:cNvSpPr/>
          <p:nvPr/>
        </p:nvSpPr>
        <p:spPr>
          <a:xfrm>
            <a:off x="8530799" y="4702799"/>
            <a:ext cx="523221" cy="369332"/>
          </a:xfrm>
          <a:prstGeom prst="rect">
            <a:avLst/>
          </a:prstGeom>
          <a:solidFill>
            <a:srgbClr val="0D0D0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D0D0D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1b</a:t>
            </a:r>
            <a:endParaRPr kumimoji="0" lang="ru-RU" sz="1800" b="0" i="0" u="none" strike="noStrike" kern="1200" cap="none" spc="0" normalizeH="0" baseline="0" noProof="0" dirty="0">
              <a:ln>
                <a:noFill/>
              </a:ln>
              <a:solidFill>
                <a:srgbClr val="0D0D0D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0" name="Прямоугольник 29">
            <a:extLst>
              <a:ext uri="{FF2B5EF4-FFF2-40B4-BE49-F238E27FC236}">
                <a16:creationId xmlns:a16="http://schemas.microsoft.com/office/drawing/2014/main" id="{90635295-C0BC-656B-DBED-956A4C91460C}"/>
              </a:ext>
            </a:extLst>
          </p:cNvPr>
          <p:cNvSpPr/>
          <p:nvPr/>
        </p:nvSpPr>
        <p:spPr>
          <a:xfrm>
            <a:off x="9565976" y="3962401"/>
            <a:ext cx="523221" cy="148079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2</a:t>
            </a:r>
            <a:endParaRPr kumimoji="0" lang="ru-RU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1" name="Прямоугольник 30">
            <a:extLst>
              <a:ext uri="{FF2B5EF4-FFF2-40B4-BE49-F238E27FC236}">
                <a16:creationId xmlns:a16="http://schemas.microsoft.com/office/drawing/2014/main" id="{8A42FF7A-AD44-267D-515A-C781EE98840A}"/>
              </a:ext>
            </a:extLst>
          </p:cNvPr>
          <p:cNvSpPr/>
          <p:nvPr/>
        </p:nvSpPr>
        <p:spPr>
          <a:xfrm>
            <a:off x="9565976" y="2481605"/>
            <a:ext cx="523221" cy="1480796"/>
          </a:xfrm>
          <a:prstGeom prst="rect">
            <a:avLst/>
          </a:prstGeom>
          <a:solidFill>
            <a:srgbClr val="0D0D0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D0D0D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2b</a:t>
            </a:r>
            <a:endParaRPr kumimoji="0" lang="ru-RU" sz="1800" b="0" i="0" u="none" strike="noStrike" kern="1200" cap="none" spc="0" normalizeH="0" baseline="0" noProof="0" dirty="0">
              <a:ln>
                <a:noFill/>
              </a:ln>
              <a:solidFill>
                <a:srgbClr val="0D0D0D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2" name="Прямоугольник 31">
            <a:extLst>
              <a:ext uri="{FF2B5EF4-FFF2-40B4-BE49-F238E27FC236}">
                <a16:creationId xmlns:a16="http://schemas.microsoft.com/office/drawing/2014/main" id="{E28BD06C-9F0C-7845-7E8B-CA354E9BDE9F}"/>
              </a:ext>
            </a:extLst>
          </p:cNvPr>
          <p:cNvSpPr/>
          <p:nvPr/>
        </p:nvSpPr>
        <p:spPr>
          <a:xfrm>
            <a:off x="10601153" y="2590800"/>
            <a:ext cx="523221" cy="285239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3</a:t>
            </a:r>
            <a:endParaRPr kumimoji="0" lang="ru-RU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3" name="Прямоугольник 32">
            <a:extLst>
              <a:ext uri="{FF2B5EF4-FFF2-40B4-BE49-F238E27FC236}">
                <a16:creationId xmlns:a16="http://schemas.microsoft.com/office/drawing/2014/main" id="{1A7C375C-E07D-45EF-EEC8-2C1D2D2A9CDA}"/>
              </a:ext>
            </a:extLst>
          </p:cNvPr>
          <p:cNvSpPr/>
          <p:nvPr/>
        </p:nvSpPr>
        <p:spPr>
          <a:xfrm>
            <a:off x="10601153" y="-261599"/>
            <a:ext cx="523221" cy="2852398"/>
          </a:xfrm>
          <a:prstGeom prst="rect">
            <a:avLst/>
          </a:prstGeom>
          <a:solidFill>
            <a:srgbClr val="0D0D0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D0D0D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3b</a:t>
            </a:r>
            <a:endParaRPr kumimoji="0" lang="ru-RU" sz="1800" b="0" i="0" u="none" strike="noStrike" kern="1200" cap="none" spc="0" normalizeH="0" baseline="0" noProof="0" dirty="0">
              <a:ln>
                <a:noFill/>
              </a:ln>
              <a:solidFill>
                <a:srgbClr val="0D0D0D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3490689-1377-6ED2-F126-80E2F0A9E887}"/>
              </a:ext>
            </a:extLst>
          </p:cNvPr>
          <p:cNvSpPr txBox="1"/>
          <p:nvPr/>
        </p:nvSpPr>
        <p:spPr>
          <a:xfrm>
            <a:off x="2828689" y="0"/>
            <a:ext cx="1675846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0" b="0" i="0" u="none" strike="noStrike" kern="1200" cap="none" spc="-300" normalizeH="0" baseline="0" noProof="0" dirty="0">
                <a:ln>
                  <a:noFill/>
                </a:ln>
                <a:solidFill>
                  <a:srgbClr val="E7E6E6">
                    <a:lumMod val="10000"/>
                  </a:srgbClr>
                </a:solidFill>
                <a:effectLst/>
                <a:uLnTx/>
                <a:uFillTx/>
                <a:latin typeface="Cascadia Code SemiBold" panose="020B0609020000020004" pitchFamily="49" charset="0"/>
                <a:ea typeface="+mn-ea"/>
                <a:cs typeface="Cascadia Code SemiBold" panose="020B0609020000020004" pitchFamily="49" charset="0"/>
              </a:rPr>
              <a:t>////////////////////</a:t>
            </a:r>
            <a:endParaRPr kumimoji="0" lang="ru-RU" sz="8000" b="0" i="0" u="none" strike="noStrike" kern="1200" cap="none" spc="-300" normalizeH="0" baseline="0" noProof="0" dirty="0">
              <a:ln>
                <a:noFill/>
              </a:ln>
              <a:solidFill>
                <a:srgbClr val="E7E6E6">
                  <a:lumMod val="10000"/>
                </a:srgbClr>
              </a:solidFill>
              <a:effectLst/>
              <a:uLnTx/>
              <a:uFillTx/>
              <a:latin typeface="Cascadia Code SemiBold" panose="020B0609020000020004" pitchFamily="49" charset="0"/>
              <a:ea typeface="+mn-ea"/>
              <a:cs typeface="Cascadia Code SemiBold" panose="020B0609020000020004" pitchFamily="49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6B8ACDE-9DF8-6743-EFB3-8E5A2BFF90BC}"/>
              </a:ext>
            </a:extLst>
          </p:cNvPr>
          <p:cNvSpPr txBox="1"/>
          <p:nvPr/>
        </p:nvSpPr>
        <p:spPr>
          <a:xfrm>
            <a:off x="2828689" y="284528"/>
            <a:ext cx="671211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scadia Code SemiBold" panose="020B0609020000020004" pitchFamily="49" charset="0"/>
                <a:ea typeface="+mn-ea"/>
                <a:cs typeface="Cascadia Code SemiBold" panose="020B0609020000020004" pitchFamily="49" charset="0"/>
              </a:rPr>
              <a:t>Актуальность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8795104-233B-46A2-C5B2-B668060C0D49}"/>
              </a:ext>
            </a:extLst>
          </p:cNvPr>
          <p:cNvSpPr txBox="1"/>
          <p:nvPr/>
        </p:nvSpPr>
        <p:spPr>
          <a:xfrm>
            <a:off x="2781587" y="4006758"/>
            <a:ext cx="4071090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E7E6E6">
                    <a:lumMod val="10000"/>
                  </a:srgbClr>
                </a:solidFill>
                <a:effectLst/>
                <a:uLnTx/>
                <a:uFillTx/>
                <a:latin typeface="Cascadia Code SemiBold" panose="020B0609020000020004" pitchFamily="49" charset="0"/>
                <a:ea typeface="+mn-ea"/>
                <a:cs typeface="Cascadia Code SemiBold" panose="020B0609020000020004" pitchFamily="49" charset="0"/>
              </a:rPr>
              <a:t>IIIIIIIIIIIIIIIIIIIIIIIIIIIIIIIIIIIIIIIIIIIIIIIIIIIIIIIIIIIIIIIIIIIIIIIIIIIIIIIIIIIIIIIIII</a:t>
            </a:r>
            <a:endParaRPr kumimoji="0" lang="ru-RU" sz="2800" b="0" i="0" u="none" strike="noStrike" kern="1200" cap="none" spc="0" normalizeH="0" baseline="0" noProof="0" dirty="0">
              <a:ln>
                <a:noFill/>
              </a:ln>
              <a:solidFill>
                <a:srgbClr val="E7E6E6">
                  <a:lumMod val="10000"/>
                </a:srgbClr>
              </a:solidFill>
              <a:effectLst/>
              <a:uLnTx/>
              <a:uFillTx/>
              <a:latin typeface="Cascadia Code SemiBold" panose="020B0609020000020004" pitchFamily="49" charset="0"/>
              <a:ea typeface="+mn-ea"/>
              <a:cs typeface="Cascadia Code SemiBold" panose="020B0609020000020004" pitchFamily="49" charset="0"/>
            </a:endParaRPr>
          </a:p>
        </p:txBody>
      </p:sp>
      <p:sp>
        <p:nvSpPr>
          <p:cNvPr id="41" name="Полилиния: фигура 40">
            <a:extLst>
              <a:ext uri="{FF2B5EF4-FFF2-40B4-BE49-F238E27FC236}">
                <a16:creationId xmlns:a16="http://schemas.microsoft.com/office/drawing/2014/main" id="{0B2E0380-CF72-CCB8-2A05-A8C7F7A7A89F}"/>
              </a:ext>
            </a:extLst>
          </p:cNvPr>
          <p:cNvSpPr/>
          <p:nvPr/>
        </p:nvSpPr>
        <p:spPr>
          <a:xfrm>
            <a:off x="241699" y="1846679"/>
            <a:ext cx="1855154" cy="1855154"/>
          </a:xfrm>
          <a:custGeom>
            <a:avLst/>
            <a:gdLst>
              <a:gd name="csX0" fmla="*/ 594769 w 1855154"/>
              <a:gd name="csY0" fmla="*/ 927576 h 1855154"/>
              <a:gd name="csX1" fmla="*/ 594769 w 1855154"/>
              <a:gd name="csY1" fmla="*/ 1257016 h 1855154"/>
              <a:gd name="csX2" fmla="*/ 927577 w 1855154"/>
              <a:gd name="csY2" fmla="*/ 1257016 h 1855154"/>
              <a:gd name="csX3" fmla="*/ 927577 w 1855154"/>
              <a:gd name="csY3" fmla="*/ 927576 h 1855154"/>
              <a:gd name="csX4" fmla="*/ 927577 w 1855154"/>
              <a:gd name="csY4" fmla="*/ 0 h 1855154"/>
              <a:gd name="csX5" fmla="*/ 927578 w 1855154"/>
              <a:gd name="csY5" fmla="*/ 927577 h 1855154"/>
              <a:gd name="csX6" fmla="*/ 1855154 w 1855154"/>
              <a:gd name="csY6" fmla="*/ 927577 h 1855154"/>
              <a:gd name="csX7" fmla="*/ 927577 w 1855154"/>
              <a:gd name="csY7" fmla="*/ 1855154 h 1855154"/>
              <a:gd name="csX8" fmla="*/ 0 w 1855154"/>
              <a:gd name="csY8" fmla="*/ 927577 h 1855154"/>
              <a:gd name="csX9" fmla="*/ 927577 w 1855154"/>
              <a:gd name="csY9" fmla="*/ 0 h 185515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</a:cxnLst>
            <a:rect l="l" t="t" r="r" b="b"/>
            <a:pathLst>
              <a:path w="1855154" h="1855154">
                <a:moveTo>
                  <a:pt x="594769" y="927576"/>
                </a:moveTo>
                <a:lnTo>
                  <a:pt x="594769" y="1257016"/>
                </a:lnTo>
                <a:lnTo>
                  <a:pt x="927577" y="1257016"/>
                </a:lnTo>
                <a:lnTo>
                  <a:pt x="927577" y="927576"/>
                </a:lnTo>
                <a:close/>
                <a:moveTo>
                  <a:pt x="927577" y="0"/>
                </a:moveTo>
                <a:cubicBezTo>
                  <a:pt x="927577" y="309192"/>
                  <a:pt x="927578" y="618385"/>
                  <a:pt x="927578" y="927577"/>
                </a:cubicBezTo>
                <a:lnTo>
                  <a:pt x="1855154" y="927577"/>
                </a:lnTo>
                <a:cubicBezTo>
                  <a:pt x="1855154" y="1439864"/>
                  <a:pt x="1439864" y="1855154"/>
                  <a:pt x="927577" y="1855154"/>
                </a:cubicBezTo>
                <a:cubicBezTo>
                  <a:pt x="415290" y="1855154"/>
                  <a:pt x="0" y="1439864"/>
                  <a:pt x="0" y="927577"/>
                </a:cubicBezTo>
                <a:cubicBezTo>
                  <a:pt x="0" y="415290"/>
                  <a:pt x="415290" y="0"/>
                  <a:pt x="927577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pSp>
        <p:nvGrpSpPr>
          <p:cNvPr id="2" name="Группа 1">
            <a:extLst>
              <a:ext uri="{FF2B5EF4-FFF2-40B4-BE49-F238E27FC236}">
                <a16:creationId xmlns:a16="http://schemas.microsoft.com/office/drawing/2014/main" id="{2537C41F-BFE2-C168-53E1-BB567832053F}"/>
              </a:ext>
            </a:extLst>
          </p:cNvPr>
          <p:cNvGrpSpPr/>
          <p:nvPr/>
        </p:nvGrpSpPr>
        <p:grpSpPr>
          <a:xfrm>
            <a:off x="2423159" y="1528580"/>
            <a:ext cx="310897" cy="4748395"/>
            <a:chOff x="2423160" y="91666"/>
            <a:chExt cx="310896" cy="1100757"/>
          </a:xfrm>
        </p:grpSpPr>
        <p:sp>
          <p:nvSpPr>
            <p:cNvPr id="5" name="Прямоугольник 4">
              <a:extLst>
                <a:ext uri="{FF2B5EF4-FFF2-40B4-BE49-F238E27FC236}">
                  <a16:creationId xmlns:a16="http://schemas.microsoft.com/office/drawing/2014/main" id="{05896B32-9196-D64D-A4B8-E9721A28C695}"/>
                </a:ext>
              </a:extLst>
            </p:cNvPr>
            <p:cNvSpPr/>
            <p:nvPr/>
          </p:nvSpPr>
          <p:spPr>
            <a:xfrm>
              <a:off x="2423160" y="91666"/>
              <a:ext cx="310896" cy="1100757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8" name="Прямоугольник 27">
              <a:extLst>
                <a:ext uri="{FF2B5EF4-FFF2-40B4-BE49-F238E27FC236}">
                  <a16:creationId xmlns:a16="http://schemas.microsoft.com/office/drawing/2014/main" id="{80083B5D-8884-83A0-2F86-5DA8BDA21604}"/>
                </a:ext>
              </a:extLst>
            </p:cNvPr>
            <p:cNvSpPr/>
            <p:nvPr/>
          </p:nvSpPr>
          <p:spPr>
            <a:xfrm>
              <a:off x="2423160" y="532215"/>
              <a:ext cx="310896" cy="660208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7" name="!!ShapeRemoverW1!!">
            <a:extLst>
              <a:ext uri="{FF2B5EF4-FFF2-40B4-BE49-F238E27FC236}">
                <a16:creationId xmlns:a16="http://schemas.microsoft.com/office/drawing/2014/main" id="{FFA53172-C502-C355-28CA-E53613DE6581}"/>
              </a:ext>
            </a:extLst>
          </p:cNvPr>
          <p:cNvSpPr/>
          <p:nvPr/>
        </p:nvSpPr>
        <p:spPr>
          <a:xfrm>
            <a:off x="241699" y="3701833"/>
            <a:ext cx="1861104" cy="185515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9" name="!!ShapeRemoverB1!!">
            <a:extLst>
              <a:ext uri="{FF2B5EF4-FFF2-40B4-BE49-F238E27FC236}">
                <a16:creationId xmlns:a16="http://schemas.microsoft.com/office/drawing/2014/main" id="{C293C5CD-56B7-6DBA-6DC4-FC8DA09AAA15}"/>
              </a:ext>
            </a:extLst>
          </p:cNvPr>
          <p:cNvSpPr/>
          <p:nvPr/>
        </p:nvSpPr>
        <p:spPr>
          <a:xfrm>
            <a:off x="241699" y="3701833"/>
            <a:ext cx="1863562" cy="1855154"/>
          </a:xfrm>
          <a:prstGeom prst="rect">
            <a:avLst/>
          </a:prstGeom>
          <a:solidFill>
            <a:srgbClr val="0D0D0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grpSp>
        <p:nvGrpSpPr>
          <p:cNvPr id="42" name="Группа 41">
            <a:extLst>
              <a:ext uri="{FF2B5EF4-FFF2-40B4-BE49-F238E27FC236}">
                <a16:creationId xmlns:a16="http://schemas.microsoft.com/office/drawing/2014/main" id="{15FD2668-322F-A6CA-5694-F771BC7095DC}"/>
              </a:ext>
            </a:extLst>
          </p:cNvPr>
          <p:cNvGrpSpPr/>
          <p:nvPr/>
        </p:nvGrpSpPr>
        <p:grpSpPr>
          <a:xfrm>
            <a:off x="813675" y="4356090"/>
            <a:ext cx="1283179" cy="1270193"/>
            <a:chOff x="813675" y="4421822"/>
            <a:chExt cx="1283179" cy="1270193"/>
          </a:xfrm>
        </p:grpSpPr>
        <p:sp>
          <p:nvSpPr>
            <p:cNvPr id="37" name="Блок-схема: процесс 36">
              <a:extLst>
                <a:ext uri="{FF2B5EF4-FFF2-40B4-BE49-F238E27FC236}">
                  <a16:creationId xmlns:a16="http://schemas.microsoft.com/office/drawing/2014/main" id="{F691E068-E631-7122-9F2A-DDDC5B0A2CE7}"/>
                </a:ext>
              </a:extLst>
            </p:cNvPr>
            <p:cNvSpPr/>
            <p:nvPr/>
          </p:nvSpPr>
          <p:spPr>
            <a:xfrm>
              <a:off x="1146483" y="4421822"/>
              <a:ext cx="950371" cy="940753"/>
            </a:xfrm>
            <a:prstGeom prst="flowChartProcess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0" name="Блок-схема: процесс 39">
              <a:extLst>
                <a:ext uri="{FF2B5EF4-FFF2-40B4-BE49-F238E27FC236}">
                  <a16:creationId xmlns:a16="http://schemas.microsoft.com/office/drawing/2014/main" id="{CEA058C1-27F4-C557-0190-0A305AC6E8D8}"/>
                </a:ext>
              </a:extLst>
            </p:cNvPr>
            <p:cNvSpPr/>
            <p:nvPr/>
          </p:nvSpPr>
          <p:spPr>
            <a:xfrm>
              <a:off x="813675" y="5362575"/>
              <a:ext cx="332808" cy="329440"/>
            </a:xfrm>
            <a:prstGeom prst="flowChartProcess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grpSp>
        <p:nvGrpSpPr>
          <p:cNvPr id="13" name="Группа 12">
            <a:extLst>
              <a:ext uri="{FF2B5EF4-FFF2-40B4-BE49-F238E27FC236}">
                <a16:creationId xmlns:a16="http://schemas.microsoft.com/office/drawing/2014/main" id="{6A085B7C-DBA9-5910-20A5-E0E9FB043898}"/>
              </a:ext>
            </a:extLst>
          </p:cNvPr>
          <p:cNvGrpSpPr/>
          <p:nvPr/>
        </p:nvGrpSpPr>
        <p:grpSpPr>
          <a:xfrm>
            <a:off x="2423160" y="91666"/>
            <a:ext cx="310896" cy="1100757"/>
            <a:chOff x="2423160" y="91666"/>
            <a:chExt cx="310896" cy="1100757"/>
          </a:xfrm>
        </p:grpSpPr>
        <p:sp>
          <p:nvSpPr>
            <p:cNvPr id="4" name="Прямоугольник 3">
              <a:extLst>
                <a:ext uri="{FF2B5EF4-FFF2-40B4-BE49-F238E27FC236}">
                  <a16:creationId xmlns:a16="http://schemas.microsoft.com/office/drawing/2014/main" id="{4273EDB9-289E-4B9B-0AF6-3DE2EC4C3478}"/>
                </a:ext>
              </a:extLst>
            </p:cNvPr>
            <p:cNvSpPr/>
            <p:nvPr/>
          </p:nvSpPr>
          <p:spPr>
            <a:xfrm>
              <a:off x="2423160" y="91666"/>
              <a:ext cx="310896" cy="1100757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2" name="Прямоугольник 11">
              <a:extLst>
                <a:ext uri="{FF2B5EF4-FFF2-40B4-BE49-F238E27FC236}">
                  <a16:creationId xmlns:a16="http://schemas.microsoft.com/office/drawing/2014/main" id="{4B6F87BA-8221-FDFF-DB57-D3409426BDBF}"/>
                </a:ext>
              </a:extLst>
            </p:cNvPr>
            <p:cNvSpPr/>
            <p:nvPr/>
          </p:nvSpPr>
          <p:spPr>
            <a:xfrm>
              <a:off x="2423160" y="894356"/>
              <a:ext cx="310896" cy="298067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11" name="!!ShapeRemoverW2!!">
            <a:extLst>
              <a:ext uri="{FF2B5EF4-FFF2-40B4-BE49-F238E27FC236}">
                <a16:creationId xmlns:a16="http://schemas.microsoft.com/office/drawing/2014/main" id="{A38D3BBF-0C0E-6C92-6C3A-33521F670908}"/>
              </a:ext>
            </a:extLst>
          </p:cNvPr>
          <p:cNvSpPr/>
          <p:nvPr/>
        </p:nvSpPr>
        <p:spPr>
          <a:xfrm>
            <a:off x="241699" y="6211243"/>
            <a:ext cx="1861104" cy="185515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7" name="!!ShapeRemoverB2!!">
            <a:extLst>
              <a:ext uri="{FF2B5EF4-FFF2-40B4-BE49-F238E27FC236}">
                <a16:creationId xmlns:a16="http://schemas.microsoft.com/office/drawing/2014/main" id="{82D91387-B588-A3D8-E49A-F551B879138F}"/>
              </a:ext>
            </a:extLst>
          </p:cNvPr>
          <p:cNvSpPr/>
          <p:nvPr/>
        </p:nvSpPr>
        <p:spPr>
          <a:xfrm>
            <a:off x="139552" y="6211243"/>
            <a:ext cx="1965709" cy="1855154"/>
          </a:xfrm>
          <a:prstGeom prst="rect">
            <a:avLst/>
          </a:prstGeom>
          <a:solidFill>
            <a:srgbClr val="0D0D0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5" name="!!MainTextRemoverW1!!">
            <a:extLst>
              <a:ext uri="{FF2B5EF4-FFF2-40B4-BE49-F238E27FC236}">
                <a16:creationId xmlns:a16="http://schemas.microsoft.com/office/drawing/2014/main" id="{15C7A4B0-C342-A7A4-2D73-D0F26134FDAD}"/>
              </a:ext>
            </a:extLst>
          </p:cNvPr>
          <p:cNvSpPr/>
          <p:nvPr/>
        </p:nvSpPr>
        <p:spPr>
          <a:xfrm>
            <a:off x="2420701" y="1528580"/>
            <a:ext cx="310897" cy="474839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9" name="!!TitleTextRemoverW1!!">
            <a:extLst>
              <a:ext uri="{FF2B5EF4-FFF2-40B4-BE49-F238E27FC236}">
                <a16:creationId xmlns:a16="http://schemas.microsoft.com/office/drawing/2014/main" id="{1A726D68-FF50-1F71-19C7-CF622AC20FD2}"/>
              </a:ext>
            </a:extLst>
          </p:cNvPr>
          <p:cNvSpPr/>
          <p:nvPr/>
        </p:nvSpPr>
        <p:spPr>
          <a:xfrm>
            <a:off x="2420702" y="91666"/>
            <a:ext cx="310896" cy="110075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861875634"/>
      </p:ext>
    </p:extLst>
  </p:cSld>
  <p:clrMapOvr>
    <a:masterClrMapping/>
  </p:clrMapOvr>
  <p:transition spd="slow">
    <p:push dir="u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95000"/>
            <a:lumOff val="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C42DD1B-84F8-3D67-57D9-E1B73EEB79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!!Perm2026!!">
            <a:extLst>
              <a:ext uri="{FF2B5EF4-FFF2-40B4-BE49-F238E27FC236}">
                <a16:creationId xmlns:a16="http://schemas.microsoft.com/office/drawing/2014/main" id="{B4C60FBB-74FA-383D-080A-818EA0AAFD71}"/>
              </a:ext>
            </a:extLst>
          </p:cNvPr>
          <p:cNvSpPr txBox="1"/>
          <p:nvPr/>
        </p:nvSpPr>
        <p:spPr>
          <a:xfrm>
            <a:off x="10639724" y="6425327"/>
            <a:ext cx="210312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scadia Code SemiBold" panose="020B0609020000020004" pitchFamily="49" charset="0"/>
                <a:ea typeface="+mn-ea"/>
                <a:cs typeface="Cascadia Code SemiBold" panose="020B0609020000020004" pitchFamily="49" charset="0"/>
              </a:rPr>
              <a:t>Пермь, 2026</a:t>
            </a:r>
          </a:p>
        </p:txBody>
      </p:sp>
      <p:grpSp>
        <p:nvGrpSpPr>
          <p:cNvPr id="12" name="!!Image!!">
            <a:extLst>
              <a:ext uri="{FF2B5EF4-FFF2-40B4-BE49-F238E27FC236}">
                <a16:creationId xmlns:a16="http://schemas.microsoft.com/office/drawing/2014/main" id="{FCF78E67-C1F2-680F-7AFC-64EDF248A1C4}"/>
              </a:ext>
            </a:extLst>
          </p:cNvPr>
          <p:cNvGrpSpPr/>
          <p:nvPr/>
        </p:nvGrpSpPr>
        <p:grpSpPr>
          <a:xfrm>
            <a:off x="7161711" y="867437"/>
            <a:ext cx="4576134" cy="5703445"/>
            <a:chOff x="7161711" y="867437"/>
            <a:chExt cx="4576134" cy="5703445"/>
          </a:xfrm>
        </p:grpSpPr>
        <p:grpSp>
          <p:nvGrpSpPr>
            <p:cNvPr id="9" name="!!ImageText!!">
              <a:extLst>
                <a:ext uri="{FF2B5EF4-FFF2-40B4-BE49-F238E27FC236}">
                  <a16:creationId xmlns:a16="http://schemas.microsoft.com/office/drawing/2014/main" id="{69B07068-5A0A-8517-A88E-B11D892FE79E}"/>
                </a:ext>
              </a:extLst>
            </p:cNvPr>
            <p:cNvGrpSpPr/>
            <p:nvPr/>
          </p:nvGrpSpPr>
          <p:grpSpPr>
            <a:xfrm>
              <a:off x="7248241" y="867437"/>
              <a:ext cx="2359837" cy="5703445"/>
              <a:chOff x="7248241" y="867437"/>
              <a:chExt cx="2359837" cy="5703445"/>
            </a:xfrm>
          </p:grpSpPr>
          <p:sp>
            <p:nvSpPr>
              <p:cNvPr id="51" name="!!ImageTextShador1!!">
                <a:extLst>
                  <a:ext uri="{FF2B5EF4-FFF2-40B4-BE49-F238E27FC236}">
                    <a16:creationId xmlns:a16="http://schemas.microsoft.com/office/drawing/2014/main" id="{0D04D1EA-D096-A4B9-FC85-6E5E7ECE72F5}"/>
                  </a:ext>
                </a:extLst>
              </p:cNvPr>
              <p:cNvSpPr txBox="1"/>
              <p:nvPr/>
            </p:nvSpPr>
            <p:spPr>
              <a:xfrm>
                <a:off x="7371773" y="867437"/>
                <a:ext cx="2236305" cy="538609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34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E7E6E6">
                        <a:lumMod val="10000"/>
                      </a:srgbClr>
                    </a:solidFill>
                    <a:effectLst/>
                    <a:uLnTx/>
                    <a:uFillTx/>
                    <a:latin typeface="Webdings" panose="05030102010509060703" pitchFamily="18" charset="2"/>
                    <a:ea typeface="+mn-ea"/>
                    <a:cs typeface="+mn-cs"/>
                  </a:rPr>
                  <a:t>v</a:t>
                </a:r>
                <a:endParaRPr kumimoji="0" lang="ru-RU" sz="34400" b="0" i="0" u="none" strike="noStrike" kern="1200" cap="none" spc="0" normalizeH="0" baseline="0" noProof="0" dirty="0">
                  <a:ln>
                    <a:noFill/>
                  </a:ln>
                  <a:solidFill>
                    <a:srgbClr val="E7E6E6">
                      <a:lumMod val="10000"/>
                    </a:srgbClr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50" name="!!ImageText1!!">
                <a:extLst>
                  <a:ext uri="{FF2B5EF4-FFF2-40B4-BE49-F238E27FC236}">
                    <a16:creationId xmlns:a16="http://schemas.microsoft.com/office/drawing/2014/main" id="{BDFAB846-9499-F31F-0F81-200E77E76999}"/>
                  </a:ext>
                </a:extLst>
              </p:cNvPr>
              <p:cNvSpPr txBox="1"/>
              <p:nvPr/>
            </p:nvSpPr>
            <p:spPr>
              <a:xfrm>
                <a:off x="7248241" y="2061955"/>
                <a:ext cx="2236305" cy="450892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287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Webdings" panose="05030102010509060703" pitchFamily="18" charset="2"/>
                    <a:ea typeface="+mn-ea"/>
                    <a:cs typeface="+mn-cs"/>
                  </a:rPr>
                  <a:t>v</a:t>
                </a:r>
                <a:endParaRPr kumimoji="0" lang="ru-RU" sz="287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  <p:grpSp>
          <p:nvGrpSpPr>
            <p:cNvPr id="2" name="!!ImageBorder!!">
              <a:extLst>
                <a:ext uri="{FF2B5EF4-FFF2-40B4-BE49-F238E27FC236}">
                  <a16:creationId xmlns:a16="http://schemas.microsoft.com/office/drawing/2014/main" id="{03BBC481-E320-FA2B-8525-5EB9E66B6C2B}"/>
                </a:ext>
              </a:extLst>
            </p:cNvPr>
            <p:cNvGrpSpPr/>
            <p:nvPr/>
          </p:nvGrpSpPr>
          <p:grpSpPr>
            <a:xfrm>
              <a:off x="7161711" y="1655996"/>
              <a:ext cx="4576134" cy="4620979"/>
              <a:chOff x="7161711" y="1655996"/>
              <a:chExt cx="4576134" cy="4620979"/>
            </a:xfrm>
          </p:grpSpPr>
          <p:sp>
            <p:nvSpPr>
              <p:cNvPr id="52" name="!!ImageBorderLeft1!!">
                <a:extLst>
                  <a:ext uri="{FF2B5EF4-FFF2-40B4-BE49-F238E27FC236}">
                    <a16:creationId xmlns:a16="http://schemas.microsoft.com/office/drawing/2014/main" id="{F196453C-00D0-B6DE-471D-8978655D64B0}"/>
                  </a:ext>
                </a:extLst>
              </p:cNvPr>
              <p:cNvSpPr txBox="1"/>
              <p:nvPr/>
            </p:nvSpPr>
            <p:spPr>
              <a:xfrm>
                <a:off x="7208813" y="1747402"/>
                <a:ext cx="323881" cy="452957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75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E7E6E6">
                        <a:lumMod val="10000"/>
                      </a:srgbClr>
                    </a:solidFill>
                    <a:effectLst/>
                    <a:uLnTx/>
                    <a:uFillTx/>
                    <a:latin typeface="Cascadia Code SemiBold" panose="020B0609020000020004" pitchFamily="49" charset="0"/>
                    <a:ea typeface="+mn-ea"/>
                    <a:cs typeface="Cascadia Code SemiBold" panose="020B0609020000020004" pitchFamily="49" charset="0"/>
                  </a:rPr>
                  <a:t>SSSSSSSSSSSSSSSS</a:t>
                </a:r>
                <a:endParaRPr kumimoji="0" lang="ru-RU" sz="2400" b="0" i="0" u="none" strike="noStrike" kern="1200" cap="none" spc="0" normalizeH="0" baseline="0" noProof="0" dirty="0">
                  <a:ln>
                    <a:noFill/>
                  </a:ln>
                  <a:solidFill>
                    <a:srgbClr val="E7E6E6">
                      <a:lumMod val="10000"/>
                    </a:srgbClr>
                  </a:solidFill>
                  <a:effectLst/>
                  <a:uLnTx/>
                  <a:uFillTx/>
                  <a:latin typeface="Cascadia Code SemiBold" panose="020B0609020000020004" pitchFamily="49" charset="0"/>
                  <a:ea typeface="+mn-ea"/>
                  <a:cs typeface="Cascadia Code SemiBold" panose="020B0609020000020004" pitchFamily="49" charset="0"/>
                </a:endParaRPr>
              </a:p>
            </p:txBody>
          </p:sp>
          <p:sp>
            <p:nvSpPr>
              <p:cNvPr id="53" name="!!ImageBorderRight1!!">
                <a:extLst>
                  <a:ext uri="{FF2B5EF4-FFF2-40B4-BE49-F238E27FC236}">
                    <a16:creationId xmlns:a16="http://schemas.microsoft.com/office/drawing/2014/main" id="{D71E95C0-68EC-0B71-FB91-BCBDE681DE7A}"/>
                  </a:ext>
                </a:extLst>
              </p:cNvPr>
              <p:cNvSpPr txBox="1"/>
              <p:nvPr/>
            </p:nvSpPr>
            <p:spPr>
              <a:xfrm>
                <a:off x="11413964" y="1747402"/>
                <a:ext cx="323881" cy="452957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75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E7E6E6">
                        <a:lumMod val="10000"/>
                      </a:srgbClr>
                    </a:solidFill>
                    <a:effectLst/>
                    <a:uLnTx/>
                    <a:uFillTx/>
                    <a:latin typeface="Cascadia Code SemiBold" panose="020B0609020000020004" pitchFamily="49" charset="0"/>
                    <a:ea typeface="+mn-ea"/>
                    <a:cs typeface="Cascadia Code SemiBold" panose="020B0609020000020004" pitchFamily="49" charset="0"/>
                  </a:rPr>
                  <a:t>SSSSSSSSSSSSSSSS</a:t>
                </a:r>
                <a:endParaRPr kumimoji="0" lang="ru-RU" sz="2400" b="0" i="0" u="none" strike="noStrike" kern="1200" cap="none" spc="0" normalizeH="0" baseline="0" noProof="0" dirty="0">
                  <a:ln>
                    <a:noFill/>
                  </a:ln>
                  <a:solidFill>
                    <a:srgbClr val="E7E6E6">
                      <a:lumMod val="10000"/>
                    </a:srgbClr>
                  </a:solidFill>
                  <a:effectLst/>
                  <a:uLnTx/>
                  <a:uFillTx/>
                  <a:latin typeface="Cascadia Code SemiBold" panose="020B0609020000020004" pitchFamily="49" charset="0"/>
                  <a:ea typeface="+mn-ea"/>
                  <a:cs typeface="Cascadia Code SemiBold" panose="020B0609020000020004" pitchFamily="49" charset="0"/>
                </a:endParaRPr>
              </a:p>
            </p:txBody>
          </p:sp>
          <p:sp>
            <p:nvSpPr>
              <p:cNvPr id="54" name="!!ImageBorderTop1!!">
                <a:extLst>
                  <a:ext uri="{FF2B5EF4-FFF2-40B4-BE49-F238E27FC236}">
                    <a16:creationId xmlns:a16="http://schemas.microsoft.com/office/drawing/2014/main" id="{896DF01D-2E3D-FE38-080F-99BC3AC9EB92}"/>
                  </a:ext>
                </a:extLst>
              </p:cNvPr>
              <p:cNvSpPr txBox="1"/>
              <p:nvPr/>
            </p:nvSpPr>
            <p:spPr>
              <a:xfrm rot="5400000">
                <a:off x="9264557" y="-446850"/>
                <a:ext cx="323881" cy="452957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75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E7E6E6">
                        <a:lumMod val="10000"/>
                      </a:srgbClr>
                    </a:solidFill>
                    <a:effectLst/>
                    <a:uLnTx/>
                    <a:uFillTx/>
                    <a:latin typeface="Cascadia Code SemiBold" panose="020B0609020000020004" pitchFamily="49" charset="0"/>
                    <a:ea typeface="+mn-ea"/>
                    <a:cs typeface="Cascadia Code SemiBold" panose="020B0609020000020004" pitchFamily="49" charset="0"/>
                  </a:rPr>
                  <a:t>SSSSSSSSSSSSSSSS</a:t>
                </a:r>
                <a:endParaRPr kumimoji="0" lang="ru-RU" sz="2400" b="0" i="0" u="none" strike="noStrike" kern="1200" cap="none" spc="0" normalizeH="0" baseline="0" noProof="0" dirty="0">
                  <a:ln>
                    <a:noFill/>
                  </a:ln>
                  <a:solidFill>
                    <a:srgbClr val="E7E6E6">
                      <a:lumMod val="10000"/>
                    </a:srgbClr>
                  </a:solidFill>
                  <a:effectLst/>
                  <a:uLnTx/>
                  <a:uFillTx/>
                  <a:latin typeface="Cascadia Code SemiBold" panose="020B0609020000020004" pitchFamily="49" charset="0"/>
                  <a:ea typeface="+mn-ea"/>
                  <a:cs typeface="Cascadia Code SemiBold" panose="020B0609020000020004" pitchFamily="49" charset="0"/>
                </a:endParaRPr>
              </a:p>
            </p:txBody>
          </p:sp>
          <p:sp>
            <p:nvSpPr>
              <p:cNvPr id="55" name="!!ImageBorderBottom1!!">
                <a:extLst>
                  <a:ext uri="{FF2B5EF4-FFF2-40B4-BE49-F238E27FC236}">
                    <a16:creationId xmlns:a16="http://schemas.microsoft.com/office/drawing/2014/main" id="{B08DB2CC-3FEF-B37A-8510-FE86CDEFF86E}"/>
                  </a:ext>
                </a:extLst>
              </p:cNvPr>
              <p:cNvSpPr txBox="1"/>
              <p:nvPr/>
            </p:nvSpPr>
            <p:spPr>
              <a:xfrm rot="5400000">
                <a:off x="9264557" y="3762484"/>
                <a:ext cx="323881" cy="452957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75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E7E6E6">
                        <a:lumMod val="10000"/>
                      </a:srgbClr>
                    </a:solidFill>
                    <a:effectLst/>
                    <a:uLnTx/>
                    <a:uFillTx/>
                    <a:latin typeface="Cascadia Code SemiBold" panose="020B0609020000020004" pitchFamily="49" charset="0"/>
                    <a:ea typeface="+mn-ea"/>
                    <a:cs typeface="Cascadia Code SemiBold" panose="020B0609020000020004" pitchFamily="49" charset="0"/>
                  </a:rPr>
                  <a:t>SSSSSSSSSSSSSSSS</a:t>
                </a:r>
                <a:endParaRPr kumimoji="0" lang="ru-RU" sz="2400" b="0" i="0" u="none" strike="noStrike" kern="1200" cap="none" spc="0" normalizeH="0" baseline="0" noProof="0" dirty="0">
                  <a:ln>
                    <a:noFill/>
                  </a:ln>
                  <a:solidFill>
                    <a:srgbClr val="E7E6E6">
                      <a:lumMod val="10000"/>
                    </a:srgbClr>
                  </a:solidFill>
                  <a:effectLst/>
                  <a:uLnTx/>
                  <a:uFillTx/>
                  <a:latin typeface="Cascadia Code SemiBold" panose="020B0609020000020004" pitchFamily="49" charset="0"/>
                  <a:ea typeface="+mn-ea"/>
                  <a:cs typeface="Cascadia Code SemiBold" panose="020B0609020000020004" pitchFamily="49" charset="0"/>
                </a:endParaRPr>
              </a:p>
            </p:txBody>
          </p:sp>
        </p:grpSp>
      </p:grpSp>
      <p:grpSp>
        <p:nvGrpSpPr>
          <p:cNvPr id="17" name="!!MainSection!!">
            <a:extLst>
              <a:ext uri="{FF2B5EF4-FFF2-40B4-BE49-F238E27FC236}">
                <a16:creationId xmlns:a16="http://schemas.microsoft.com/office/drawing/2014/main" id="{D7C612FB-9125-474B-990C-EE998221F3E1}"/>
              </a:ext>
            </a:extLst>
          </p:cNvPr>
          <p:cNvGrpSpPr/>
          <p:nvPr/>
        </p:nvGrpSpPr>
        <p:grpSpPr>
          <a:xfrm>
            <a:off x="2423159" y="1465686"/>
            <a:ext cx="4476620" cy="4811289"/>
            <a:chOff x="2423159" y="1465686"/>
            <a:chExt cx="4476620" cy="4811289"/>
          </a:xfrm>
        </p:grpSpPr>
        <p:sp>
          <p:nvSpPr>
            <p:cNvPr id="8" name="!!MainTextFiller1!!">
              <a:extLst>
                <a:ext uri="{FF2B5EF4-FFF2-40B4-BE49-F238E27FC236}">
                  <a16:creationId xmlns:a16="http://schemas.microsoft.com/office/drawing/2014/main" id="{50EAC6C7-D31F-A124-2E86-A0E48D72A182}"/>
                </a:ext>
              </a:extLst>
            </p:cNvPr>
            <p:cNvSpPr txBox="1"/>
            <p:nvPr/>
          </p:nvSpPr>
          <p:spPr>
            <a:xfrm>
              <a:off x="2781587" y="4006758"/>
              <a:ext cx="4071090" cy="224676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800" b="0" i="0" u="none" strike="noStrike" kern="1200" cap="none" spc="0" normalizeH="0" baseline="0" noProof="0" dirty="0">
                  <a:ln>
                    <a:noFill/>
                  </a:ln>
                  <a:solidFill>
                    <a:srgbClr val="E7E6E6">
                      <a:lumMod val="10000"/>
                    </a:srgbClr>
                  </a:solidFill>
                  <a:effectLst/>
                  <a:uLnTx/>
                  <a:uFillTx/>
                  <a:latin typeface="Cascadia Code SemiBold" panose="020B0609020000020004" pitchFamily="49" charset="0"/>
                  <a:ea typeface="+mn-ea"/>
                  <a:cs typeface="Cascadia Code SemiBold" panose="020B0609020000020004" pitchFamily="49" charset="0"/>
                </a:rPr>
                <a:t>TTTTTTTTTTTTTTTTTTTTTTTTTTTTTTTTTTTTTTTTTTTTTTTTTTTTTTTTTTTTTTTTTTTTTTTTTTTTTTTTTTTTTTTTTT</a:t>
              </a:r>
              <a:endPara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srgbClr val="E7E6E6">
                    <a:lumMod val="10000"/>
                  </a:srgbClr>
                </a:solidFill>
                <a:effectLst/>
                <a:uLnTx/>
                <a:uFillTx/>
                <a:latin typeface="Cascadia Code SemiBold" panose="020B0609020000020004" pitchFamily="49" charset="0"/>
                <a:ea typeface="+mn-ea"/>
                <a:cs typeface="Cascadia Code SemiBold" panose="020B0609020000020004" pitchFamily="49" charset="0"/>
              </a:endParaRPr>
            </a:p>
          </p:txBody>
        </p:sp>
        <p:sp>
          <p:nvSpPr>
            <p:cNvPr id="16" name="!!UnderMainText!!">
              <a:extLst>
                <a:ext uri="{FF2B5EF4-FFF2-40B4-BE49-F238E27FC236}">
                  <a16:creationId xmlns:a16="http://schemas.microsoft.com/office/drawing/2014/main" id="{69FF7E58-C0E7-77D0-E4B4-593FA4E7B01B}"/>
                </a:ext>
              </a:extLst>
            </p:cNvPr>
            <p:cNvSpPr txBox="1"/>
            <p:nvPr/>
          </p:nvSpPr>
          <p:spPr>
            <a:xfrm>
              <a:off x="2828689" y="1465686"/>
              <a:ext cx="4071090" cy="264687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600" b="0" i="0" u="none" strike="noStrike" kern="1200" cap="none" spc="-300" normalizeH="0" baseline="0" noProof="0" dirty="0">
                  <a:ln>
                    <a:noFill/>
                  </a:ln>
                  <a:solidFill>
                    <a:srgbClr val="E7E6E6">
                      <a:lumMod val="10000"/>
                    </a:srgbClr>
                  </a:solidFill>
                  <a:effectLst/>
                  <a:uLnTx/>
                  <a:uFillTx/>
                  <a:latin typeface="Cascadia Code SemiBold" panose="020B0609020000020004" pitchFamily="49" charset="0"/>
                  <a:ea typeface="+mn-ea"/>
                  <a:cs typeface="Cascadia Code SemiBold" panose="020B0609020000020004" pitchFamily="49" charset="0"/>
                </a:rPr>
                <a:t>///</a:t>
              </a:r>
              <a:endParaRPr kumimoji="0" lang="ru-RU" sz="16600" b="0" i="0" u="none" strike="noStrike" kern="1200" cap="none" spc="-300" normalizeH="0" baseline="0" noProof="0" dirty="0">
                <a:ln>
                  <a:noFill/>
                </a:ln>
                <a:solidFill>
                  <a:srgbClr val="E7E6E6">
                    <a:lumMod val="10000"/>
                  </a:srgbClr>
                </a:solidFill>
                <a:effectLst/>
                <a:uLnTx/>
                <a:uFillTx/>
                <a:latin typeface="Cascadia Code SemiBold" panose="020B0609020000020004" pitchFamily="49" charset="0"/>
                <a:ea typeface="+mn-ea"/>
                <a:cs typeface="Cascadia Code SemiBold" panose="020B0609020000020004" pitchFamily="49" charset="0"/>
              </a:endParaRPr>
            </a:p>
          </p:txBody>
        </p:sp>
        <p:sp>
          <p:nvSpPr>
            <p:cNvPr id="18" name="!!MainText!!">
              <a:extLst>
                <a:ext uri="{FF2B5EF4-FFF2-40B4-BE49-F238E27FC236}">
                  <a16:creationId xmlns:a16="http://schemas.microsoft.com/office/drawing/2014/main" id="{253376EE-0DCA-0FBC-FAB9-DFEC4FEF23B3}"/>
                </a:ext>
              </a:extLst>
            </p:cNvPr>
            <p:cNvSpPr txBox="1"/>
            <p:nvPr/>
          </p:nvSpPr>
          <p:spPr>
            <a:xfrm>
              <a:off x="2828689" y="1817937"/>
              <a:ext cx="3692071" cy="193899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scadia Code SemiBold" panose="020B0609020000020004" pitchFamily="49" charset="0"/>
                  <a:ea typeface="+mn-ea"/>
                  <a:cs typeface="Cascadia Code SemiBold" panose="020B0609020000020004" pitchFamily="49" charset="0"/>
                </a:rPr>
                <a:t>Создание ИС Автовокзала, удобной для пользователей и сотрудников</a:t>
              </a:r>
            </a:p>
          </p:txBody>
        </p:sp>
        <p:sp>
          <p:nvSpPr>
            <p:cNvPr id="5" name="!!MainTextHighligther!!">
              <a:extLst>
                <a:ext uri="{FF2B5EF4-FFF2-40B4-BE49-F238E27FC236}">
                  <a16:creationId xmlns:a16="http://schemas.microsoft.com/office/drawing/2014/main" id="{1E04EDCF-4D23-F476-4A11-04AD6F757E20}"/>
                </a:ext>
              </a:extLst>
            </p:cNvPr>
            <p:cNvSpPr/>
            <p:nvPr/>
          </p:nvSpPr>
          <p:spPr>
            <a:xfrm>
              <a:off x="2423159" y="1528580"/>
              <a:ext cx="310897" cy="474839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24" name="!!MainSectionRemoval!!">
            <a:extLst>
              <a:ext uri="{FF2B5EF4-FFF2-40B4-BE49-F238E27FC236}">
                <a16:creationId xmlns:a16="http://schemas.microsoft.com/office/drawing/2014/main" id="{71F3011C-667C-C210-7EEF-8781BD332143}"/>
              </a:ext>
            </a:extLst>
          </p:cNvPr>
          <p:cNvSpPr/>
          <p:nvPr/>
        </p:nvSpPr>
        <p:spPr>
          <a:xfrm>
            <a:off x="2426353" y="1528580"/>
            <a:ext cx="310897" cy="474839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pSp>
        <p:nvGrpSpPr>
          <p:cNvPr id="19" name="!!TitleSection!!">
            <a:extLst>
              <a:ext uri="{FF2B5EF4-FFF2-40B4-BE49-F238E27FC236}">
                <a16:creationId xmlns:a16="http://schemas.microsoft.com/office/drawing/2014/main" id="{46F20A3E-D1F7-610E-31F5-86D4BBFF0883}"/>
              </a:ext>
            </a:extLst>
          </p:cNvPr>
          <p:cNvGrpSpPr/>
          <p:nvPr/>
        </p:nvGrpSpPr>
        <p:grpSpPr>
          <a:xfrm>
            <a:off x="2423160" y="0"/>
            <a:ext cx="17163989" cy="1323439"/>
            <a:chOff x="2423160" y="0"/>
            <a:chExt cx="17163989" cy="1323439"/>
          </a:xfrm>
        </p:grpSpPr>
        <p:sp>
          <p:nvSpPr>
            <p:cNvPr id="6" name="!!UnderTitle!!">
              <a:extLst>
                <a:ext uri="{FF2B5EF4-FFF2-40B4-BE49-F238E27FC236}">
                  <a16:creationId xmlns:a16="http://schemas.microsoft.com/office/drawing/2014/main" id="{54C4A542-3F8A-96AB-EA96-CA4DC7CB2052}"/>
                </a:ext>
              </a:extLst>
            </p:cNvPr>
            <p:cNvSpPr txBox="1"/>
            <p:nvPr/>
          </p:nvSpPr>
          <p:spPr>
            <a:xfrm>
              <a:off x="2828689" y="0"/>
              <a:ext cx="16758460" cy="132343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000" b="0" i="0" u="none" strike="noStrike" kern="1200" cap="none" spc="-300" normalizeH="0" baseline="0" noProof="0" dirty="0">
                  <a:ln>
                    <a:noFill/>
                  </a:ln>
                  <a:solidFill>
                    <a:srgbClr val="E7E6E6">
                      <a:lumMod val="10000"/>
                    </a:srgbClr>
                  </a:solidFill>
                  <a:effectLst/>
                  <a:uLnTx/>
                  <a:uFillTx/>
                  <a:latin typeface="Cascadia Code SemiBold" panose="020B0609020000020004" pitchFamily="49" charset="0"/>
                  <a:ea typeface="+mn-ea"/>
                  <a:cs typeface="Cascadia Code SemiBold" panose="020B0609020000020004" pitchFamily="49" charset="0"/>
                </a:rPr>
                <a:t>////////////////////</a:t>
              </a:r>
              <a:endParaRPr kumimoji="0" lang="ru-RU" sz="8000" b="0" i="0" u="none" strike="noStrike" kern="1200" cap="none" spc="-300" normalizeH="0" baseline="0" noProof="0" dirty="0">
                <a:ln>
                  <a:noFill/>
                </a:ln>
                <a:solidFill>
                  <a:srgbClr val="E7E6E6">
                    <a:lumMod val="10000"/>
                  </a:srgbClr>
                </a:solidFill>
                <a:effectLst/>
                <a:uLnTx/>
                <a:uFillTx/>
                <a:latin typeface="Cascadia Code SemiBold" panose="020B0609020000020004" pitchFamily="49" charset="0"/>
                <a:ea typeface="+mn-ea"/>
                <a:cs typeface="Cascadia Code SemiBold" panose="020B0609020000020004" pitchFamily="49" charset="0"/>
              </a:endParaRPr>
            </a:p>
          </p:txBody>
        </p:sp>
        <p:sp>
          <p:nvSpPr>
            <p:cNvPr id="3" name="!!Title!!">
              <a:extLst>
                <a:ext uri="{FF2B5EF4-FFF2-40B4-BE49-F238E27FC236}">
                  <a16:creationId xmlns:a16="http://schemas.microsoft.com/office/drawing/2014/main" id="{68A41BAA-0572-23AB-FCA9-BDA83ED10CBB}"/>
                </a:ext>
              </a:extLst>
            </p:cNvPr>
            <p:cNvSpPr txBox="1"/>
            <p:nvPr/>
          </p:nvSpPr>
          <p:spPr>
            <a:xfrm>
              <a:off x="2828689" y="284528"/>
              <a:ext cx="6712111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36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scadia Code SemiBold" panose="020B0609020000020004" pitchFamily="49" charset="0"/>
                  <a:ea typeface="+mn-ea"/>
                  <a:cs typeface="Cascadia Code SemiBold" panose="020B0609020000020004" pitchFamily="49" charset="0"/>
                </a:rPr>
                <a:t>Цель</a:t>
              </a:r>
            </a:p>
          </p:txBody>
        </p:sp>
        <p:sp>
          <p:nvSpPr>
            <p:cNvPr id="4" name="!!TitleHighlighter!!">
              <a:extLst>
                <a:ext uri="{FF2B5EF4-FFF2-40B4-BE49-F238E27FC236}">
                  <a16:creationId xmlns:a16="http://schemas.microsoft.com/office/drawing/2014/main" id="{276C4B3A-E63B-EE70-63D8-B7E5112FD2A2}"/>
                </a:ext>
              </a:extLst>
            </p:cNvPr>
            <p:cNvSpPr/>
            <p:nvPr/>
          </p:nvSpPr>
          <p:spPr>
            <a:xfrm>
              <a:off x="2423160" y="91666"/>
              <a:ext cx="310896" cy="1100757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25" name="!!TitleSectionRemoval!!">
            <a:extLst>
              <a:ext uri="{FF2B5EF4-FFF2-40B4-BE49-F238E27FC236}">
                <a16:creationId xmlns:a16="http://schemas.microsoft.com/office/drawing/2014/main" id="{A8F0E8C5-3AED-1A2C-C58C-A88BB1AD5A62}"/>
              </a:ext>
            </a:extLst>
          </p:cNvPr>
          <p:cNvSpPr/>
          <p:nvPr/>
        </p:nvSpPr>
        <p:spPr>
          <a:xfrm>
            <a:off x="2423160" y="91665"/>
            <a:ext cx="310896" cy="110075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3" name="!!Shape2!!">
            <a:extLst>
              <a:ext uri="{FF2B5EF4-FFF2-40B4-BE49-F238E27FC236}">
                <a16:creationId xmlns:a16="http://schemas.microsoft.com/office/drawing/2014/main" id="{747A5D7D-4178-43B4-364D-A349D587107A}"/>
              </a:ext>
            </a:extLst>
          </p:cNvPr>
          <p:cNvSpPr/>
          <p:nvPr/>
        </p:nvSpPr>
        <p:spPr>
          <a:xfrm>
            <a:off x="241699" y="4369267"/>
            <a:ext cx="1855154" cy="1831062"/>
          </a:xfrm>
          <a:prstGeom prst="diamond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1" name="!!ShapeRemovalW2!!">
            <a:extLst>
              <a:ext uri="{FF2B5EF4-FFF2-40B4-BE49-F238E27FC236}">
                <a16:creationId xmlns:a16="http://schemas.microsoft.com/office/drawing/2014/main" id="{AC11D928-9446-60EE-E93D-E01593E52C85}"/>
              </a:ext>
            </a:extLst>
          </p:cNvPr>
          <p:cNvSpPr/>
          <p:nvPr/>
        </p:nvSpPr>
        <p:spPr>
          <a:xfrm>
            <a:off x="-1775090" y="4314536"/>
            <a:ext cx="1935309" cy="193899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3" name="!!ShapeRemovalB2!!">
            <a:extLst>
              <a:ext uri="{FF2B5EF4-FFF2-40B4-BE49-F238E27FC236}">
                <a16:creationId xmlns:a16="http://schemas.microsoft.com/office/drawing/2014/main" id="{9C58C586-7AD0-0156-1F22-67979808F26F}"/>
              </a:ext>
            </a:extLst>
          </p:cNvPr>
          <p:cNvSpPr/>
          <p:nvPr/>
        </p:nvSpPr>
        <p:spPr>
          <a:xfrm>
            <a:off x="-1943100" y="4112564"/>
            <a:ext cx="2103319" cy="2402535"/>
          </a:xfrm>
          <a:prstGeom prst="rect">
            <a:avLst/>
          </a:prstGeom>
          <a:solidFill>
            <a:srgbClr val="0D0D0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4" name="!!Shape1!!">
            <a:extLst>
              <a:ext uri="{FF2B5EF4-FFF2-40B4-BE49-F238E27FC236}">
                <a16:creationId xmlns:a16="http://schemas.microsoft.com/office/drawing/2014/main" id="{9A6954EE-B2CC-9240-3801-0C843CC7252D}"/>
              </a:ext>
            </a:extLst>
          </p:cNvPr>
          <p:cNvSpPr/>
          <p:nvPr/>
        </p:nvSpPr>
        <p:spPr>
          <a:xfrm>
            <a:off x="241699" y="1859856"/>
            <a:ext cx="1855154" cy="1855154"/>
          </a:xfrm>
          <a:custGeom>
            <a:avLst/>
            <a:gdLst>
              <a:gd name="csX0" fmla="*/ 1855154 w 1855154"/>
              <a:gd name="csY0" fmla="*/ 927577 h 1855154"/>
              <a:gd name="csX1" fmla="*/ 1855154 w 1855154"/>
              <a:gd name="csY1" fmla="*/ 1855154 h 1855154"/>
              <a:gd name="csX2" fmla="*/ 927577 w 1855154"/>
              <a:gd name="csY2" fmla="*/ 1855154 h 1855154"/>
              <a:gd name="csX3" fmla="*/ 0 w 1855154"/>
              <a:gd name="csY3" fmla="*/ 927577 h 1855154"/>
              <a:gd name="csX4" fmla="*/ 927577 w 1855154"/>
              <a:gd name="csY4" fmla="*/ 1855154 h 1855154"/>
              <a:gd name="csX5" fmla="*/ 0 w 1855154"/>
              <a:gd name="csY5" fmla="*/ 1855154 h 1855154"/>
              <a:gd name="csX6" fmla="*/ 927577 w 1855154"/>
              <a:gd name="csY6" fmla="*/ 0 h 1855154"/>
              <a:gd name="csX7" fmla="*/ 1855154 w 1855154"/>
              <a:gd name="csY7" fmla="*/ 0 h 1855154"/>
              <a:gd name="csX8" fmla="*/ 1855154 w 1855154"/>
              <a:gd name="csY8" fmla="*/ 927577 h 1855154"/>
              <a:gd name="csX9" fmla="*/ 0 w 1855154"/>
              <a:gd name="csY9" fmla="*/ 0 h 1855154"/>
              <a:gd name="csX10" fmla="*/ 927577 w 1855154"/>
              <a:gd name="csY10" fmla="*/ 0 h 1855154"/>
              <a:gd name="csX11" fmla="*/ 0 w 1855154"/>
              <a:gd name="csY11" fmla="*/ 927577 h 185515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</a:cxnLst>
            <a:rect l="l" t="t" r="r" b="b"/>
            <a:pathLst>
              <a:path w="1855154" h="1855154">
                <a:moveTo>
                  <a:pt x="1855154" y="927577"/>
                </a:moveTo>
                <a:lnTo>
                  <a:pt x="1855154" y="1855154"/>
                </a:lnTo>
                <a:lnTo>
                  <a:pt x="927577" y="1855154"/>
                </a:lnTo>
                <a:close/>
                <a:moveTo>
                  <a:pt x="0" y="927577"/>
                </a:moveTo>
                <a:lnTo>
                  <a:pt x="927577" y="1855154"/>
                </a:lnTo>
                <a:lnTo>
                  <a:pt x="0" y="1855154"/>
                </a:lnTo>
                <a:close/>
                <a:moveTo>
                  <a:pt x="927577" y="0"/>
                </a:moveTo>
                <a:lnTo>
                  <a:pt x="1855154" y="0"/>
                </a:lnTo>
                <a:lnTo>
                  <a:pt x="1855154" y="927577"/>
                </a:lnTo>
                <a:close/>
                <a:moveTo>
                  <a:pt x="0" y="0"/>
                </a:moveTo>
                <a:lnTo>
                  <a:pt x="927577" y="0"/>
                </a:lnTo>
                <a:lnTo>
                  <a:pt x="0" y="927577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0" name="!!ShapeRemovalW1!!">
            <a:extLst>
              <a:ext uri="{FF2B5EF4-FFF2-40B4-BE49-F238E27FC236}">
                <a16:creationId xmlns:a16="http://schemas.microsoft.com/office/drawing/2014/main" id="{EFB5DF17-A13D-7563-5F85-8B212787FC32}"/>
              </a:ext>
            </a:extLst>
          </p:cNvPr>
          <p:cNvSpPr/>
          <p:nvPr/>
        </p:nvSpPr>
        <p:spPr>
          <a:xfrm>
            <a:off x="-1775090" y="1817938"/>
            <a:ext cx="1935309" cy="193899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2" name="!!ShapeRemovalB1!!">
            <a:extLst>
              <a:ext uri="{FF2B5EF4-FFF2-40B4-BE49-F238E27FC236}">
                <a16:creationId xmlns:a16="http://schemas.microsoft.com/office/drawing/2014/main" id="{4BE0B906-B110-0AF8-7A16-F08EB63DDFD5}"/>
              </a:ext>
            </a:extLst>
          </p:cNvPr>
          <p:cNvSpPr/>
          <p:nvPr/>
        </p:nvSpPr>
        <p:spPr>
          <a:xfrm>
            <a:off x="-1943100" y="1655996"/>
            <a:ext cx="2103320" cy="2268303"/>
          </a:xfrm>
          <a:prstGeom prst="rect">
            <a:avLst/>
          </a:prstGeom>
          <a:solidFill>
            <a:srgbClr val="0D0D0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grpSp>
        <p:nvGrpSpPr>
          <p:cNvPr id="13" name="!!PtpitLogo!!">
            <a:extLst>
              <a:ext uri="{FF2B5EF4-FFF2-40B4-BE49-F238E27FC236}">
                <a16:creationId xmlns:a16="http://schemas.microsoft.com/office/drawing/2014/main" id="{B6616E12-B5D1-C318-AF52-D352B3E50B74}"/>
              </a:ext>
            </a:extLst>
          </p:cNvPr>
          <p:cNvGrpSpPr/>
          <p:nvPr/>
        </p:nvGrpSpPr>
        <p:grpSpPr>
          <a:xfrm>
            <a:off x="42438" y="91666"/>
            <a:ext cx="2208090" cy="1100757"/>
            <a:chOff x="42438" y="91666"/>
            <a:chExt cx="2208090" cy="1100757"/>
          </a:xfrm>
        </p:grpSpPr>
        <p:pic>
          <p:nvPicPr>
            <p:cNvPr id="14" name="!!PtpitLogo2!!">
              <a:extLst>
                <a:ext uri="{FF2B5EF4-FFF2-40B4-BE49-F238E27FC236}">
                  <a16:creationId xmlns:a16="http://schemas.microsoft.com/office/drawing/2014/main" id="{8A7040E5-84C6-5A76-91D6-2FF473B7279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biLevel thresh="7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146483" y="91666"/>
              <a:ext cx="1104045" cy="1100757"/>
            </a:xfrm>
            <a:prstGeom prst="rect">
              <a:avLst/>
            </a:prstGeom>
            <a:solidFill>
              <a:schemeClr val="bg1"/>
            </a:solidFill>
          </p:spPr>
        </p:pic>
        <p:pic>
          <p:nvPicPr>
            <p:cNvPr id="15" name="!!PtpitLogo1!!">
              <a:extLst>
                <a:ext uri="{FF2B5EF4-FFF2-40B4-BE49-F238E27FC236}">
                  <a16:creationId xmlns:a16="http://schemas.microsoft.com/office/drawing/2014/main" id="{A5A240DE-3230-AD6F-BEF7-4CCA8FD75D7A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biLevel thresh="5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2438" y="91666"/>
              <a:ext cx="1104045" cy="1100757"/>
            </a:xfrm>
            <a:prstGeom prst="rect">
              <a:avLst/>
            </a:prstGeom>
            <a:noFill/>
          </p:spPr>
        </p:pic>
      </p:grpSp>
    </p:spTree>
    <p:extLst>
      <p:ext uri="{BB962C8B-B14F-4D97-AF65-F5344CB8AC3E}">
        <p14:creationId xmlns:p14="http://schemas.microsoft.com/office/powerpoint/2010/main" val="1294747769"/>
      </p:ext>
    </p:extLst>
  </p:cSld>
  <p:clrMapOvr>
    <a:masterClrMapping/>
  </p:clrMapOvr>
  <p:transition spd="slow">
    <p:push dir="u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95000"/>
            <a:lumOff val="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85F946C-5DDC-FD27-330C-86A631D17A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!!MainSection!!">
            <a:extLst>
              <a:ext uri="{FF2B5EF4-FFF2-40B4-BE49-F238E27FC236}">
                <a16:creationId xmlns:a16="http://schemas.microsoft.com/office/drawing/2014/main" id="{967F587C-A444-6B65-7CFF-E8C091DCE057}"/>
              </a:ext>
            </a:extLst>
          </p:cNvPr>
          <p:cNvGrpSpPr/>
          <p:nvPr/>
        </p:nvGrpSpPr>
        <p:grpSpPr>
          <a:xfrm>
            <a:off x="2423161" y="1465686"/>
            <a:ext cx="4476618" cy="4811289"/>
            <a:chOff x="2423161" y="1465686"/>
            <a:chExt cx="4476618" cy="4811289"/>
          </a:xfrm>
        </p:grpSpPr>
        <p:sp>
          <p:nvSpPr>
            <p:cNvPr id="7" name="!!UnderMainText!!">
              <a:extLst>
                <a:ext uri="{FF2B5EF4-FFF2-40B4-BE49-F238E27FC236}">
                  <a16:creationId xmlns:a16="http://schemas.microsoft.com/office/drawing/2014/main" id="{28D8CB9C-6511-5C73-FF20-409AF6EF192B}"/>
                </a:ext>
              </a:extLst>
            </p:cNvPr>
            <p:cNvSpPr txBox="1"/>
            <p:nvPr/>
          </p:nvSpPr>
          <p:spPr>
            <a:xfrm>
              <a:off x="2828689" y="1465686"/>
              <a:ext cx="4071090" cy="264687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600" b="0" i="0" u="none" strike="noStrike" kern="1200" cap="none" spc="-300" normalizeH="0" baseline="0" noProof="0" dirty="0">
                  <a:ln>
                    <a:noFill/>
                  </a:ln>
                  <a:solidFill>
                    <a:srgbClr val="E7E6E6">
                      <a:lumMod val="10000"/>
                    </a:srgbClr>
                  </a:solidFill>
                  <a:effectLst/>
                  <a:uLnTx/>
                  <a:uFillTx/>
                  <a:latin typeface="Cascadia Code SemiBold" panose="020B0609020000020004" pitchFamily="49" charset="0"/>
                  <a:ea typeface="+mn-ea"/>
                  <a:cs typeface="Cascadia Code SemiBold" panose="020B0609020000020004" pitchFamily="49" charset="0"/>
                </a:rPr>
                <a:t>///</a:t>
              </a:r>
              <a:endParaRPr kumimoji="0" lang="ru-RU" sz="16600" b="0" i="0" u="none" strike="noStrike" kern="1200" cap="none" spc="-300" normalizeH="0" baseline="0" noProof="0" dirty="0">
                <a:ln>
                  <a:noFill/>
                </a:ln>
                <a:solidFill>
                  <a:srgbClr val="E7E6E6">
                    <a:lumMod val="10000"/>
                  </a:srgbClr>
                </a:solidFill>
                <a:effectLst/>
                <a:uLnTx/>
                <a:uFillTx/>
                <a:latin typeface="Cascadia Code SemiBold" panose="020B0609020000020004" pitchFamily="49" charset="0"/>
                <a:ea typeface="+mn-ea"/>
                <a:cs typeface="Cascadia Code SemiBold" panose="020B0609020000020004" pitchFamily="49" charset="0"/>
              </a:endParaRPr>
            </a:p>
          </p:txBody>
        </p:sp>
        <p:sp>
          <p:nvSpPr>
            <p:cNvPr id="8" name="!!UnderMainFiller!!">
              <a:extLst>
                <a:ext uri="{FF2B5EF4-FFF2-40B4-BE49-F238E27FC236}">
                  <a16:creationId xmlns:a16="http://schemas.microsoft.com/office/drawing/2014/main" id="{ACCB8221-C987-2F55-F189-851EB8C7D019}"/>
                </a:ext>
              </a:extLst>
            </p:cNvPr>
            <p:cNvSpPr txBox="1"/>
            <p:nvPr/>
          </p:nvSpPr>
          <p:spPr>
            <a:xfrm>
              <a:off x="2828689" y="3902777"/>
              <a:ext cx="3503289" cy="230832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7200" b="0" i="0" u="none" strike="noStrike" kern="1200" cap="none" spc="-300" normalizeH="0" baseline="0" noProof="0" dirty="0">
                  <a:ln>
                    <a:noFill/>
                  </a:ln>
                  <a:solidFill>
                    <a:srgbClr val="E7E6E6">
                      <a:lumMod val="10000"/>
                    </a:srgbClr>
                  </a:solidFill>
                  <a:effectLst/>
                  <a:uLnTx/>
                  <a:uFillTx/>
                  <a:latin typeface="Cascadia Code SemiBold" panose="020B0609020000020004" pitchFamily="49" charset="0"/>
                  <a:ea typeface="+mn-ea"/>
                  <a:cs typeface="Cascadia Code SemiBold" panose="020B0609020000020004" pitchFamily="49" charset="0"/>
                </a:rPr>
                <a:t>iiiiiiiiiiii</a:t>
              </a:r>
              <a:endParaRPr kumimoji="0" lang="ru-RU" sz="7200" b="0" i="0" u="none" strike="noStrike" kern="1200" cap="none" spc="-300" normalizeH="0" baseline="0" noProof="0" dirty="0">
                <a:ln>
                  <a:noFill/>
                </a:ln>
                <a:solidFill>
                  <a:srgbClr val="E7E6E6">
                    <a:lumMod val="10000"/>
                  </a:srgbClr>
                </a:solidFill>
                <a:effectLst/>
                <a:uLnTx/>
                <a:uFillTx/>
                <a:latin typeface="Cascadia Code SemiBold" panose="020B0609020000020004" pitchFamily="49" charset="0"/>
                <a:ea typeface="+mn-ea"/>
                <a:cs typeface="Cascadia Code SemiBold" panose="020B0609020000020004" pitchFamily="49" charset="0"/>
              </a:endParaRPr>
            </a:p>
          </p:txBody>
        </p:sp>
        <p:sp>
          <p:nvSpPr>
            <p:cNvPr id="2" name="!!MainText!!">
              <a:extLst>
                <a:ext uri="{FF2B5EF4-FFF2-40B4-BE49-F238E27FC236}">
                  <a16:creationId xmlns:a16="http://schemas.microsoft.com/office/drawing/2014/main" id="{879D19AF-625D-E1DB-E436-C26B39EE989F}"/>
                </a:ext>
              </a:extLst>
            </p:cNvPr>
            <p:cNvSpPr txBox="1"/>
            <p:nvPr/>
          </p:nvSpPr>
          <p:spPr>
            <a:xfrm>
              <a:off x="2828689" y="1960957"/>
              <a:ext cx="2594211" cy="144655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44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scadia Code SemiBold" panose="020B0609020000020004" pitchFamily="49" charset="0"/>
                  <a:ea typeface="+mn-ea"/>
                  <a:cs typeface="Cascadia Code SemiBold" panose="020B0609020000020004" pitchFamily="49" charset="0"/>
                </a:rPr>
                <a:t>Анализ рынка</a:t>
              </a:r>
            </a:p>
          </p:txBody>
        </p:sp>
        <p:sp>
          <p:nvSpPr>
            <p:cNvPr id="24" name="!!MainSectionHighlight!!">
              <a:extLst>
                <a:ext uri="{FF2B5EF4-FFF2-40B4-BE49-F238E27FC236}">
                  <a16:creationId xmlns:a16="http://schemas.microsoft.com/office/drawing/2014/main" id="{0CC0C7C1-C349-FA4D-7DD3-8E3F5E066646}"/>
                </a:ext>
              </a:extLst>
            </p:cNvPr>
            <p:cNvSpPr/>
            <p:nvPr/>
          </p:nvSpPr>
          <p:spPr>
            <a:xfrm>
              <a:off x="2423161" y="1528580"/>
              <a:ext cx="310895" cy="474839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grpSp>
        <p:nvGrpSpPr>
          <p:cNvPr id="19" name="!!TitleSection!!">
            <a:extLst>
              <a:ext uri="{FF2B5EF4-FFF2-40B4-BE49-F238E27FC236}">
                <a16:creationId xmlns:a16="http://schemas.microsoft.com/office/drawing/2014/main" id="{DF0BCB24-FFE3-6418-31A5-CEB8118B2A06}"/>
              </a:ext>
            </a:extLst>
          </p:cNvPr>
          <p:cNvGrpSpPr/>
          <p:nvPr/>
        </p:nvGrpSpPr>
        <p:grpSpPr>
          <a:xfrm>
            <a:off x="2423160" y="0"/>
            <a:ext cx="17163989" cy="1323439"/>
            <a:chOff x="2423160" y="0"/>
            <a:chExt cx="17163989" cy="1323439"/>
          </a:xfrm>
        </p:grpSpPr>
        <p:sp>
          <p:nvSpPr>
            <p:cNvPr id="6" name="!!UnderTitle!!">
              <a:extLst>
                <a:ext uri="{FF2B5EF4-FFF2-40B4-BE49-F238E27FC236}">
                  <a16:creationId xmlns:a16="http://schemas.microsoft.com/office/drawing/2014/main" id="{74F2BC02-CB1B-5CEE-10AB-BE423258A0B7}"/>
                </a:ext>
              </a:extLst>
            </p:cNvPr>
            <p:cNvSpPr txBox="1"/>
            <p:nvPr/>
          </p:nvSpPr>
          <p:spPr>
            <a:xfrm>
              <a:off x="2828689" y="0"/>
              <a:ext cx="16758460" cy="132343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000" b="0" i="0" u="none" strike="noStrike" kern="1200" cap="none" spc="-300" normalizeH="0" baseline="0" noProof="0" dirty="0">
                  <a:ln>
                    <a:noFill/>
                  </a:ln>
                  <a:solidFill>
                    <a:srgbClr val="E7E6E6">
                      <a:lumMod val="10000"/>
                    </a:srgbClr>
                  </a:solidFill>
                  <a:effectLst/>
                  <a:uLnTx/>
                  <a:uFillTx/>
                  <a:latin typeface="Cascadia Code SemiBold" panose="020B0609020000020004" pitchFamily="49" charset="0"/>
                  <a:ea typeface="+mn-ea"/>
                  <a:cs typeface="Cascadia Code SemiBold" panose="020B0609020000020004" pitchFamily="49" charset="0"/>
                </a:rPr>
                <a:t>////////////////////</a:t>
              </a:r>
              <a:endParaRPr kumimoji="0" lang="ru-RU" sz="8000" b="0" i="0" u="none" strike="noStrike" kern="1200" cap="none" spc="-300" normalizeH="0" baseline="0" noProof="0" dirty="0">
                <a:ln>
                  <a:noFill/>
                </a:ln>
                <a:solidFill>
                  <a:srgbClr val="E7E6E6">
                    <a:lumMod val="10000"/>
                  </a:srgbClr>
                </a:solidFill>
                <a:effectLst/>
                <a:uLnTx/>
                <a:uFillTx/>
                <a:latin typeface="Cascadia Code SemiBold" panose="020B0609020000020004" pitchFamily="49" charset="0"/>
                <a:ea typeface="+mn-ea"/>
                <a:cs typeface="Cascadia Code SemiBold" panose="020B0609020000020004" pitchFamily="49" charset="0"/>
              </a:endParaRPr>
            </a:p>
          </p:txBody>
        </p:sp>
        <p:sp>
          <p:nvSpPr>
            <p:cNvPr id="3" name="!!Title!!">
              <a:extLst>
                <a:ext uri="{FF2B5EF4-FFF2-40B4-BE49-F238E27FC236}">
                  <a16:creationId xmlns:a16="http://schemas.microsoft.com/office/drawing/2014/main" id="{B6972952-5548-BF2D-3A2A-87786CD21DAF}"/>
                </a:ext>
              </a:extLst>
            </p:cNvPr>
            <p:cNvSpPr txBox="1"/>
            <p:nvPr/>
          </p:nvSpPr>
          <p:spPr>
            <a:xfrm>
              <a:off x="2828689" y="284528"/>
              <a:ext cx="6712111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36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scadia Code SemiBold" panose="020B0609020000020004" pitchFamily="49" charset="0"/>
                  <a:ea typeface="+mn-ea"/>
                  <a:cs typeface="Cascadia Code SemiBold" panose="020B0609020000020004" pitchFamily="49" charset="0"/>
                </a:rPr>
                <a:t>Задачи</a:t>
              </a:r>
            </a:p>
          </p:txBody>
        </p:sp>
        <p:sp>
          <p:nvSpPr>
            <p:cNvPr id="4" name="!!TitleHighlighter!!">
              <a:extLst>
                <a:ext uri="{FF2B5EF4-FFF2-40B4-BE49-F238E27FC236}">
                  <a16:creationId xmlns:a16="http://schemas.microsoft.com/office/drawing/2014/main" id="{C27494B3-68BB-5486-E23E-17F6EFEC72BB}"/>
                </a:ext>
              </a:extLst>
            </p:cNvPr>
            <p:cNvSpPr/>
            <p:nvPr/>
          </p:nvSpPr>
          <p:spPr>
            <a:xfrm>
              <a:off x="2423160" y="91666"/>
              <a:ext cx="310896" cy="1100757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11" name="!!ShapeBottom!!">
            <a:extLst>
              <a:ext uri="{FF2B5EF4-FFF2-40B4-BE49-F238E27FC236}">
                <a16:creationId xmlns:a16="http://schemas.microsoft.com/office/drawing/2014/main" id="{49C966F5-C870-9FD4-3311-B1E05B1CF541}"/>
              </a:ext>
            </a:extLst>
          </p:cNvPr>
          <p:cNvSpPr/>
          <p:nvPr/>
        </p:nvSpPr>
        <p:spPr>
          <a:xfrm>
            <a:off x="403401" y="4314536"/>
            <a:ext cx="1600200" cy="160020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0" name="!!ShapeTop!!">
            <a:extLst>
              <a:ext uri="{FF2B5EF4-FFF2-40B4-BE49-F238E27FC236}">
                <a16:creationId xmlns:a16="http://schemas.microsoft.com/office/drawing/2014/main" id="{A7B63AFF-EB76-AF5C-DA98-B7B8E839EB7A}"/>
              </a:ext>
            </a:extLst>
          </p:cNvPr>
          <p:cNvSpPr/>
          <p:nvPr/>
        </p:nvSpPr>
        <p:spPr>
          <a:xfrm>
            <a:off x="403401" y="1844867"/>
            <a:ext cx="1600200" cy="1573270"/>
          </a:xfrm>
          <a:custGeom>
            <a:avLst/>
            <a:gdLst>
              <a:gd name="csX0" fmla="*/ 597336 w 1600200"/>
              <a:gd name="csY0" fmla="*/ 0 h 1573270"/>
              <a:gd name="csX1" fmla="*/ 597336 w 1600200"/>
              <a:gd name="csY1" fmla="*/ 771333 h 1573270"/>
              <a:gd name="csX2" fmla="*/ 1002864 w 1600200"/>
              <a:gd name="csY2" fmla="*/ 771333 h 1573270"/>
              <a:gd name="csX3" fmla="*/ 1002864 w 1600200"/>
              <a:gd name="csY3" fmla="*/ 0 h 1573270"/>
              <a:gd name="csX4" fmla="*/ 1038025 w 1600200"/>
              <a:gd name="csY4" fmla="*/ 9041 h 1573270"/>
              <a:gd name="csX5" fmla="*/ 1600200 w 1600200"/>
              <a:gd name="csY5" fmla="*/ 773170 h 1573270"/>
              <a:gd name="csX6" fmla="*/ 800100 w 1600200"/>
              <a:gd name="csY6" fmla="*/ 1573270 h 1573270"/>
              <a:gd name="csX7" fmla="*/ 0 w 1600200"/>
              <a:gd name="csY7" fmla="*/ 773170 h 1573270"/>
              <a:gd name="csX8" fmla="*/ 562175 w 1600200"/>
              <a:gd name="csY8" fmla="*/ 9041 h 157327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</a:cxnLst>
            <a:rect l="l" t="t" r="r" b="b"/>
            <a:pathLst>
              <a:path w="1600200" h="1573270">
                <a:moveTo>
                  <a:pt x="597336" y="0"/>
                </a:moveTo>
                <a:lnTo>
                  <a:pt x="597336" y="771333"/>
                </a:lnTo>
                <a:lnTo>
                  <a:pt x="1002864" y="771333"/>
                </a:lnTo>
                <a:lnTo>
                  <a:pt x="1002864" y="0"/>
                </a:lnTo>
                <a:lnTo>
                  <a:pt x="1038025" y="9041"/>
                </a:lnTo>
                <a:cubicBezTo>
                  <a:pt x="1363721" y="110343"/>
                  <a:pt x="1600200" y="414140"/>
                  <a:pt x="1600200" y="773170"/>
                </a:cubicBezTo>
                <a:cubicBezTo>
                  <a:pt x="1600200" y="1215053"/>
                  <a:pt x="1241983" y="1573270"/>
                  <a:pt x="800100" y="1573270"/>
                </a:cubicBezTo>
                <a:cubicBezTo>
                  <a:pt x="358217" y="1573270"/>
                  <a:pt x="0" y="1215053"/>
                  <a:pt x="0" y="773170"/>
                </a:cubicBezTo>
                <a:cubicBezTo>
                  <a:pt x="0" y="414140"/>
                  <a:pt x="236479" y="110343"/>
                  <a:pt x="562175" y="9041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pSp>
        <p:nvGrpSpPr>
          <p:cNvPr id="13" name="!!PtpitLogo!!">
            <a:extLst>
              <a:ext uri="{FF2B5EF4-FFF2-40B4-BE49-F238E27FC236}">
                <a16:creationId xmlns:a16="http://schemas.microsoft.com/office/drawing/2014/main" id="{9DBB7511-3C39-FC91-AA65-7096175DCB03}"/>
              </a:ext>
            </a:extLst>
          </p:cNvPr>
          <p:cNvGrpSpPr/>
          <p:nvPr/>
        </p:nvGrpSpPr>
        <p:grpSpPr>
          <a:xfrm>
            <a:off x="42438" y="91666"/>
            <a:ext cx="2208090" cy="1100757"/>
            <a:chOff x="42438" y="91666"/>
            <a:chExt cx="2208090" cy="1100757"/>
          </a:xfrm>
        </p:grpSpPr>
        <p:pic>
          <p:nvPicPr>
            <p:cNvPr id="14" name="!!PtpitLogo2!!">
              <a:extLst>
                <a:ext uri="{FF2B5EF4-FFF2-40B4-BE49-F238E27FC236}">
                  <a16:creationId xmlns:a16="http://schemas.microsoft.com/office/drawing/2014/main" id="{A2198A56-DA49-CC54-C482-A3E424A3E240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biLevel thresh="7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146483" y="91666"/>
              <a:ext cx="1104045" cy="1100757"/>
            </a:xfrm>
            <a:prstGeom prst="rect">
              <a:avLst/>
            </a:prstGeom>
            <a:solidFill>
              <a:schemeClr val="bg1"/>
            </a:solidFill>
          </p:spPr>
        </p:pic>
        <p:pic>
          <p:nvPicPr>
            <p:cNvPr id="15" name="!!PtpitLogo1!!">
              <a:extLst>
                <a:ext uri="{FF2B5EF4-FFF2-40B4-BE49-F238E27FC236}">
                  <a16:creationId xmlns:a16="http://schemas.microsoft.com/office/drawing/2014/main" id="{924F8C56-E5CB-2320-5A93-3CBF74EA200A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biLevel thresh="5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2438" y="91666"/>
              <a:ext cx="1104045" cy="1100757"/>
            </a:xfrm>
            <a:prstGeom prst="rect">
              <a:avLst/>
            </a:prstGeom>
            <a:noFill/>
          </p:spPr>
        </p:pic>
      </p:grpSp>
      <p:grpSp>
        <p:nvGrpSpPr>
          <p:cNvPr id="57" name="!!Item2!!">
            <a:extLst>
              <a:ext uri="{FF2B5EF4-FFF2-40B4-BE49-F238E27FC236}">
                <a16:creationId xmlns:a16="http://schemas.microsoft.com/office/drawing/2014/main" id="{CC52F102-6CD3-0196-99A2-0C3A81F87DD9}"/>
              </a:ext>
            </a:extLst>
          </p:cNvPr>
          <p:cNvGrpSpPr/>
          <p:nvPr/>
        </p:nvGrpSpPr>
        <p:grpSpPr>
          <a:xfrm>
            <a:off x="9091304" y="1817937"/>
            <a:ext cx="2324100" cy="7684624"/>
            <a:chOff x="12900908" y="1908290"/>
            <a:chExt cx="2324100" cy="7684624"/>
          </a:xfrm>
          <a:solidFill>
            <a:schemeClr val="bg2">
              <a:lumMod val="10000"/>
            </a:schemeClr>
          </a:solidFill>
        </p:grpSpPr>
        <p:sp>
          <p:nvSpPr>
            <p:cNvPr id="17" name="!!BigT2!!">
              <a:extLst>
                <a:ext uri="{FF2B5EF4-FFF2-40B4-BE49-F238E27FC236}">
                  <a16:creationId xmlns:a16="http://schemas.microsoft.com/office/drawing/2014/main" id="{2CC83633-0D9B-5174-9B27-2138B2B4AB38}"/>
                </a:ext>
              </a:extLst>
            </p:cNvPr>
            <p:cNvSpPr txBox="1"/>
            <p:nvPr/>
          </p:nvSpPr>
          <p:spPr>
            <a:xfrm>
              <a:off x="12900908" y="3144995"/>
              <a:ext cx="2324100" cy="644791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41300" b="0" i="0" u="none" strike="noStrike" kern="1200" cap="none" spc="0" normalizeH="0" baseline="0" noProof="0" dirty="0">
                  <a:ln>
                    <a:noFill/>
                  </a:ln>
                  <a:solidFill>
                    <a:srgbClr val="E7E6E6">
                      <a:lumMod val="10000"/>
                    </a:srgbClr>
                  </a:solidFill>
                  <a:effectLst/>
                  <a:uLnTx/>
                  <a:uFillTx/>
                  <a:latin typeface="Cascadia Code SemiBold" panose="020B0609020000020004" pitchFamily="49" charset="0"/>
                  <a:ea typeface="+mn-ea"/>
                  <a:cs typeface="Cascadia Code SemiBold" panose="020B0609020000020004" pitchFamily="49" charset="0"/>
                </a:rPr>
                <a:t>T</a:t>
              </a:r>
              <a:endParaRPr kumimoji="0" lang="ru-RU" sz="41300" b="0" i="0" u="none" strike="noStrike" kern="1200" cap="none" spc="0" normalizeH="0" baseline="0" noProof="0" dirty="0">
                <a:ln>
                  <a:noFill/>
                </a:ln>
                <a:solidFill>
                  <a:srgbClr val="E7E6E6">
                    <a:lumMod val="10000"/>
                  </a:srgbClr>
                </a:solidFill>
                <a:effectLst/>
                <a:uLnTx/>
                <a:uFillTx/>
                <a:latin typeface="Cascadia Code SemiBold" panose="020B0609020000020004" pitchFamily="49" charset="0"/>
                <a:ea typeface="+mn-ea"/>
                <a:cs typeface="Cascadia Code SemiBold" panose="020B0609020000020004" pitchFamily="49" charset="0"/>
              </a:endParaRPr>
            </a:p>
          </p:txBody>
        </p:sp>
        <p:sp>
          <p:nvSpPr>
            <p:cNvPr id="56" name="!!Icon2!!">
              <a:extLst>
                <a:ext uri="{FF2B5EF4-FFF2-40B4-BE49-F238E27FC236}">
                  <a16:creationId xmlns:a16="http://schemas.microsoft.com/office/drawing/2014/main" id="{CF1ABCD0-AF47-0A9B-0DDC-63BA014B5D9D}"/>
                </a:ext>
              </a:extLst>
            </p:cNvPr>
            <p:cNvSpPr/>
            <p:nvPr/>
          </p:nvSpPr>
          <p:spPr>
            <a:xfrm>
              <a:off x="13069027" y="1908290"/>
              <a:ext cx="2136992" cy="2204274"/>
            </a:xfrm>
            <a:custGeom>
              <a:avLst/>
              <a:gdLst>
                <a:gd name="csX0" fmla="*/ 2535310 w 3368430"/>
                <a:gd name="csY0" fmla="*/ 0 h 3474483"/>
                <a:gd name="csX1" fmla="*/ 3368430 w 3368430"/>
                <a:gd name="csY1" fmla="*/ 0 h 3474483"/>
                <a:gd name="csX2" fmla="*/ 3368430 w 3368430"/>
                <a:gd name="csY2" fmla="*/ 833120 h 3474483"/>
                <a:gd name="csX3" fmla="*/ 2535310 w 3368430"/>
                <a:gd name="csY3" fmla="*/ 833120 h 3474483"/>
                <a:gd name="csX4" fmla="*/ 2535310 w 3368430"/>
                <a:gd name="csY4" fmla="*/ 627100 h 3474483"/>
                <a:gd name="csX5" fmla="*/ 1467206 w 3368430"/>
                <a:gd name="csY5" fmla="*/ 627100 h 3474483"/>
                <a:gd name="csX6" fmla="*/ 1467206 w 3368430"/>
                <a:gd name="csY6" fmla="*/ 1513270 h 3474483"/>
                <a:gd name="csX7" fmla="*/ 2664084 w 3368430"/>
                <a:gd name="csY7" fmla="*/ 1513270 h 3474483"/>
                <a:gd name="csX8" fmla="*/ 2902508 w 3368430"/>
                <a:gd name="csY8" fmla="*/ 1274846 h 3474483"/>
                <a:gd name="csX9" fmla="*/ 3368430 w 3368430"/>
                <a:gd name="csY9" fmla="*/ 1740768 h 3474483"/>
                <a:gd name="csX10" fmla="*/ 2902508 w 3368430"/>
                <a:gd name="csY10" fmla="*/ 2206690 h 3474483"/>
                <a:gd name="csX11" fmla="*/ 2676781 w 3368430"/>
                <a:gd name="csY11" fmla="*/ 1980963 h 3474483"/>
                <a:gd name="csX12" fmla="*/ 1467206 w 3368430"/>
                <a:gd name="csY12" fmla="*/ 1980963 h 3474483"/>
                <a:gd name="csX13" fmla="*/ 1467206 w 3368430"/>
                <a:gd name="csY13" fmla="*/ 2867133 h 3474483"/>
                <a:gd name="csX14" fmla="*/ 2557149 w 3368430"/>
                <a:gd name="csY14" fmla="*/ 2867133 h 3474483"/>
                <a:gd name="csX15" fmla="*/ 2561859 w 3368430"/>
                <a:gd name="csY15" fmla="*/ 2858455 h 3474483"/>
                <a:gd name="csX16" fmla="*/ 2889495 w 3368430"/>
                <a:gd name="csY16" fmla="*/ 2684253 h 3474483"/>
                <a:gd name="csX17" fmla="*/ 3284610 w 3368430"/>
                <a:gd name="csY17" fmla="*/ 3079368 h 3474483"/>
                <a:gd name="csX18" fmla="*/ 2889495 w 3368430"/>
                <a:gd name="csY18" fmla="*/ 3474483 h 3474483"/>
                <a:gd name="csX19" fmla="*/ 2610106 w 3368430"/>
                <a:gd name="csY19" fmla="*/ 3358756 h 3474483"/>
                <a:gd name="csX20" fmla="*/ 2567718 w 3368430"/>
                <a:gd name="csY20" fmla="*/ 3307381 h 3474483"/>
                <a:gd name="csX21" fmla="*/ 1002747 w 3368430"/>
                <a:gd name="csY21" fmla="*/ 3307381 h 3474483"/>
                <a:gd name="csX22" fmla="*/ 1002747 w 3368430"/>
                <a:gd name="csY22" fmla="*/ 1045578 h 3474483"/>
                <a:gd name="csX23" fmla="*/ 0 w 3368430"/>
                <a:gd name="csY23" fmla="*/ 1045578 h 3474483"/>
                <a:gd name="csX24" fmla="*/ 0 w 3368430"/>
                <a:gd name="csY24" fmla="*/ 650034 h 3474483"/>
                <a:gd name="csX25" fmla="*/ 989050 w 3368430"/>
                <a:gd name="csY25" fmla="*/ 650034 h 3474483"/>
                <a:gd name="csX26" fmla="*/ 989050 w 3368430"/>
                <a:gd name="csY26" fmla="*/ 190264 h 3474483"/>
                <a:gd name="csX27" fmla="*/ 2535310 w 3368430"/>
                <a:gd name="csY27" fmla="*/ 190264 h 3474483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</a:cxnLst>
              <a:rect l="l" t="t" r="r" b="b"/>
              <a:pathLst>
                <a:path w="3368430" h="3474483">
                  <a:moveTo>
                    <a:pt x="2535310" y="0"/>
                  </a:moveTo>
                  <a:lnTo>
                    <a:pt x="3368430" y="0"/>
                  </a:lnTo>
                  <a:lnTo>
                    <a:pt x="3368430" y="833120"/>
                  </a:lnTo>
                  <a:lnTo>
                    <a:pt x="2535310" y="833120"/>
                  </a:lnTo>
                  <a:lnTo>
                    <a:pt x="2535310" y="627100"/>
                  </a:lnTo>
                  <a:lnTo>
                    <a:pt x="1467206" y="627100"/>
                  </a:lnTo>
                  <a:lnTo>
                    <a:pt x="1467206" y="1513270"/>
                  </a:lnTo>
                  <a:lnTo>
                    <a:pt x="2664084" y="1513270"/>
                  </a:lnTo>
                  <a:lnTo>
                    <a:pt x="2902508" y="1274846"/>
                  </a:lnTo>
                  <a:lnTo>
                    <a:pt x="3368430" y="1740768"/>
                  </a:lnTo>
                  <a:lnTo>
                    <a:pt x="2902508" y="2206690"/>
                  </a:lnTo>
                  <a:lnTo>
                    <a:pt x="2676781" y="1980963"/>
                  </a:lnTo>
                  <a:lnTo>
                    <a:pt x="1467206" y="1980963"/>
                  </a:lnTo>
                  <a:lnTo>
                    <a:pt x="1467206" y="2867133"/>
                  </a:lnTo>
                  <a:lnTo>
                    <a:pt x="2557149" y="2867133"/>
                  </a:lnTo>
                  <a:lnTo>
                    <a:pt x="2561859" y="2858455"/>
                  </a:lnTo>
                  <a:cubicBezTo>
                    <a:pt x="2632864" y="2753354"/>
                    <a:pt x="2753110" y="2684253"/>
                    <a:pt x="2889495" y="2684253"/>
                  </a:cubicBezTo>
                  <a:cubicBezTo>
                    <a:pt x="3107711" y="2684253"/>
                    <a:pt x="3284610" y="2861152"/>
                    <a:pt x="3284610" y="3079368"/>
                  </a:cubicBezTo>
                  <a:cubicBezTo>
                    <a:pt x="3284610" y="3297584"/>
                    <a:pt x="3107711" y="3474483"/>
                    <a:pt x="2889495" y="3474483"/>
                  </a:cubicBezTo>
                  <a:cubicBezTo>
                    <a:pt x="2780387" y="3474483"/>
                    <a:pt x="2681608" y="3430258"/>
                    <a:pt x="2610106" y="3358756"/>
                  </a:cubicBezTo>
                  <a:lnTo>
                    <a:pt x="2567718" y="3307381"/>
                  </a:lnTo>
                  <a:lnTo>
                    <a:pt x="1002747" y="3307381"/>
                  </a:lnTo>
                  <a:lnTo>
                    <a:pt x="1002747" y="1045578"/>
                  </a:lnTo>
                  <a:lnTo>
                    <a:pt x="0" y="1045578"/>
                  </a:lnTo>
                  <a:lnTo>
                    <a:pt x="0" y="650034"/>
                  </a:lnTo>
                  <a:lnTo>
                    <a:pt x="989050" y="650034"/>
                  </a:lnTo>
                  <a:lnTo>
                    <a:pt x="989050" y="190264"/>
                  </a:lnTo>
                  <a:lnTo>
                    <a:pt x="2535310" y="190264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grpSp>
        <p:nvGrpSpPr>
          <p:cNvPr id="9" name="!!Item1!!">
            <a:extLst>
              <a:ext uri="{FF2B5EF4-FFF2-40B4-BE49-F238E27FC236}">
                <a16:creationId xmlns:a16="http://schemas.microsoft.com/office/drawing/2014/main" id="{4C7C5BE1-F1A2-0BB4-6422-273EC3F697B7}"/>
              </a:ext>
            </a:extLst>
          </p:cNvPr>
          <p:cNvGrpSpPr/>
          <p:nvPr/>
        </p:nvGrpSpPr>
        <p:grpSpPr>
          <a:xfrm>
            <a:off x="7817482" y="2267930"/>
            <a:ext cx="2324100" cy="7936918"/>
            <a:chOff x="7817482" y="2267930"/>
            <a:chExt cx="2324100" cy="7936918"/>
          </a:xfrm>
          <a:solidFill>
            <a:schemeClr val="bg1"/>
          </a:solidFill>
        </p:grpSpPr>
        <p:sp>
          <p:nvSpPr>
            <p:cNvPr id="29" name="!!BigT1!!">
              <a:extLst>
                <a:ext uri="{FF2B5EF4-FFF2-40B4-BE49-F238E27FC236}">
                  <a16:creationId xmlns:a16="http://schemas.microsoft.com/office/drawing/2014/main" id="{B631CB96-9861-B1C3-A64B-EEEBC8524AE5}"/>
                </a:ext>
              </a:extLst>
            </p:cNvPr>
            <p:cNvSpPr txBox="1"/>
            <p:nvPr/>
          </p:nvSpPr>
          <p:spPr>
            <a:xfrm>
              <a:off x="7817482" y="3756929"/>
              <a:ext cx="2324100" cy="644791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413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scadia Code SemiBold" panose="020B0609020000020004" pitchFamily="49" charset="0"/>
                  <a:ea typeface="+mn-ea"/>
                  <a:cs typeface="Cascadia Code SemiBold" panose="020B0609020000020004" pitchFamily="49" charset="0"/>
                </a:rPr>
                <a:t>T</a:t>
              </a:r>
              <a:endParaRPr kumimoji="0" lang="ru-RU" sz="413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scadia Code SemiBold" panose="020B0609020000020004" pitchFamily="49" charset="0"/>
                <a:ea typeface="+mn-ea"/>
                <a:cs typeface="Cascadia Code SemiBold" panose="020B0609020000020004" pitchFamily="49" charset="0"/>
              </a:endParaRPr>
            </a:p>
          </p:txBody>
        </p:sp>
        <p:grpSp>
          <p:nvGrpSpPr>
            <p:cNvPr id="41" name="!!Icon1!!">
              <a:extLst>
                <a:ext uri="{FF2B5EF4-FFF2-40B4-BE49-F238E27FC236}">
                  <a16:creationId xmlns:a16="http://schemas.microsoft.com/office/drawing/2014/main" id="{F5BCFFC2-2AEF-65FE-7567-133703F7CF94}"/>
                </a:ext>
              </a:extLst>
            </p:cNvPr>
            <p:cNvGrpSpPr/>
            <p:nvPr/>
          </p:nvGrpSpPr>
          <p:grpSpPr>
            <a:xfrm rot="2759572">
              <a:off x="7490534" y="2886978"/>
              <a:ext cx="2977995" cy="1739900"/>
              <a:chOff x="5492905" y="2530763"/>
              <a:chExt cx="2977995" cy="1739900"/>
            </a:xfrm>
            <a:grpFill/>
          </p:grpSpPr>
          <p:sp>
            <p:nvSpPr>
              <p:cNvPr id="37" name="Прямоугольник 36">
                <a:extLst>
                  <a:ext uri="{FF2B5EF4-FFF2-40B4-BE49-F238E27FC236}">
                    <a16:creationId xmlns:a16="http://schemas.microsoft.com/office/drawing/2014/main" id="{45126993-E0BB-9A8E-9D08-3841E889B4EC}"/>
                  </a:ext>
                </a:extLst>
              </p:cNvPr>
              <p:cNvSpPr/>
              <p:nvPr/>
            </p:nvSpPr>
            <p:spPr>
              <a:xfrm>
                <a:off x="6972300" y="3254663"/>
                <a:ext cx="1498600" cy="29210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RU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40" name="Полилиния: фигура 39">
                <a:extLst>
                  <a:ext uri="{FF2B5EF4-FFF2-40B4-BE49-F238E27FC236}">
                    <a16:creationId xmlns:a16="http://schemas.microsoft.com/office/drawing/2014/main" id="{B9B8271E-5129-D64E-8DAA-99C1AA7258D2}"/>
                  </a:ext>
                </a:extLst>
              </p:cNvPr>
              <p:cNvSpPr/>
              <p:nvPr/>
            </p:nvSpPr>
            <p:spPr>
              <a:xfrm>
                <a:off x="5492905" y="2530763"/>
                <a:ext cx="1739900" cy="1739900"/>
              </a:xfrm>
              <a:custGeom>
                <a:avLst/>
                <a:gdLst>
                  <a:gd name="csX0" fmla="*/ 869950 w 1739900"/>
                  <a:gd name="csY0" fmla="*/ 256671 h 1739900"/>
                  <a:gd name="csX1" fmla="*/ 256866 w 1739900"/>
                  <a:gd name="csY1" fmla="*/ 869755 h 1739900"/>
                  <a:gd name="csX2" fmla="*/ 869950 w 1739900"/>
                  <a:gd name="csY2" fmla="*/ 1482839 h 1739900"/>
                  <a:gd name="csX3" fmla="*/ 1483034 w 1739900"/>
                  <a:gd name="csY3" fmla="*/ 869755 h 1739900"/>
                  <a:gd name="csX4" fmla="*/ 869950 w 1739900"/>
                  <a:gd name="csY4" fmla="*/ 256671 h 1739900"/>
                  <a:gd name="csX5" fmla="*/ 869950 w 1739900"/>
                  <a:gd name="csY5" fmla="*/ 0 h 1739900"/>
                  <a:gd name="csX6" fmla="*/ 1739900 w 1739900"/>
                  <a:gd name="csY6" fmla="*/ 869950 h 1739900"/>
                  <a:gd name="csX7" fmla="*/ 869950 w 1739900"/>
                  <a:gd name="csY7" fmla="*/ 1739900 h 1739900"/>
                  <a:gd name="csX8" fmla="*/ 0 w 1739900"/>
                  <a:gd name="csY8" fmla="*/ 869950 h 1739900"/>
                  <a:gd name="csX9" fmla="*/ 869950 w 1739900"/>
                  <a:gd name="csY9" fmla="*/ 0 h 173990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</a:cxnLst>
                <a:rect l="l" t="t" r="r" b="b"/>
                <a:pathLst>
                  <a:path w="1739900" h="1739900">
                    <a:moveTo>
                      <a:pt x="869950" y="256671"/>
                    </a:moveTo>
                    <a:cubicBezTo>
                      <a:pt x="531353" y="256671"/>
                      <a:pt x="256866" y="531158"/>
                      <a:pt x="256866" y="869755"/>
                    </a:cubicBezTo>
                    <a:cubicBezTo>
                      <a:pt x="256866" y="1208352"/>
                      <a:pt x="531353" y="1482839"/>
                      <a:pt x="869950" y="1482839"/>
                    </a:cubicBezTo>
                    <a:cubicBezTo>
                      <a:pt x="1208547" y="1482839"/>
                      <a:pt x="1483034" y="1208352"/>
                      <a:pt x="1483034" y="869755"/>
                    </a:cubicBezTo>
                    <a:cubicBezTo>
                      <a:pt x="1483034" y="531158"/>
                      <a:pt x="1208547" y="256671"/>
                      <a:pt x="869950" y="256671"/>
                    </a:cubicBezTo>
                    <a:close/>
                    <a:moveTo>
                      <a:pt x="869950" y="0"/>
                    </a:moveTo>
                    <a:cubicBezTo>
                      <a:pt x="1350410" y="0"/>
                      <a:pt x="1739900" y="389490"/>
                      <a:pt x="1739900" y="869950"/>
                    </a:cubicBezTo>
                    <a:cubicBezTo>
                      <a:pt x="1739900" y="1350410"/>
                      <a:pt x="1350410" y="1739900"/>
                      <a:pt x="869950" y="1739900"/>
                    </a:cubicBezTo>
                    <a:cubicBezTo>
                      <a:pt x="389490" y="1739900"/>
                      <a:pt x="0" y="1350410"/>
                      <a:pt x="0" y="869950"/>
                    </a:cubicBezTo>
                    <a:cubicBezTo>
                      <a:pt x="0" y="389490"/>
                      <a:pt x="389490" y="0"/>
                      <a:pt x="869950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RU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</p:grpSp>
      <p:sp>
        <p:nvSpPr>
          <p:cNvPr id="10" name="!!Perm2026!!">
            <a:extLst>
              <a:ext uri="{FF2B5EF4-FFF2-40B4-BE49-F238E27FC236}">
                <a16:creationId xmlns:a16="http://schemas.microsoft.com/office/drawing/2014/main" id="{E9DFFEE9-2944-60D6-5139-359579D37D1D}"/>
              </a:ext>
            </a:extLst>
          </p:cNvPr>
          <p:cNvSpPr txBox="1"/>
          <p:nvPr/>
        </p:nvSpPr>
        <p:spPr>
          <a:xfrm>
            <a:off x="10639724" y="6425327"/>
            <a:ext cx="210312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scadia Code SemiBold" panose="020B0609020000020004" pitchFamily="49" charset="0"/>
                <a:ea typeface="+mn-ea"/>
                <a:cs typeface="Cascadia Code SemiBold" panose="020B0609020000020004" pitchFamily="49" charset="0"/>
              </a:rPr>
              <a:t>Пермь, 2026</a:t>
            </a:r>
          </a:p>
        </p:txBody>
      </p:sp>
      <p:sp>
        <p:nvSpPr>
          <p:cNvPr id="12" name="!!MainSectionRemoval!!">
            <a:extLst>
              <a:ext uri="{FF2B5EF4-FFF2-40B4-BE49-F238E27FC236}">
                <a16:creationId xmlns:a16="http://schemas.microsoft.com/office/drawing/2014/main" id="{76CE186C-0FD1-B4F7-DD6F-EC6DA70E9012}"/>
              </a:ext>
            </a:extLst>
          </p:cNvPr>
          <p:cNvSpPr/>
          <p:nvPr/>
        </p:nvSpPr>
        <p:spPr>
          <a:xfrm>
            <a:off x="2423161" y="1528580"/>
            <a:ext cx="310895" cy="474839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422554890"/>
      </p:ext>
    </p:extLst>
  </p:cSld>
  <p:clrMapOvr>
    <a:masterClrMapping/>
  </p:clrMapOvr>
  <p:transition spd="slow">
    <p:push dir="u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95000"/>
            <a:lumOff val="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0B7638C-8616-84E7-BD76-E16440A213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!!MainSection!!">
            <a:extLst>
              <a:ext uri="{FF2B5EF4-FFF2-40B4-BE49-F238E27FC236}">
                <a16:creationId xmlns:a16="http://schemas.microsoft.com/office/drawing/2014/main" id="{05DD8EB9-153C-1E04-66B9-73FCE426E433}"/>
              </a:ext>
            </a:extLst>
          </p:cNvPr>
          <p:cNvGrpSpPr/>
          <p:nvPr/>
        </p:nvGrpSpPr>
        <p:grpSpPr>
          <a:xfrm>
            <a:off x="2423161" y="1465686"/>
            <a:ext cx="4476618" cy="4811289"/>
            <a:chOff x="2423161" y="1465686"/>
            <a:chExt cx="4476618" cy="4811289"/>
          </a:xfrm>
        </p:grpSpPr>
        <p:sp>
          <p:nvSpPr>
            <p:cNvPr id="7" name="!!UnderMainText!!">
              <a:extLst>
                <a:ext uri="{FF2B5EF4-FFF2-40B4-BE49-F238E27FC236}">
                  <a16:creationId xmlns:a16="http://schemas.microsoft.com/office/drawing/2014/main" id="{F3396C9A-6DDB-1CAF-5AE7-E72E254063A2}"/>
                </a:ext>
              </a:extLst>
            </p:cNvPr>
            <p:cNvSpPr txBox="1"/>
            <p:nvPr/>
          </p:nvSpPr>
          <p:spPr>
            <a:xfrm>
              <a:off x="2828689" y="1465686"/>
              <a:ext cx="4071090" cy="264687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600" b="0" i="0" u="none" strike="noStrike" kern="1200" cap="none" spc="-300" normalizeH="0" baseline="0" noProof="0" dirty="0">
                  <a:ln>
                    <a:noFill/>
                  </a:ln>
                  <a:solidFill>
                    <a:srgbClr val="E7E6E6">
                      <a:lumMod val="10000"/>
                    </a:srgbClr>
                  </a:solidFill>
                  <a:effectLst/>
                  <a:uLnTx/>
                  <a:uFillTx/>
                  <a:latin typeface="Cascadia Code SemiBold" panose="020B0609020000020004" pitchFamily="49" charset="0"/>
                  <a:ea typeface="+mn-ea"/>
                  <a:cs typeface="Cascadia Code SemiBold" panose="020B0609020000020004" pitchFamily="49" charset="0"/>
                </a:rPr>
                <a:t>///</a:t>
              </a:r>
              <a:endParaRPr kumimoji="0" lang="ru-RU" sz="16600" b="0" i="0" u="none" strike="noStrike" kern="1200" cap="none" spc="-300" normalizeH="0" baseline="0" noProof="0" dirty="0">
                <a:ln>
                  <a:noFill/>
                </a:ln>
                <a:solidFill>
                  <a:srgbClr val="E7E6E6">
                    <a:lumMod val="10000"/>
                  </a:srgbClr>
                </a:solidFill>
                <a:effectLst/>
                <a:uLnTx/>
                <a:uFillTx/>
                <a:latin typeface="Cascadia Code SemiBold" panose="020B0609020000020004" pitchFamily="49" charset="0"/>
                <a:ea typeface="+mn-ea"/>
                <a:cs typeface="Cascadia Code SemiBold" panose="020B0609020000020004" pitchFamily="49" charset="0"/>
              </a:endParaRPr>
            </a:p>
          </p:txBody>
        </p:sp>
        <p:sp>
          <p:nvSpPr>
            <p:cNvPr id="8" name="!!UnderMainFiller!!">
              <a:extLst>
                <a:ext uri="{FF2B5EF4-FFF2-40B4-BE49-F238E27FC236}">
                  <a16:creationId xmlns:a16="http://schemas.microsoft.com/office/drawing/2014/main" id="{5B25F56C-C8E1-2F5D-4130-DD522BBFE7A0}"/>
                </a:ext>
              </a:extLst>
            </p:cNvPr>
            <p:cNvSpPr txBox="1"/>
            <p:nvPr/>
          </p:nvSpPr>
          <p:spPr>
            <a:xfrm>
              <a:off x="2828689" y="3902777"/>
              <a:ext cx="3503289" cy="230832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7200" b="0" i="0" u="none" strike="noStrike" kern="1200" cap="none" spc="-300" normalizeH="0" baseline="0" noProof="0" dirty="0">
                  <a:ln>
                    <a:noFill/>
                  </a:ln>
                  <a:solidFill>
                    <a:srgbClr val="E7E6E6">
                      <a:lumMod val="10000"/>
                    </a:srgbClr>
                  </a:solidFill>
                  <a:effectLst/>
                  <a:uLnTx/>
                  <a:uFillTx/>
                  <a:latin typeface="Cascadia Code SemiBold" panose="020B0609020000020004" pitchFamily="49" charset="0"/>
                  <a:ea typeface="+mn-ea"/>
                  <a:cs typeface="Cascadia Code SemiBold" panose="020B0609020000020004" pitchFamily="49" charset="0"/>
                </a:rPr>
                <a:t>iiiiiiiiiiii</a:t>
              </a:r>
              <a:endParaRPr kumimoji="0" lang="ru-RU" sz="7200" b="0" i="0" u="none" strike="noStrike" kern="1200" cap="none" spc="-300" normalizeH="0" baseline="0" noProof="0" dirty="0">
                <a:ln>
                  <a:noFill/>
                </a:ln>
                <a:solidFill>
                  <a:srgbClr val="E7E6E6">
                    <a:lumMod val="10000"/>
                  </a:srgbClr>
                </a:solidFill>
                <a:effectLst/>
                <a:uLnTx/>
                <a:uFillTx/>
                <a:latin typeface="Cascadia Code SemiBold" panose="020B0609020000020004" pitchFamily="49" charset="0"/>
                <a:ea typeface="+mn-ea"/>
                <a:cs typeface="Cascadia Code SemiBold" panose="020B0609020000020004" pitchFamily="49" charset="0"/>
              </a:endParaRPr>
            </a:p>
          </p:txBody>
        </p:sp>
        <p:sp>
          <p:nvSpPr>
            <p:cNvPr id="2" name="!!MainText!!">
              <a:extLst>
                <a:ext uri="{FF2B5EF4-FFF2-40B4-BE49-F238E27FC236}">
                  <a16:creationId xmlns:a16="http://schemas.microsoft.com/office/drawing/2014/main" id="{25A90BA9-49D9-40BD-48E6-88EA485A8759}"/>
                </a:ext>
              </a:extLst>
            </p:cNvPr>
            <p:cNvSpPr txBox="1"/>
            <p:nvPr/>
          </p:nvSpPr>
          <p:spPr>
            <a:xfrm>
              <a:off x="2828689" y="1960957"/>
              <a:ext cx="3953111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ru-RU" sz="3600" dirty="0">
                  <a:solidFill>
                    <a:prstClr val="white"/>
                  </a:solidFill>
                  <a:latin typeface="Cascadia Code SemiBold" panose="020B0609020000020004" pitchFamily="49" charset="0"/>
                  <a:cs typeface="Cascadia Code SemiBold" panose="020B0609020000020004" pitchFamily="49" charset="0"/>
                </a:rPr>
                <a:t>Проектирование</a:t>
              </a:r>
              <a:endParaRPr kumimoji="0" lang="ru-RU" sz="3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scadia Code SemiBold" panose="020B0609020000020004" pitchFamily="49" charset="0"/>
                <a:ea typeface="+mn-ea"/>
                <a:cs typeface="Cascadia Code SemiBold" panose="020B0609020000020004" pitchFamily="49" charset="0"/>
              </a:endParaRPr>
            </a:p>
          </p:txBody>
        </p:sp>
        <p:sp>
          <p:nvSpPr>
            <p:cNvPr id="24" name="!!MainSectionHighlight!!">
              <a:extLst>
                <a:ext uri="{FF2B5EF4-FFF2-40B4-BE49-F238E27FC236}">
                  <a16:creationId xmlns:a16="http://schemas.microsoft.com/office/drawing/2014/main" id="{7CEFB92F-DBBC-6246-B0B4-0B38A3F7BEBE}"/>
                </a:ext>
              </a:extLst>
            </p:cNvPr>
            <p:cNvSpPr/>
            <p:nvPr/>
          </p:nvSpPr>
          <p:spPr>
            <a:xfrm>
              <a:off x="2423161" y="1528580"/>
              <a:ext cx="310895" cy="474839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grpSp>
        <p:nvGrpSpPr>
          <p:cNvPr id="19" name="!!TitleSection!!">
            <a:extLst>
              <a:ext uri="{FF2B5EF4-FFF2-40B4-BE49-F238E27FC236}">
                <a16:creationId xmlns:a16="http://schemas.microsoft.com/office/drawing/2014/main" id="{05BE50AC-5526-FEF8-22BF-C9D8F61C4809}"/>
              </a:ext>
            </a:extLst>
          </p:cNvPr>
          <p:cNvGrpSpPr/>
          <p:nvPr/>
        </p:nvGrpSpPr>
        <p:grpSpPr>
          <a:xfrm>
            <a:off x="2423160" y="0"/>
            <a:ext cx="17163989" cy="1323439"/>
            <a:chOff x="2423160" y="0"/>
            <a:chExt cx="17163989" cy="1323439"/>
          </a:xfrm>
        </p:grpSpPr>
        <p:sp>
          <p:nvSpPr>
            <p:cNvPr id="6" name="!!UnderTitle!!">
              <a:extLst>
                <a:ext uri="{FF2B5EF4-FFF2-40B4-BE49-F238E27FC236}">
                  <a16:creationId xmlns:a16="http://schemas.microsoft.com/office/drawing/2014/main" id="{62DC0922-E3E9-1787-03D7-FAA2C970CA55}"/>
                </a:ext>
              </a:extLst>
            </p:cNvPr>
            <p:cNvSpPr txBox="1"/>
            <p:nvPr/>
          </p:nvSpPr>
          <p:spPr>
            <a:xfrm>
              <a:off x="2828689" y="0"/>
              <a:ext cx="16758460" cy="132343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000" b="0" i="0" u="none" strike="noStrike" kern="1200" cap="none" spc="-300" normalizeH="0" baseline="0" noProof="0" dirty="0">
                  <a:ln>
                    <a:noFill/>
                  </a:ln>
                  <a:solidFill>
                    <a:srgbClr val="E7E6E6">
                      <a:lumMod val="10000"/>
                    </a:srgbClr>
                  </a:solidFill>
                  <a:effectLst/>
                  <a:uLnTx/>
                  <a:uFillTx/>
                  <a:latin typeface="Cascadia Code SemiBold" panose="020B0609020000020004" pitchFamily="49" charset="0"/>
                  <a:ea typeface="+mn-ea"/>
                  <a:cs typeface="Cascadia Code SemiBold" panose="020B0609020000020004" pitchFamily="49" charset="0"/>
                </a:rPr>
                <a:t>////////////////////</a:t>
              </a:r>
              <a:endParaRPr kumimoji="0" lang="ru-RU" sz="8000" b="0" i="0" u="none" strike="noStrike" kern="1200" cap="none" spc="-300" normalizeH="0" baseline="0" noProof="0" dirty="0">
                <a:ln>
                  <a:noFill/>
                </a:ln>
                <a:solidFill>
                  <a:srgbClr val="E7E6E6">
                    <a:lumMod val="10000"/>
                  </a:srgbClr>
                </a:solidFill>
                <a:effectLst/>
                <a:uLnTx/>
                <a:uFillTx/>
                <a:latin typeface="Cascadia Code SemiBold" panose="020B0609020000020004" pitchFamily="49" charset="0"/>
                <a:ea typeface="+mn-ea"/>
                <a:cs typeface="Cascadia Code SemiBold" panose="020B0609020000020004" pitchFamily="49" charset="0"/>
              </a:endParaRPr>
            </a:p>
          </p:txBody>
        </p:sp>
        <p:sp>
          <p:nvSpPr>
            <p:cNvPr id="3" name="!!Title!!">
              <a:extLst>
                <a:ext uri="{FF2B5EF4-FFF2-40B4-BE49-F238E27FC236}">
                  <a16:creationId xmlns:a16="http://schemas.microsoft.com/office/drawing/2014/main" id="{6DC84DBC-EACD-A471-F530-BE83040360B1}"/>
                </a:ext>
              </a:extLst>
            </p:cNvPr>
            <p:cNvSpPr txBox="1"/>
            <p:nvPr/>
          </p:nvSpPr>
          <p:spPr>
            <a:xfrm>
              <a:off x="2828689" y="284528"/>
              <a:ext cx="6712111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36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scadia Code SemiBold" panose="020B0609020000020004" pitchFamily="49" charset="0"/>
                  <a:ea typeface="+mn-ea"/>
                  <a:cs typeface="Cascadia Code SemiBold" panose="020B0609020000020004" pitchFamily="49" charset="0"/>
                </a:rPr>
                <a:t>Задачи</a:t>
              </a:r>
            </a:p>
          </p:txBody>
        </p:sp>
        <p:sp>
          <p:nvSpPr>
            <p:cNvPr id="4" name="!!TitleHighlighter!!">
              <a:extLst>
                <a:ext uri="{FF2B5EF4-FFF2-40B4-BE49-F238E27FC236}">
                  <a16:creationId xmlns:a16="http://schemas.microsoft.com/office/drawing/2014/main" id="{C9593C85-175D-D8B4-7D6C-F68DE6B46DF2}"/>
                </a:ext>
              </a:extLst>
            </p:cNvPr>
            <p:cNvSpPr/>
            <p:nvPr/>
          </p:nvSpPr>
          <p:spPr>
            <a:xfrm>
              <a:off x="2423160" y="91666"/>
              <a:ext cx="310896" cy="1100757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11" name="!!ShapeBottom!!">
            <a:extLst>
              <a:ext uri="{FF2B5EF4-FFF2-40B4-BE49-F238E27FC236}">
                <a16:creationId xmlns:a16="http://schemas.microsoft.com/office/drawing/2014/main" id="{459263E6-BE1E-7A4A-930F-4708801CA835}"/>
              </a:ext>
            </a:extLst>
          </p:cNvPr>
          <p:cNvSpPr/>
          <p:nvPr/>
        </p:nvSpPr>
        <p:spPr>
          <a:xfrm>
            <a:off x="403401" y="4314536"/>
            <a:ext cx="1600200" cy="160020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0" name="!!ShapeTop!!">
            <a:extLst>
              <a:ext uri="{FF2B5EF4-FFF2-40B4-BE49-F238E27FC236}">
                <a16:creationId xmlns:a16="http://schemas.microsoft.com/office/drawing/2014/main" id="{DC92074F-9289-A542-0EF9-125374C4D226}"/>
              </a:ext>
            </a:extLst>
          </p:cNvPr>
          <p:cNvSpPr/>
          <p:nvPr/>
        </p:nvSpPr>
        <p:spPr>
          <a:xfrm rot="2700000">
            <a:off x="403401" y="1844867"/>
            <a:ext cx="1600200" cy="1573270"/>
          </a:xfrm>
          <a:custGeom>
            <a:avLst/>
            <a:gdLst>
              <a:gd name="csX0" fmla="*/ 597336 w 1600200"/>
              <a:gd name="csY0" fmla="*/ 0 h 1573270"/>
              <a:gd name="csX1" fmla="*/ 597336 w 1600200"/>
              <a:gd name="csY1" fmla="*/ 771333 h 1573270"/>
              <a:gd name="csX2" fmla="*/ 1002864 w 1600200"/>
              <a:gd name="csY2" fmla="*/ 771333 h 1573270"/>
              <a:gd name="csX3" fmla="*/ 1002864 w 1600200"/>
              <a:gd name="csY3" fmla="*/ 0 h 1573270"/>
              <a:gd name="csX4" fmla="*/ 1038025 w 1600200"/>
              <a:gd name="csY4" fmla="*/ 9041 h 1573270"/>
              <a:gd name="csX5" fmla="*/ 1600200 w 1600200"/>
              <a:gd name="csY5" fmla="*/ 773170 h 1573270"/>
              <a:gd name="csX6" fmla="*/ 800100 w 1600200"/>
              <a:gd name="csY6" fmla="*/ 1573270 h 1573270"/>
              <a:gd name="csX7" fmla="*/ 0 w 1600200"/>
              <a:gd name="csY7" fmla="*/ 773170 h 1573270"/>
              <a:gd name="csX8" fmla="*/ 562175 w 1600200"/>
              <a:gd name="csY8" fmla="*/ 9041 h 157327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</a:cxnLst>
            <a:rect l="l" t="t" r="r" b="b"/>
            <a:pathLst>
              <a:path w="1600200" h="1573270">
                <a:moveTo>
                  <a:pt x="597336" y="0"/>
                </a:moveTo>
                <a:lnTo>
                  <a:pt x="597336" y="771333"/>
                </a:lnTo>
                <a:lnTo>
                  <a:pt x="1002864" y="771333"/>
                </a:lnTo>
                <a:lnTo>
                  <a:pt x="1002864" y="0"/>
                </a:lnTo>
                <a:lnTo>
                  <a:pt x="1038025" y="9041"/>
                </a:lnTo>
                <a:cubicBezTo>
                  <a:pt x="1363721" y="110343"/>
                  <a:pt x="1600200" y="414140"/>
                  <a:pt x="1600200" y="773170"/>
                </a:cubicBezTo>
                <a:cubicBezTo>
                  <a:pt x="1600200" y="1215053"/>
                  <a:pt x="1241983" y="1573270"/>
                  <a:pt x="800100" y="1573270"/>
                </a:cubicBezTo>
                <a:cubicBezTo>
                  <a:pt x="358217" y="1573270"/>
                  <a:pt x="0" y="1215053"/>
                  <a:pt x="0" y="773170"/>
                </a:cubicBezTo>
                <a:cubicBezTo>
                  <a:pt x="0" y="414140"/>
                  <a:pt x="236479" y="110343"/>
                  <a:pt x="562175" y="9041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pSp>
        <p:nvGrpSpPr>
          <p:cNvPr id="13" name="!!PtpitLogo!!">
            <a:extLst>
              <a:ext uri="{FF2B5EF4-FFF2-40B4-BE49-F238E27FC236}">
                <a16:creationId xmlns:a16="http://schemas.microsoft.com/office/drawing/2014/main" id="{4BD4B4CB-498B-070E-10AF-2B1FBAF91B65}"/>
              </a:ext>
            </a:extLst>
          </p:cNvPr>
          <p:cNvGrpSpPr/>
          <p:nvPr/>
        </p:nvGrpSpPr>
        <p:grpSpPr>
          <a:xfrm>
            <a:off x="42438" y="91666"/>
            <a:ext cx="2208090" cy="1100757"/>
            <a:chOff x="42438" y="91666"/>
            <a:chExt cx="2208090" cy="1100757"/>
          </a:xfrm>
        </p:grpSpPr>
        <p:pic>
          <p:nvPicPr>
            <p:cNvPr id="14" name="!!PtpitLogo2!!">
              <a:extLst>
                <a:ext uri="{FF2B5EF4-FFF2-40B4-BE49-F238E27FC236}">
                  <a16:creationId xmlns:a16="http://schemas.microsoft.com/office/drawing/2014/main" id="{E134F0A7-00A0-F454-F23B-94F3B5FE477A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biLevel thresh="7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146483" y="91666"/>
              <a:ext cx="1104045" cy="1100757"/>
            </a:xfrm>
            <a:prstGeom prst="rect">
              <a:avLst/>
            </a:prstGeom>
            <a:solidFill>
              <a:schemeClr val="bg1"/>
            </a:solidFill>
          </p:spPr>
        </p:pic>
        <p:pic>
          <p:nvPicPr>
            <p:cNvPr id="15" name="!!PtpitLogo1!!">
              <a:extLst>
                <a:ext uri="{FF2B5EF4-FFF2-40B4-BE49-F238E27FC236}">
                  <a16:creationId xmlns:a16="http://schemas.microsoft.com/office/drawing/2014/main" id="{C3CC92E7-BDE8-C512-29F9-E6932D23C9C4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biLevel thresh="5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2438" y="91666"/>
              <a:ext cx="1104045" cy="1100757"/>
            </a:xfrm>
            <a:prstGeom prst="rect">
              <a:avLst/>
            </a:prstGeom>
            <a:noFill/>
          </p:spPr>
        </p:pic>
      </p:grpSp>
      <p:grpSp>
        <p:nvGrpSpPr>
          <p:cNvPr id="38" name="!!Item3!!">
            <a:extLst>
              <a:ext uri="{FF2B5EF4-FFF2-40B4-BE49-F238E27FC236}">
                <a16:creationId xmlns:a16="http://schemas.microsoft.com/office/drawing/2014/main" id="{89CF02AF-7B02-657A-96CE-C5073ED976A8}"/>
              </a:ext>
            </a:extLst>
          </p:cNvPr>
          <p:cNvGrpSpPr/>
          <p:nvPr/>
        </p:nvGrpSpPr>
        <p:grpSpPr>
          <a:xfrm>
            <a:off x="8996557" y="2167564"/>
            <a:ext cx="2769739" cy="7315600"/>
            <a:chOff x="12528172" y="2441448"/>
            <a:chExt cx="2769739" cy="7315600"/>
          </a:xfrm>
        </p:grpSpPr>
        <p:sp>
          <p:nvSpPr>
            <p:cNvPr id="18" name="!!BigT3!!">
              <a:extLst>
                <a:ext uri="{FF2B5EF4-FFF2-40B4-BE49-F238E27FC236}">
                  <a16:creationId xmlns:a16="http://schemas.microsoft.com/office/drawing/2014/main" id="{18A7AA32-4FFC-502D-4D70-C4BA900354F8}"/>
                </a:ext>
              </a:extLst>
            </p:cNvPr>
            <p:cNvSpPr txBox="1"/>
            <p:nvPr/>
          </p:nvSpPr>
          <p:spPr>
            <a:xfrm>
              <a:off x="12742844" y="3309129"/>
              <a:ext cx="2324100" cy="644791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41300" b="0" i="0" u="none" strike="noStrike" kern="1200" cap="none" spc="0" normalizeH="0" baseline="0" noProof="0" dirty="0">
                  <a:ln>
                    <a:noFill/>
                  </a:ln>
                  <a:solidFill>
                    <a:schemeClr val="bg2">
                      <a:lumMod val="10000"/>
                    </a:schemeClr>
                  </a:solidFill>
                  <a:effectLst/>
                  <a:uLnTx/>
                  <a:uFillTx/>
                  <a:latin typeface="Cascadia Code SemiBold" panose="020B0609020000020004" pitchFamily="49" charset="0"/>
                  <a:ea typeface="+mn-ea"/>
                  <a:cs typeface="Cascadia Code SemiBold" panose="020B0609020000020004" pitchFamily="49" charset="0"/>
                </a:rPr>
                <a:t>T</a:t>
              </a:r>
              <a:endParaRPr kumimoji="0" lang="ru-RU" sz="41300" b="0" i="0" u="none" strike="noStrike" kern="1200" cap="none" spc="0" normalizeH="0" baseline="0" noProof="0" dirty="0">
                <a:ln>
                  <a:noFill/>
                </a:ln>
                <a:solidFill>
                  <a:schemeClr val="bg2">
                    <a:lumMod val="10000"/>
                  </a:schemeClr>
                </a:solidFill>
                <a:effectLst/>
                <a:uLnTx/>
                <a:uFillTx/>
                <a:latin typeface="Cascadia Code SemiBold" panose="020B0609020000020004" pitchFamily="49" charset="0"/>
                <a:ea typeface="+mn-ea"/>
                <a:cs typeface="Cascadia Code SemiBold" panose="020B0609020000020004" pitchFamily="49" charset="0"/>
              </a:endParaRPr>
            </a:p>
          </p:txBody>
        </p:sp>
        <p:sp>
          <p:nvSpPr>
            <p:cNvPr id="36" name="!!Icon3!!">
              <a:extLst>
                <a:ext uri="{FF2B5EF4-FFF2-40B4-BE49-F238E27FC236}">
                  <a16:creationId xmlns:a16="http://schemas.microsoft.com/office/drawing/2014/main" id="{4C6B37D9-6AB0-399E-794F-F5F43A6F587C}"/>
                </a:ext>
              </a:extLst>
            </p:cNvPr>
            <p:cNvSpPr/>
            <p:nvPr/>
          </p:nvSpPr>
          <p:spPr>
            <a:xfrm>
              <a:off x="12528172" y="2441448"/>
              <a:ext cx="2769739" cy="2103120"/>
            </a:xfrm>
            <a:custGeom>
              <a:avLst/>
              <a:gdLst>
                <a:gd name="csX0" fmla="*/ 2081595 w 2769739"/>
                <a:gd name="csY0" fmla="*/ 1365617 h 2103120"/>
                <a:gd name="csX1" fmla="*/ 2078069 w 2769739"/>
                <a:gd name="csY1" fmla="*/ 1378612 h 2103120"/>
                <a:gd name="csX2" fmla="*/ 2037562 w 2769739"/>
                <a:gd name="csY2" fmla="*/ 1476800 h 2103120"/>
                <a:gd name="csX3" fmla="*/ 2007036 w 2769739"/>
                <a:gd name="csY3" fmla="*/ 1527173 h 2103120"/>
                <a:gd name="csX4" fmla="*/ 2022039 w 2769739"/>
                <a:gd name="csY4" fmla="*/ 1522516 h 2103120"/>
                <a:gd name="csX5" fmla="*/ 2199642 w 2769739"/>
                <a:gd name="csY5" fmla="*/ 1402771 h 2103120"/>
                <a:gd name="csX6" fmla="*/ 2230297 w 2769739"/>
                <a:gd name="csY6" fmla="*/ 1365617 h 2103120"/>
                <a:gd name="csX7" fmla="*/ 1610883 w 2769739"/>
                <a:gd name="csY7" fmla="*/ 1365617 h 2103120"/>
                <a:gd name="csX8" fmla="*/ 1628767 w 2769739"/>
                <a:gd name="csY8" fmla="*/ 1416470 h 2103120"/>
                <a:gd name="csX9" fmla="*/ 1707088 w 2769739"/>
                <a:gd name="csY9" fmla="*/ 1540366 h 2103120"/>
                <a:gd name="csX10" fmla="*/ 1732958 w 2769739"/>
                <a:gd name="csY10" fmla="*/ 1559208 h 2103120"/>
                <a:gd name="csX11" fmla="*/ 1804549 w 2769739"/>
                <a:gd name="csY11" fmla="*/ 1566425 h 2103120"/>
                <a:gd name="csX12" fmla="*/ 1872541 w 2769739"/>
                <a:gd name="csY12" fmla="*/ 1559571 h 2103120"/>
                <a:gd name="csX13" fmla="*/ 1898910 w 2769739"/>
                <a:gd name="csY13" fmla="*/ 1540366 h 2103120"/>
                <a:gd name="csX14" fmla="*/ 1977231 w 2769739"/>
                <a:gd name="csY14" fmla="*/ 1416470 h 2103120"/>
                <a:gd name="csX15" fmla="*/ 1995115 w 2769739"/>
                <a:gd name="csY15" fmla="*/ 1365617 h 2103120"/>
                <a:gd name="csX16" fmla="*/ 1378797 w 2769739"/>
                <a:gd name="csY16" fmla="*/ 1365617 h 2103120"/>
                <a:gd name="csX17" fmla="*/ 1409452 w 2769739"/>
                <a:gd name="csY17" fmla="*/ 1402771 h 2103120"/>
                <a:gd name="csX18" fmla="*/ 1587059 w 2769739"/>
                <a:gd name="csY18" fmla="*/ 1522516 h 2103120"/>
                <a:gd name="csX19" fmla="*/ 1598248 w 2769739"/>
                <a:gd name="csY19" fmla="*/ 1525989 h 2103120"/>
                <a:gd name="csX20" fmla="*/ 1568439 w 2769739"/>
                <a:gd name="csY20" fmla="*/ 1476800 h 2103120"/>
                <a:gd name="csX21" fmla="*/ 1527932 w 2769739"/>
                <a:gd name="csY21" fmla="*/ 1378612 h 2103120"/>
                <a:gd name="csX22" fmla="*/ 1524407 w 2769739"/>
                <a:gd name="csY22" fmla="*/ 1365617 h 2103120"/>
                <a:gd name="csX23" fmla="*/ 334990 w 2769739"/>
                <a:gd name="csY23" fmla="*/ 1312045 h 2103120"/>
                <a:gd name="csX24" fmla="*/ 986660 w 2769739"/>
                <a:gd name="csY24" fmla="*/ 1312045 h 2103120"/>
                <a:gd name="csX25" fmla="*/ 986660 w 2769739"/>
                <a:gd name="csY25" fmla="*/ 1475800 h 2103120"/>
                <a:gd name="csX26" fmla="*/ 334990 w 2769739"/>
                <a:gd name="csY26" fmla="*/ 1475800 h 2103120"/>
                <a:gd name="csX27" fmla="*/ 2131396 w 2769739"/>
                <a:gd name="csY27" fmla="*/ 1073663 h 2103120"/>
                <a:gd name="csX28" fmla="*/ 2127982 w 2769739"/>
                <a:gd name="csY28" fmla="*/ 1141382 h 2103120"/>
                <a:gd name="csX29" fmla="*/ 2112532 w 2769739"/>
                <a:gd name="csY29" fmla="*/ 1240925 h 2103120"/>
                <a:gd name="csX30" fmla="*/ 2310833 w 2769739"/>
                <a:gd name="csY30" fmla="*/ 1240925 h 2103120"/>
                <a:gd name="csX31" fmla="*/ 2319387 w 2769739"/>
                <a:gd name="csY31" fmla="*/ 1225166 h 2103120"/>
                <a:gd name="csX32" fmla="*/ 2351943 w 2769739"/>
                <a:gd name="csY32" fmla="*/ 1120283 h 2103120"/>
                <a:gd name="csX33" fmla="*/ 2356643 w 2769739"/>
                <a:gd name="csY33" fmla="*/ 1073663 h 2103120"/>
                <a:gd name="csX34" fmla="*/ 1559433 w 2769739"/>
                <a:gd name="csY34" fmla="*/ 1073663 h 2103120"/>
                <a:gd name="csX35" fmla="*/ 1561603 w 2769739"/>
                <a:gd name="csY35" fmla="*/ 1124188 h 2103120"/>
                <a:gd name="csX36" fmla="*/ 1575960 w 2769739"/>
                <a:gd name="csY36" fmla="*/ 1232707 h 2103120"/>
                <a:gd name="csX37" fmla="*/ 1577862 w 2769739"/>
                <a:gd name="csY37" fmla="*/ 1240925 h 2103120"/>
                <a:gd name="csX38" fmla="*/ 2028136 w 2769739"/>
                <a:gd name="csY38" fmla="*/ 1240925 h 2103120"/>
                <a:gd name="csX39" fmla="*/ 2030038 w 2769739"/>
                <a:gd name="csY39" fmla="*/ 1232707 h 2103120"/>
                <a:gd name="csX40" fmla="*/ 2044395 w 2769739"/>
                <a:gd name="csY40" fmla="*/ 1124188 h 2103120"/>
                <a:gd name="csX41" fmla="*/ 2046565 w 2769739"/>
                <a:gd name="csY41" fmla="*/ 1073663 h 2103120"/>
                <a:gd name="csX42" fmla="*/ 1252451 w 2769739"/>
                <a:gd name="csY42" fmla="*/ 1073663 h 2103120"/>
                <a:gd name="csX43" fmla="*/ 1257151 w 2769739"/>
                <a:gd name="csY43" fmla="*/ 1120283 h 2103120"/>
                <a:gd name="csX44" fmla="*/ 1289708 w 2769739"/>
                <a:gd name="csY44" fmla="*/ 1225166 h 2103120"/>
                <a:gd name="csX45" fmla="*/ 1298261 w 2769739"/>
                <a:gd name="csY45" fmla="*/ 1240925 h 2103120"/>
                <a:gd name="csX46" fmla="*/ 1493470 w 2769739"/>
                <a:gd name="csY46" fmla="*/ 1240925 h 2103120"/>
                <a:gd name="csX47" fmla="*/ 1478020 w 2769739"/>
                <a:gd name="csY47" fmla="*/ 1141382 h 2103120"/>
                <a:gd name="csX48" fmla="*/ 1474606 w 2769739"/>
                <a:gd name="csY48" fmla="*/ 1073663 h 2103120"/>
                <a:gd name="csX49" fmla="*/ 334990 w 2769739"/>
                <a:gd name="csY49" fmla="*/ 905674 h 2103120"/>
                <a:gd name="csX50" fmla="*/ 986660 w 2769739"/>
                <a:gd name="csY50" fmla="*/ 905674 h 2103120"/>
                <a:gd name="csX51" fmla="*/ 986660 w 2769739"/>
                <a:gd name="csY51" fmla="*/ 1069429 h 2103120"/>
                <a:gd name="csX52" fmla="*/ 334990 w 2769739"/>
                <a:gd name="csY52" fmla="*/ 1069429 h 2103120"/>
                <a:gd name="csX53" fmla="*/ 2116244 w 2769739"/>
                <a:gd name="csY53" fmla="*/ 791205 h 2103120"/>
                <a:gd name="csX54" fmla="*/ 2127982 w 2769739"/>
                <a:gd name="csY54" fmla="*/ 873970 h 2103120"/>
                <a:gd name="csX55" fmla="*/ 2131762 w 2769739"/>
                <a:gd name="csY55" fmla="*/ 948972 h 2103120"/>
                <a:gd name="csX56" fmla="*/ 2358855 w 2769739"/>
                <a:gd name="csY56" fmla="*/ 948972 h 2103120"/>
                <a:gd name="csX57" fmla="*/ 2356858 w 2769739"/>
                <a:gd name="csY57" fmla="*/ 922584 h 2103120"/>
                <a:gd name="csX58" fmla="*/ 2341149 w 2769739"/>
                <a:gd name="csY58" fmla="*/ 851402 h 2103120"/>
                <a:gd name="csX59" fmla="*/ 2319332 w 2769739"/>
                <a:gd name="csY59" fmla="*/ 791205 h 2103120"/>
                <a:gd name="csX60" fmla="*/ 1575969 w 2769739"/>
                <a:gd name="csY60" fmla="*/ 791205 h 2103120"/>
                <a:gd name="csX61" fmla="*/ 1567674 w 2769739"/>
                <a:gd name="csY61" fmla="*/ 835760 h 2103120"/>
                <a:gd name="csX62" fmla="*/ 1560379 w 2769739"/>
                <a:gd name="csY62" fmla="*/ 948972 h 2103120"/>
                <a:gd name="csX63" fmla="*/ 2045619 w 2769739"/>
                <a:gd name="csY63" fmla="*/ 948972 h 2103120"/>
                <a:gd name="csX64" fmla="*/ 2038324 w 2769739"/>
                <a:gd name="csY64" fmla="*/ 835760 h 2103120"/>
                <a:gd name="csX65" fmla="*/ 2030029 w 2769739"/>
                <a:gd name="csY65" fmla="*/ 791205 h 2103120"/>
                <a:gd name="csX66" fmla="*/ 1289763 w 2769739"/>
                <a:gd name="csY66" fmla="*/ 791205 h 2103120"/>
                <a:gd name="csX67" fmla="*/ 1267946 w 2769739"/>
                <a:gd name="csY67" fmla="*/ 851402 h 2103120"/>
                <a:gd name="csX68" fmla="*/ 1252237 w 2769739"/>
                <a:gd name="csY68" fmla="*/ 922584 h 2103120"/>
                <a:gd name="csX69" fmla="*/ 1250239 w 2769739"/>
                <a:gd name="csY69" fmla="*/ 948972 h 2103120"/>
                <a:gd name="csX70" fmla="*/ 1474239 w 2769739"/>
                <a:gd name="csY70" fmla="*/ 948972 h 2103120"/>
                <a:gd name="csX71" fmla="*/ 1478020 w 2769739"/>
                <a:gd name="csY71" fmla="*/ 873970 h 2103120"/>
                <a:gd name="csX72" fmla="*/ 1489757 w 2769739"/>
                <a:gd name="csY72" fmla="*/ 791205 h 2103120"/>
                <a:gd name="csX73" fmla="*/ 334990 w 2769739"/>
                <a:gd name="csY73" fmla="*/ 531188 h 2103120"/>
                <a:gd name="csX74" fmla="*/ 986660 w 2769739"/>
                <a:gd name="csY74" fmla="*/ 531188 h 2103120"/>
                <a:gd name="csX75" fmla="*/ 986660 w 2769739"/>
                <a:gd name="csY75" fmla="*/ 694943 h 2103120"/>
                <a:gd name="csX76" fmla="*/ 334990 w 2769739"/>
                <a:gd name="csY76" fmla="*/ 694943 h 2103120"/>
                <a:gd name="csX77" fmla="*/ 1598248 w 2769739"/>
                <a:gd name="csY77" fmla="*/ 489362 h 2103120"/>
                <a:gd name="csX78" fmla="*/ 1587057 w 2769739"/>
                <a:gd name="csY78" fmla="*/ 492837 h 2103120"/>
                <a:gd name="csX79" fmla="*/ 1364972 w 2769739"/>
                <a:gd name="csY79" fmla="*/ 662712 h 2103120"/>
                <a:gd name="csX80" fmla="*/ 1362355 w 2769739"/>
                <a:gd name="csY80" fmla="*/ 666514 h 2103120"/>
                <a:gd name="csX81" fmla="*/ 1519306 w 2769739"/>
                <a:gd name="csY81" fmla="*/ 666514 h 2103120"/>
                <a:gd name="csX82" fmla="*/ 1537183 w 2769739"/>
                <a:gd name="csY82" fmla="*/ 610729 h 2103120"/>
                <a:gd name="csX83" fmla="*/ 1568439 w 2769739"/>
                <a:gd name="csY83" fmla="*/ 538554 h 2103120"/>
                <a:gd name="csX84" fmla="*/ 2007036 w 2769739"/>
                <a:gd name="csY84" fmla="*/ 488179 h 2103120"/>
                <a:gd name="csX85" fmla="*/ 2037562 w 2769739"/>
                <a:gd name="csY85" fmla="*/ 538554 h 2103120"/>
                <a:gd name="csX86" fmla="*/ 2068819 w 2769739"/>
                <a:gd name="csY86" fmla="*/ 610729 h 2103120"/>
                <a:gd name="csX87" fmla="*/ 2086696 w 2769739"/>
                <a:gd name="csY87" fmla="*/ 666514 h 2103120"/>
                <a:gd name="csX88" fmla="*/ 2246740 w 2769739"/>
                <a:gd name="csY88" fmla="*/ 666514 h 2103120"/>
                <a:gd name="csX89" fmla="*/ 2244122 w 2769739"/>
                <a:gd name="csY89" fmla="*/ 662712 h 2103120"/>
                <a:gd name="csX90" fmla="*/ 2022037 w 2769739"/>
                <a:gd name="csY90" fmla="*/ 492837 h 2103120"/>
                <a:gd name="csX91" fmla="*/ 1804549 w 2769739"/>
                <a:gd name="csY91" fmla="*/ 448927 h 2103120"/>
                <a:gd name="csX92" fmla="*/ 1732958 w 2769739"/>
                <a:gd name="csY92" fmla="*/ 456144 h 2103120"/>
                <a:gd name="csX93" fmla="*/ 1707088 w 2769739"/>
                <a:gd name="csY93" fmla="*/ 474986 h 2103120"/>
                <a:gd name="csX94" fmla="*/ 1620608 w 2769739"/>
                <a:gd name="csY94" fmla="*/ 618961 h 2103120"/>
                <a:gd name="csX95" fmla="*/ 1605833 w 2769739"/>
                <a:gd name="csY95" fmla="*/ 666514 h 2103120"/>
                <a:gd name="csX96" fmla="*/ 2000165 w 2769739"/>
                <a:gd name="csY96" fmla="*/ 666514 h 2103120"/>
                <a:gd name="csX97" fmla="*/ 1985390 w 2769739"/>
                <a:gd name="csY97" fmla="*/ 618961 h 2103120"/>
                <a:gd name="csX98" fmla="*/ 1898910 w 2769739"/>
                <a:gd name="csY98" fmla="*/ 474986 h 2103120"/>
                <a:gd name="csX99" fmla="*/ 1872541 w 2769739"/>
                <a:gd name="csY99" fmla="*/ 455781 h 2103120"/>
                <a:gd name="csX100" fmla="*/ 1803001 w 2769739"/>
                <a:gd name="csY100" fmla="*/ 344236 h 2103120"/>
                <a:gd name="csX101" fmla="*/ 1803516 w 2769739"/>
                <a:gd name="csY101" fmla="*/ 344288 h 2103120"/>
                <a:gd name="csX102" fmla="*/ 1804549 w 2769739"/>
                <a:gd name="csY102" fmla="*/ 344236 h 2103120"/>
                <a:gd name="csX103" fmla="*/ 2467988 w 2769739"/>
                <a:gd name="csY103" fmla="*/ 1007676 h 2103120"/>
                <a:gd name="csX104" fmla="*/ 2415852 w 2769739"/>
                <a:gd name="csY104" fmla="*/ 1265917 h 2103120"/>
                <a:gd name="csX105" fmla="*/ 2361777 w 2769739"/>
                <a:gd name="csY105" fmla="*/ 1365542 h 2103120"/>
                <a:gd name="csX106" fmla="*/ 2361777 w 2769739"/>
                <a:gd name="csY106" fmla="*/ 1365617 h 2103120"/>
                <a:gd name="csX107" fmla="*/ 2361737 w 2769739"/>
                <a:gd name="csY107" fmla="*/ 1365617 h 2103120"/>
                <a:gd name="csX108" fmla="*/ 2354682 w 2769739"/>
                <a:gd name="csY108" fmla="*/ 1378612 h 2103120"/>
                <a:gd name="csX109" fmla="*/ 1804549 w 2769739"/>
                <a:gd name="csY109" fmla="*/ 1671116 h 2103120"/>
                <a:gd name="csX110" fmla="*/ 1803516 w 2769739"/>
                <a:gd name="csY110" fmla="*/ 1671064 h 2103120"/>
                <a:gd name="csX111" fmla="*/ 1803001 w 2769739"/>
                <a:gd name="csY111" fmla="*/ 1671116 h 2103120"/>
                <a:gd name="csX112" fmla="*/ 1801453 w 2769739"/>
                <a:gd name="csY112" fmla="*/ 1670960 h 2103120"/>
                <a:gd name="csX113" fmla="*/ 1736715 w 2769739"/>
                <a:gd name="csY113" fmla="*/ 1667692 h 2103120"/>
                <a:gd name="csX114" fmla="*/ 1141108 w 2769739"/>
                <a:gd name="csY114" fmla="*/ 1007676 h 2103120"/>
                <a:gd name="csX115" fmla="*/ 1736715 w 2769739"/>
                <a:gd name="csY115" fmla="*/ 347662 h 2103120"/>
                <a:gd name="csX116" fmla="*/ 1801453 w 2769739"/>
                <a:gd name="csY116" fmla="*/ 344392 h 2103120"/>
                <a:gd name="csX117" fmla="*/ 214672 w 2769739"/>
                <a:gd name="csY117" fmla="*/ 187452 h 2103120"/>
                <a:gd name="csX118" fmla="*/ 214672 w 2769739"/>
                <a:gd name="csY118" fmla="*/ 1873088 h 2103120"/>
                <a:gd name="csX119" fmla="*/ 2538772 w 2769739"/>
                <a:gd name="csY119" fmla="*/ 1873088 h 2103120"/>
                <a:gd name="csX120" fmla="*/ 2538772 w 2769739"/>
                <a:gd name="csY120" fmla="*/ 187452 h 2103120"/>
                <a:gd name="csX121" fmla="*/ 0 w 2769739"/>
                <a:gd name="csY121" fmla="*/ 0 h 2103120"/>
                <a:gd name="csX122" fmla="*/ 2769739 w 2769739"/>
                <a:gd name="csY122" fmla="*/ 0 h 2103120"/>
                <a:gd name="csX123" fmla="*/ 2769739 w 2769739"/>
                <a:gd name="csY123" fmla="*/ 2103120 h 2103120"/>
                <a:gd name="csX124" fmla="*/ 0 w 2769739"/>
                <a:gd name="csY124" fmla="*/ 2103120 h 210312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  <a:cxn ang="0">
                  <a:pos x="csX35" y="csY35"/>
                </a:cxn>
                <a:cxn ang="0">
                  <a:pos x="csX36" y="csY36"/>
                </a:cxn>
                <a:cxn ang="0">
                  <a:pos x="csX37" y="csY37"/>
                </a:cxn>
                <a:cxn ang="0">
                  <a:pos x="csX38" y="csY38"/>
                </a:cxn>
                <a:cxn ang="0">
                  <a:pos x="csX39" y="csY39"/>
                </a:cxn>
                <a:cxn ang="0">
                  <a:pos x="csX40" y="csY40"/>
                </a:cxn>
                <a:cxn ang="0">
                  <a:pos x="csX41" y="csY41"/>
                </a:cxn>
                <a:cxn ang="0">
                  <a:pos x="csX42" y="csY42"/>
                </a:cxn>
                <a:cxn ang="0">
                  <a:pos x="csX43" y="csY43"/>
                </a:cxn>
                <a:cxn ang="0">
                  <a:pos x="csX44" y="csY44"/>
                </a:cxn>
                <a:cxn ang="0">
                  <a:pos x="csX45" y="csY45"/>
                </a:cxn>
                <a:cxn ang="0">
                  <a:pos x="csX46" y="csY46"/>
                </a:cxn>
                <a:cxn ang="0">
                  <a:pos x="csX47" y="csY47"/>
                </a:cxn>
                <a:cxn ang="0">
                  <a:pos x="csX48" y="csY48"/>
                </a:cxn>
                <a:cxn ang="0">
                  <a:pos x="csX49" y="csY49"/>
                </a:cxn>
                <a:cxn ang="0">
                  <a:pos x="csX50" y="csY50"/>
                </a:cxn>
                <a:cxn ang="0">
                  <a:pos x="csX51" y="csY51"/>
                </a:cxn>
                <a:cxn ang="0">
                  <a:pos x="csX52" y="csY52"/>
                </a:cxn>
                <a:cxn ang="0">
                  <a:pos x="csX53" y="csY53"/>
                </a:cxn>
                <a:cxn ang="0">
                  <a:pos x="csX54" y="csY54"/>
                </a:cxn>
                <a:cxn ang="0">
                  <a:pos x="csX55" y="csY55"/>
                </a:cxn>
                <a:cxn ang="0">
                  <a:pos x="csX56" y="csY56"/>
                </a:cxn>
                <a:cxn ang="0">
                  <a:pos x="csX57" y="csY57"/>
                </a:cxn>
                <a:cxn ang="0">
                  <a:pos x="csX58" y="csY58"/>
                </a:cxn>
                <a:cxn ang="0">
                  <a:pos x="csX59" y="csY59"/>
                </a:cxn>
                <a:cxn ang="0">
                  <a:pos x="csX60" y="csY60"/>
                </a:cxn>
                <a:cxn ang="0">
                  <a:pos x="csX61" y="csY61"/>
                </a:cxn>
                <a:cxn ang="0">
                  <a:pos x="csX62" y="csY62"/>
                </a:cxn>
                <a:cxn ang="0">
                  <a:pos x="csX63" y="csY63"/>
                </a:cxn>
                <a:cxn ang="0">
                  <a:pos x="csX64" y="csY64"/>
                </a:cxn>
                <a:cxn ang="0">
                  <a:pos x="csX65" y="csY65"/>
                </a:cxn>
                <a:cxn ang="0">
                  <a:pos x="csX66" y="csY66"/>
                </a:cxn>
                <a:cxn ang="0">
                  <a:pos x="csX67" y="csY67"/>
                </a:cxn>
                <a:cxn ang="0">
                  <a:pos x="csX68" y="csY68"/>
                </a:cxn>
                <a:cxn ang="0">
                  <a:pos x="csX69" y="csY69"/>
                </a:cxn>
                <a:cxn ang="0">
                  <a:pos x="csX70" y="csY70"/>
                </a:cxn>
                <a:cxn ang="0">
                  <a:pos x="csX71" y="csY71"/>
                </a:cxn>
                <a:cxn ang="0">
                  <a:pos x="csX72" y="csY72"/>
                </a:cxn>
                <a:cxn ang="0">
                  <a:pos x="csX73" y="csY73"/>
                </a:cxn>
                <a:cxn ang="0">
                  <a:pos x="csX74" y="csY74"/>
                </a:cxn>
                <a:cxn ang="0">
                  <a:pos x="csX75" y="csY75"/>
                </a:cxn>
                <a:cxn ang="0">
                  <a:pos x="csX76" y="csY76"/>
                </a:cxn>
                <a:cxn ang="0">
                  <a:pos x="csX77" y="csY77"/>
                </a:cxn>
                <a:cxn ang="0">
                  <a:pos x="csX78" y="csY78"/>
                </a:cxn>
                <a:cxn ang="0">
                  <a:pos x="csX79" y="csY79"/>
                </a:cxn>
                <a:cxn ang="0">
                  <a:pos x="csX80" y="csY80"/>
                </a:cxn>
                <a:cxn ang="0">
                  <a:pos x="csX81" y="csY81"/>
                </a:cxn>
                <a:cxn ang="0">
                  <a:pos x="csX82" y="csY82"/>
                </a:cxn>
                <a:cxn ang="0">
                  <a:pos x="csX83" y="csY83"/>
                </a:cxn>
                <a:cxn ang="0">
                  <a:pos x="csX84" y="csY84"/>
                </a:cxn>
                <a:cxn ang="0">
                  <a:pos x="csX85" y="csY85"/>
                </a:cxn>
                <a:cxn ang="0">
                  <a:pos x="csX86" y="csY86"/>
                </a:cxn>
                <a:cxn ang="0">
                  <a:pos x="csX87" y="csY87"/>
                </a:cxn>
                <a:cxn ang="0">
                  <a:pos x="csX88" y="csY88"/>
                </a:cxn>
                <a:cxn ang="0">
                  <a:pos x="csX89" y="csY89"/>
                </a:cxn>
                <a:cxn ang="0">
                  <a:pos x="csX90" y="csY90"/>
                </a:cxn>
                <a:cxn ang="0">
                  <a:pos x="csX91" y="csY91"/>
                </a:cxn>
                <a:cxn ang="0">
                  <a:pos x="csX92" y="csY92"/>
                </a:cxn>
                <a:cxn ang="0">
                  <a:pos x="csX93" y="csY93"/>
                </a:cxn>
                <a:cxn ang="0">
                  <a:pos x="csX94" y="csY94"/>
                </a:cxn>
                <a:cxn ang="0">
                  <a:pos x="csX95" y="csY95"/>
                </a:cxn>
                <a:cxn ang="0">
                  <a:pos x="csX96" y="csY96"/>
                </a:cxn>
                <a:cxn ang="0">
                  <a:pos x="csX97" y="csY97"/>
                </a:cxn>
                <a:cxn ang="0">
                  <a:pos x="csX98" y="csY98"/>
                </a:cxn>
                <a:cxn ang="0">
                  <a:pos x="csX99" y="csY99"/>
                </a:cxn>
                <a:cxn ang="0">
                  <a:pos x="csX100" y="csY100"/>
                </a:cxn>
                <a:cxn ang="0">
                  <a:pos x="csX101" y="csY101"/>
                </a:cxn>
                <a:cxn ang="0">
                  <a:pos x="csX102" y="csY102"/>
                </a:cxn>
                <a:cxn ang="0">
                  <a:pos x="csX103" y="csY103"/>
                </a:cxn>
                <a:cxn ang="0">
                  <a:pos x="csX104" y="csY104"/>
                </a:cxn>
                <a:cxn ang="0">
                  <a:pos x="csX105" y="csY105"/>
                </a:cxn>
                <a:cxn ang="0">
                  <a:pos x="csX106" y="csY106"/>
                </a:cxn>
                <a:cxn ang="0">
                  <a:pos x="csX107" y="csY107"/>
                </a:cxn>
                <a:cxn ang="0">
                  <a:pos x="csX108" y="csY108"/>
                </a:cxn>
                <a:cxn ang="0">
                  <a:pos x="csX109" y="csY109"/>
                </a:cxn>
                <a:cxn ang="0">
                  <a:pos x="csX110" y="csY110"/>
                </a:cxn>
                <a:cxn ang="0">
                  <a:pos x="csX111" y="csY111"/>
                </a:cxn>
                <a:cxn ang="0">
                  <a:pos x="csX112" y="csY112"/>
                </a:cxn>
                <a:cxn ang="0">
                  <a:pos x="csX113" y="csY113"/>
                </a:cxn>
                <a:cxn ang="0">
                  <a:pos x="csX114" y="csY114"/>
                </a:cxn>
                <a:cxn ang="0">
                  <a:pos x="csX115" y="csY115"/>
                </a:cxn>
                <a:cxn ang="0">
                  <a:pos x="csX116" y="csY116"/>
                </a:cxn>
                <a:cxn ang="0">
                  <a:pos x="csX117" y="csY117"/>
                </a:cxn>
                <a:cxn ang="0">
                  <a:pos x="csX118" y="csY118"/>
                </a:cxn>
                <a:cxn ang="0">
                  <a:pos x="csX119" y="csY119"/>
                </a:cxn>
                <a:cxn ang="0">
                  <a:pos x="csX120" y="csY120"/>
                </a:cxn>
                <a:cxn ang="0">
                  <a:pos x="csX121" y="csY121"/>
                </a:cxn>
                <a:cxn ang="0">
                  <a:pos x="csX122" y="csY122"/>
                </a:cxn>
                <a:cxn ang="0">
                  <a:pos x="csX123" y="csY123"/>
                </a:cxn>
                <a:cxn ang="0">
                  <a:pos x="csX124" y="csY124"/>
                </a:cxn>
              </a:cxnLst>
              <a:rect l="l" t="t" r="r" b="b"/>
              <a:pathLst>
                <a:path w="2769739" h="2103120">
                  <a:moveTo>
                    <a:pt x="2081595" y="1365617"/>
                  </a:moveTo>
                  <a:lnTo>
                    <a:pt x="2078069" y="1378612"/>
                  </a:lnTo>
                  <a:cubicBezTo>
                    <a:pt x="2066146" y="1413907"/>
                    <a:pt x="2052569" y="1446784"/>
                    <a:pt x="2037562" y="1476800"/>
                  </a:cubicBezTo>
                  <a:lnTo>
                    <a:pt x="2007036" y="1527173"/>
                  </a:lnTo>
                  <a:lnTo>
                    <a:pt x="2022039" y="1522516"/>
                  </a:lnTo>
                  <a:cubicBezTo>
                    <a:pt x="2088886" y="1494242"/>
                    <a:pt x="2149086" y="1453328"/>
                    <a:pt x="2199642" y="1402771"/>
                  </a:cubicBezTo>
                  <a:lnTo>
                    <a:pt x="2230297" y="1365617"/>
                  </a:lnTo>
                  <a:close/>
                  <a:moveTo>
                    <a:pt x="1610883" y="1365617"/>
                  </a:moveTo>
                  <a:lnTo>
                    <a:pt x="1628767" y="1416470"/>
                  </a:lnTo>
                  <a:cubicBezTo>
                    <a:pt x="1651061" y="1468779"/>
                    <a:pt x="1677609" y="1511112"/>
                    <a:pt x="1707088" y="1540366"/>
                  </a:cubicBezTo>
                  <a:lnTo>
                    <a:pt x="1732958" y="1559208"/>
                  </a:lnTo>
                  <a:lnTo>
                    <a:pt x="1804549" y="1566425"/>
                  </a:lnTo>
                  <a:lnTo>
                    <a:pt x="1872541" y="1559571"/>
                  </a:lnTo>
                  <a:lnTo>
                    <a:pt x="1898910" y="1540366"/>
                  </a:lnTo>
                  <a:cubicBezTo>
                    <a:pt x="1928389" y="1511112"/>
                    <a:pt x="1954937" y="1468779"/>
                    <a:pt x="1977231" y="1416470"/>
                  </a:cubicBezTo>
                  <a:lnTo>
                    <a:pt x="1995115" y="1365617"/>
                  </a:lnTo>
                  <a:close/>
                  <a:moveTo>
                    <a:pt x="1378797" y="1365617"/>
                  </a:moveTo>
                  <a:lnTo>
                    <a:pt x="1409452" y="1402771"/>
                  </a:lnTo>
                  <a:cubicBezTo>
                    <a:pt x="1460010" y="1453328"/>
                    <a:pt x="1520210" y="1494242"/>
                    <a:pt x="1587059" y="1522516"/>
                  </a:cubicBezTo>
                  <a:lnTo>
                    <a:pt x="1598248" y="1525989"/>
                  </a:lnTo>
                  <a:lnTo>
                    <a:pt x="1568439" y="1476800"/>
                  </a:lnTo>
                  <a:cubicBezTo>
                    <a:pt x="1553431" y="1446784"/>
                    <a:pt x="1539855" y="1413907"/>
                    <a:pt x="1527932" y="1378612"/>
                  </a:cubicBezTo>
                  <a:lnTo>
                    <a:pt x="1524407" y="1365617"/>
                  </a:lnTo>
                  <a:close/>
                  <a:moveTo>
                    <a:pt x="334990" y="1312045"/>
                  </a:moveTo>
                  <a:lnTo>
                    <a:pt x="986660" y="1312045"/>
                  </a:lnTo>
                  <a:lnTo>
                    <a:pt x="986660" y="1475800"/>
                  </a:lnTo>
                  <a:lnTo>
                    <a:pt x="334990" y="1475800"/>
                  </a:lnTo>
                  <a:close/>
                  <a:moveTo>
                    <a:pt x="2131396" y="1073663"/>
                  </a:moveTo>
                  <a:lnTo>
                    <a:pt x="2127982" y="1141382"/>
                  </a:lnTo>
                  <a:lnTo>
                    <a:pt x="2112532" y="1240925"/>
                  </a:lnTo>
                  <a:lnTo>
                    <a:pt x="2310833" y="1240925"/>
                  </a:lnTo>
                  <a:lnTo>
                    <a:pt x="2319387" y="1225166"/>
                  </a:lnTo>
                  <a:cubicBezTo>
                    <a:pt x="2333524" y="1191743"/>
                    <a:pt x="2344502" y="1156656"/>
                    <a:pt x="2351943" y="1120283"/>
                  </a:cubicBezTo>
                  <a:lnTo>
                    <a:pt x="2356643" y="1073663"/>
                  </a:lnTo>
                  <a:close/>
                  <a:moveTo>
                    <a:pt x="1559433" y="1073663"/>
                  </a:moveTo>
                  <a:lnTo>
                    <a:pt x="1561603" y="1124188"/>
                  </a:lnTo>
                  <a:cubicBezTo>
                    <a:pt x="1564886" y="1161822"/>
                    <a:pt x="1569727" y="1198124"/>
                    <a:pt x="1575960" y="1232707"/>
                  </a:cubicBezTo>
                  <a:lnTo>
                    <a:pt x="1577862" y="1240925"/>
                  </a:lnTo>
                  <a:lnTo>
                    <a:pt x="2028136" y="1240925"/>
                  </a:lnTo>
                  <a:lnTo>
                    <a:pt x="2030038" y="1232707"/>
                  </a:lnTo>
                  <a:cubicBezTo>
                    <a:pt x="2036273" y="1198124"/>
                    <a:pt x="2041114" y="1161822"/>
                    <a:pt x="2044395" y="1124188"/>
                  </a:cubicBezTo>
                  <a:lnTo>
                    <a:pt x="2046565" y="1073663"/>
                  </a:lnTo>
                  <a:close/>
                  <a:moveTo>
                    <a:pt x="1252451" y="1073663"/>
                  </a:moveTo>
                  <a:lnTo>
                    <a:pt x="1257151" y="1120283"/>
                  </a:lnTo>
                  <a:cubicBezTo>
                    <a:pt x="1264594" y="1156656"/>
                    <a:pt x="1275571" y="1191743"/>
                    <a:pt x="1289708" y="1225166"/>
                  </a:cubicBezTo>
                  <a:lnTo>
                    <a:pt x="1298261" y="1240925"/>
                  </a:lnTo>
                  <a:lnTo>
                    <a:pt x="1493470" y="1240925"/>
                  </a:lnTo>
                  <a:lnTo>
                    <a:pt x="1478020" y="1141382"/>
                  </a:lnTo>
                  <a:lnTo>
                    <a:pt x="1474606" y="1073663"/>
                  </a:lnTo>
                  <a:close/>
                  <a:moveTo>
                    <a:pt x="334990" y="905674"/>
                  </a:moveTo>
                  <a:lnTo>
                    <a:pt x="986660" y="905674"/>
                  </a:lnTo>
                  <a:lnTo>
                    <a:pt x="986660" y="1069429"/>
                  </a:lnTo>
                  <a:lnTo>
                    <a:pt x="334990" y="1069429"/>
                  </a:lnTo>
                  <a:close/>
                  <a:moveTo>
                    <a:pt x="2116244" y="791205"/>
                  </a:moveTo>
                  <a:lnTo>
                    <a:pt x="2127982" y="873970"/>
                  </a:lnTo>
                  <a:lnTo>
                    <a:pt x="2131762" y="948972"/>
                  </a:lnTo>
                  <a:lnTo>
                    <a:pt x="2358855" y="948972"/>
                  </a:lnTo>
                  <a:lnTo>
                    <a:pt x="2356858" y="922584"/>
                  </a:lnTo>
                  <a:cubicBezTo>
                    <a:pt x="2353149" y="898307"/>
                    <a:pt x="2347877" y="874544"/>
                    <a:pt x="2341149" y="851402"/>
                  </a:cubicBezTo>
                  <a:lnTo>
                    <a:pt x="2319332" y="791205"/>
                  </a:lnTo>
                  <a:close/>
                  <a:moveTo>
                    <a:pt x="1575969" y="791205"/>
                  </a:moveTo>
                  <a:lnTo>
                    <a:pt x="1567674" y="835760"/>
                  </a:lnTo>
                  <a:lnTo>
                    <a:pt x="1560379" y="948972"/>
                  </a:lnTo>
                  <a:lnTo>
                    <a:pt x="2045619" y="948972"/>
                  </a:lnTo>
                  <a:lnTo>
                    <a:pt x="2038324" y="835760"/>
                  </a:lnTo>
                  <a:lnTo>
                    <a:pt x="2030029" y="791205"/>
                  </a:lnTo>
                  <a:close/>
                  <a:moveTo>
                    <a:pt x="1289763" y="791205"/>
                  </a:moveTo>
                  <a:lnTo>
                    <a:pt x="1267946" y="851402"/>
                  </a:lnTo>
                  <a:cubicBezTo>
                    <a:pt x="1261217" y="874544"/>
                    <a:pt x="1255946" y="898307"/>
                    <a:pt x="1252237" y="922584"/>
                  </a:cubicBezTo>
                  <a:lnTo>
                    <a:pt x="1250239" y="948972"/>
                  </a:lnTo>
                  <a:lnTo>
                    <a:pt x="1474239" y="948972"/>
                  </a:lnTo>
                  <a:lnTo>
                    <a:pt x="1478020" y="873970"/>
                  </a:lnTo>
                  <a:lnTo>
                    <a:pt x="1489757" y="791205"/>
                  </a:lnTo>
                  <a:close/>
                  <a:moveTo>
                    <a:pt x="334990" y="531188"/>
                  </a:moveTo>
                  <a:lnTo>
                    <a:pt x="986660" y="531188"/>
                  </a:lnTo>
                  <a:lnTo>
                    <a:pt x="986660" y="694943"/>
                  </a:lnTo>
                  <a:lnTo>
                    <a:pt x="334990" y="694943"/>
                  </a:lnTo>
                  <a:close/>
                  <a:moveTo>
                    <a:pt x="1598248" y="489362"/>
                  </a:moveTo>
                  <a:lnTo>
                    <a:pt x="1587057" y="492837"/>
                  </a:lnTo>
                  <a:cubicBezTo>
                    <a:pt x="1499319" y="529946"/>
                    <a:pt x="1423033" y="588830"/>
                    <a:pt x="1364972" y="662712"/>
                  </a:cubicBezTo>
                  <a:lnTo>
                    <a:pt x="1362355" y="666514"/>
                  </a:lnTo>
                  <a:lnTo>
                    <a:pt x="1519306" y="666514"/>
                  </a:lnTo>
                  <a:lnTo>
                    <a:pt x="1537183" y="610729"/>
                  </a:lnTo>
                  <a:cubicBezTo>
                    <a:pt x="1546734" y="585186"/>
                    <a:pt x="1557184" y="561064"/>
                    <a:pt x="1568439" y="538554"/>
                  </a:cubicBezTo>
                  <a:close/>
                  <a:moveTo>
                    <a:pt x="2007036" y="488179"/>
                  </a:moveTo>
                  <a:lnTo>
                    <a:pt x="2037562" y="538554"/>
                  </a:lnTo>
                  <a:cubicBezTo>
                    <a:pt x="2048818" y="561064"/>
                    <a:pt x="2059268" y="585186"/>
                    <a:pt x="2068819" y="610729"/>
                  </a:cubicBezTo>
                  <a:lnTo>
                    <a:pt x="2086696" y="666514"/>
                  </a:lnTo>
                  <a:lnTo>
                    <a:pt x="2246740" y="666514"/>
                  </a:lnTo>
                  <a:lnTo>
                    <a:pt x="2244122" y="662712"/>
                  </a:lnTo>
                  <a:cubicBezTo>
                    <a:pt x="2186061" y="588830"/>
                    <a:pt x="2109775" y="529946"/>
                    <a:pt x="2022037" y="492837"/>
                  </a:cubicBezTo>
                  <a:close/>
                  <a:moveTo>
                    <a:pt x="1804549" y="448927"/>
                  </a:moveTo>
                  <a:lnTo>
                    <a:pt x="1732958" y="456144"/>
                  </a:lnTo>
                  <a:lnTo>
                    <a:pt x="1707088" y="474986"/>
                  </a:lnTo>
                  <a:cubicBezTo>
                    <a:pt x="1673924" y="507898"/>
                    <a:pt x="1644470" y="557360"/>
                    <a:pt x="1620608" y="618961"/>
                  </a:cubicBezTo>
                  <a:lnTo>
                    <a:pt x="1605833" y="666514"/>
                  </a:lnTo>
                  <a:lnTo>
                    <a:pt x="2000165" y="666514"/>
                  </a:lnTo>
                  <a:lnTo>
                    <a:pt x="1985390" y="618961"/>
                  </a:lnTo>
                  <a:cubicBezTo>
                    <a:pt x="1961528" y="557360"/>
                    <a:pt x="1932074" y="507898"/>
                    <a:pt x="1898910" y="474986"/>
                  </a:cubicBezTo>
                  <a:lnTo>
                    <a:pt x="1872541" y="455781"/>
                  </a:lnTo>
                  <a:close/>
                  <a:moveTo>
                    <a:pt x="1803001" y="344236"/>
                  </a:moveTo>
                  <a:lnTo>
                    <a:pt x="1803516" y="344288"/>
                  </a:lnTo>
                  <a:lnTo>
                    <a:pt x="1804549" y="344236"/>
                  </a:lnTo>
                  <a:cubicBezTo>
                    <a:pt x="2170956" y="344236"/>
                    <a:pt x="2467988" y="641268"/>
                    <a:pt x="2467988" y="1007676"/>
                  </a:cubicBezTo>
                  <a:cubicBezTo>
                    <a:pt x="2467988" y="1099278"/>
                    <a:pt x="2449423" y="1186544"/>
                    <a:pt x="2415852" y="1265917"/>
                  </a:cubicBezTo>
                  <a:lnTo>
                    <a:pt x="2361777" y="1365542"/>
                  </a:lnTo>
                  <a:lnTo>
                    <a:pt x="2361777" y="1365617"/>
                  </a:lnTo>
                  <a:lnTo>
                    <a:pt x="2361737" y="1365617"/>
                  </a:lnTo>
                  <a:lnTo>
                    <a:pt x="2354682" y="1378612"/>
                  </a:lnTo>
                  <a:cubicBezTo>
                    <a:pt x="2235459" y="1555088"/>
                    <a:pt x="2033553" y="1671116"/>
                    <a:pt x="1804549" y="1671116"/>
                  </a:cubicBezTo>
                  <a:lnTo>
                    <a:pt x="1803516" y="1671064"/>
                  </a:lnTo>
                  <a:lnTo>
                    <a:pt x="1803001" y="1671116"/>
                  </a:lnTo>
                  <a:lnTo>
                    <a:pt x="1801453" y="1670960"/>
                  </a:lnTo>
                  <a:lnTo>
                    <a:pt x="1736715" y="1667692"/>
                  </a:lnTo>
                  <a:cubicBezTo>
                    <a:pt x="1402172" y="1633717"/>
                    <a:pt x="1141108" y="1351184"/>
                    <a:pt x="1141108" y="1007676"/>
                  </a:cubicBezTo>
                  <a:cubicBezTo>
                    <a:pt x="1141108" y="664169"/>
                    <a:pt x="1402172" y="381636"/>
                    <a:pt x="1736715" y="347662"/>
                  </a:cubicBezTo>
                  <a:lnTo>
                    <a:pt x="1801453" y="344392"/>
                  </a:lnTo>
                  <a:close/>
                  <a:moveTo>
                    <a:pt x="214672" y="187452"/>
                  </a:moveTo>
                  <a:lnTo>
                    <a:pt x="214672" y="1873088"/>
                  </a:lnTo>
                  <a:lnTo>
                    <a:pt x="2538772" y="1873088"/>
                  </a:lnTo>
                  <a:lnTo>
                    <a:pt x="2538772" y="187452"/>
                  </a:lnTo>
                  <a:close/>
                  <a:moveTo>
                    <a:pt x="0" y="0"/>
                  </a:moveTo>
                  <a:lnTo>
                    <a:pt x="2769739" y="0"/>
                  </a:lnTo>
                  <a:lnTo>
                    <a:pt x="2769739" y="2103120"/>
                  </a:lnTo>
                  <a:lnTo>
                    <a:pt x="0" y="2103120"/>
                  </a:lnTo>
                  <a:close/>
                </a:path>
              </a:pathLst>
            </a:custGeom>
            <a:solidFill>
              <a:schemeClr val="bg2">
                <a:lumMod val="1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ru-RU"/>
            </a:p>
          </p:txBody>
        </p:sp>
      </p:grpSp>
      <p:grpSp>
        <p:nvGrpSpPr>
          <p:cNvPr id="57" name="!!Item2!!">
            <a:extLst>
              <a:ext uri="{FF2B5EF4-FFF2-40B4-BE49-F238E27FC236}">
                <a16:creationId xmlns:a16="http://schemas.microsoft.com/office/drawing/2014/main" id="{B81E32B3-AAE8-B0F3-0CB0-0273CAE362E6}"/>
              </a:ext>
            </a:extLst>
          </p:cNvPr>
          <p:cNvGrpSpPr/>
          <p:nvPr/>
        </p:nvGrpSpPr>
        <p:grpSpPr>
          <a:xfrm>
            <a:off x="7759942" y="2751811"/>
            <a:ext cx="2324100" cy="7684624"/>
            <a:chOff x="12900908" y="1908290"/>
            <a:chExt cx="2324100" cy="7684624"/>
          </a:xfrm>
          <a:solidFill>
            <a:schemeClr val="bg2">
              <a:lumMod val="10000"/>
            </a:schemeClr>
          </a:solidFill>
        </p:grpSpPr>
        <p:sp>
          <p:nvSpPr>
            <p:cNvPr id="17" name="!!BigT2!!">
              <a:extLst>
                <a:ext uri="{FF2B5EF4-FFF2-40B4-BE49-F238E27FC236}">
                  <a16:creationId xmlns:a16="http://schemas.microsoft.com/office/drawing/2014/main" id="{DAF51F76-882A-A004-3AF4-B01473131926}"/>
                </a:ext>
              </a:extLst>
            </p:cNvPr>
            <p:cNvSpPr txBox="1"/>
            <p:nvPr/>
          </p:nvSpPr>
          <p:spPr>
            <a:xfrm>
              <a:off x="12900908" y="3144995"/>
              <a:ext cx="2324100" cy="644791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413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scadia Code SemiBold" panose="020B0609020000020004" pitchFamily="49" charset="0"/>
                  <a:ea typeface="+mn-ea"/>
                  <a:cs typeface="Cascadia Code SemiBold" panose="020B0609020000020004" pitchFamily="49" charset="0"/>
                </a:rPr>
                <a:t>T</a:t>
              </a:r>
              <a:endParaRPr kumimoji="0" lang="ru-RU" sz="413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scadia Code SemiBold" panose="020B0609020000020004" pitchFamily="49" charset="0"/>
                <a:ea typeface="+mn-ea"/>
                <a:cs typeface="Cascadia Code SemiBold" panose="020B0609020000020004" pitchFamily="49" charset="0"/>
              </a:endParaRPr>
            </a:p>
          </p:txBody>
        </p:sp>
        <p:sp>
          <p:nvSpPr>
            <p:cNvPr id="56" name="!!Icon2!!">
              <a:extLst>
                <a:ext uri="{FF2B5EF4-FFF2-40B4-BE49-F238E27FC236}">
                  <a16:creationId xmlns:a16="http://schemas.microsoft.com/office/drawing/2014/main" id="{B6666786-A855-8736-1DAB-BA1FD50C8E50}"/>
                </a:ext>
              </a:extLst>
            </p:cNvPr>
            <p:cNvSpPr/>
            <p:nvPr/>
          </p:nvSpPr>
          <p:spPr>
            <a:xfrm>
              <a:off x="13069027" y="1908290"/>
              <a:ext cx="2136992" cy="2204274"/>
            </a:xfrm>
            <a:custGeom>
              <a:avLst/>
              <a:gdLst>
                <a:gd name="csX0" fmla="*/ 2535310 w 3368430"/>
                <a:gd name="csY0" fmla="*/ 0 h 3474483"/>
                <a:gd name="csX1" fmla="*/ 3368430 w 3368430"/>
                <a:gd name="csY1" fmla="*/ 0 h 3474483"/>
                <a:gd name="csX2" fmla="*/ 3368430 w 3368430"/>
                <a:gd name="csY2" fmla="*/ 833120 h 3474483"/>
                <a:gd name="csX3" fmla="*/ 2535310 w 3368430"/>
                <a:gd name="csY3" fmla="*/ 833120 h 3474483"/>
                <a:gd name="csX4" fmla="*/ 2535310 w 3368430"/>
                <a:gd name="csY4" fmla="*/ 627100 h 3474483"/>
                <a:gd name="csX5" fmla="*/ 1467206 w 3368430"/>
                <a:gd name="csY5" fmla="*/ 627100 h 3474483"/>
                <a:gd name="csX6" fmla="*/ 1467206 w 3368430"/>
                <a:gd name="csY6" fmla="*/ 1513270 h 3474483"/>
                <a:gd name="csX7" fmla="*/ 2664084 w 3368430"/>
                <a:gd name="csY7" fmla="*/ 1513270 h 3474483"/>
                <a:gd name="csX8" fmla="*/ 2902508 w 3368430"/>
                <a:gd name="csY8" fmla="*/ 1274846 h 3474483"/>
                <a:gd name="csX9" fmla="*/ 3368430 w 3368430"/>
                <a:gd name="csY9" fmla="*/ 1740768 h 3474483"/>
                <a:gd name="csX10" fmla="*/ 2902508 w 3368430"/>
                <a:gd name="csY10" fmla="*/ 2206690 h 3474483"/>
                <a:gd name="csX11" fmla="*/ 2676781 w 3368430"/>
                <a:gd name="csY11" fmla="*/ 1980963 h 3474483"/>
                <a:gd name="csX12" fmla="*/ 1467206 w 3368430"/>
                <a:gd name="csY12" fmla="*/ 1980963 h 3474483"/>
                <a:gd name="csX13" fmla="*/ 1467206 w 3368430"/>
                <a:gd name="csY13" fmla="*/ 2867133 h 3474483"/>
                <a:gd name="csX14" fmla="*/ 2557149 w 3368430"/>
                <a:gd name="csY14" fmla="*/ 2867133 h 3474483"/>
                <a:gd name="csX15" fmla="*/ 2561859 w 3368430"/>
                <a:gd name="csY15" fmla="*/ 2858455 h 3474483"/>
                <a:gd name="csX16" fmla="*/ 2889495 w 3368430"/>
                <a:gd name="csY16" fmla="*/ 2684253 h 3474483"/>
                <a:gd name="csX17" fmla="*/ 3284610 w 3368430"/>
                <a:gd name="csY17" fmla="*/ 3079368 h 3474483"/>
                <a:gd name="csX18" fmla="*/ 2889495 w 3368430"/>
                <a:gd name="csY18" fmla="*/ 3474483 h 3474483"/>
                <a:gd name="csX19" fmla="*/ 2610106 w 3368430"/>
                <a:gd name="csY19" fmla="*/ 3358756 h 3474483"/>
                <a:gd name="csX20" fmla="*/ 2567718 w 3368430"/>
                <a:gd name="csY20" fmla="*/ 3307381 h 3474483"/>
                <a:gd name="csX21" fmla="*/ 1002747 w 3368430"/>
                <a:gd name="csY21" fmla="*/ 3307381 h 3474483"/>
                <a:gd name="csX22" fmla="*/ 1002747 w 3368430"/>
                <a:gd name="csY22" fmla="*/ 1045578 h 3474483"/>
                <a:gd name="csX23" fmla="*/ 0 w 3368430"/>
                <a:gd name="csY23" fmla="*/ 1045578 h 3474483"/>
                <a:gd name="csX24" fmla="*/ 0 w 3368430"/>
                <a:gd name="csY24" fmla="*/ 650034 h 3474483"/>
                <a:gd name="csX25" fmla="*/ 989050 w 3368430"/>
                <a:gd name="csY25" fmla="*/ 650034 h 3474483"/>
                <a:gd name="csX26" fmla="*/ 989050 w 3368430"/>
                <a:gd name="csY26" fmla="*/ 190264 h 3474483"/>
                <a:gd name="csX27" fmla="*/ 2535310 w 3368430"/>
                <a:gd name="csY27" fmla="*/ 190264 h 3474483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</a:cxnLst>
              <a:rect l="l" t="t" r="r" b="b"/>
              <a:pathLst>
                <a:path w="3368430" h="3474483">
                  <a:moveTo>
                    <a:pt x="2535310" y="0"/>
                  </a:moveTo>
                  <a:lnTo>
                    <a:pt x="3368430" y="0"/>
                  </a:lnTo>
                  <a:lnTo>
                    <a:pt x="3368430" y="833120"/>
                  </a:lnTo>
                  <a:lnTo>
                    <a:pt x="2535310" y="833120"/>
                  </a:lnTo>
                  <a:lnTo>
                    <a:pt x="2535310" y="627100"/>
                  </a:lnTo>
                  <a:lnTo>
                    <a:pt x="1467206" y="627100"/>
                  </a:lnTo>
                  <a:lnTo>
                    <a:pt x="1467206" y="1513270"/>
                  </a:lnTo>
                  <a:lnTo>
                    <a:pt x="2664084" y="1513270"/>
                  </a:lnTo>
                  <a:lnTo>
                    <a:pt x="2902508" y="1274846"/>
                  </a:lnTo>
                  <a:lnTo>
                    <a:pt x="3368430" y="1740768"/>
                  </a:lnTo>
                  <a:lnTo>
                    <a:pt x="2902508" y="2206690"/>
                  </a:lnTo>
                  <a:lnTo>
                    <a:pt x="2676781" y="1980963"/>
                  </a:lnTo>
                  <a:lnTo>
                    <a:pt x="1467206" y="1980963"/>
                  </a:lnTo>
                  <a:lnTo>
                    <a:pt x="1467206" y="2867133"/>
                  </a:lnTo>
                  <a:lnTo>
                    <a:pt x="2557149" y="2867133"/>
                  </a:lnTo>
                  <a:lnTo>
                    <a:pt x="2561859" y="2858455"/>
                  </a:lnTo>
                  <a:cubicBezTo>
                    <a:pt x="2632864" y="2753354"/>
                    <a:pt x="2753110" y="2684253"/>
                    <a:pt x="2889495" y="2684253"/>
                  </a:cubicBezTo>
                  <a:cubicBezTo>
                    <a:pt x="3107711" y="2684253"/>
                    <a:pt x="3284610" y="2861152"/>
                    <a:pt x="3284610" y="3079368"/>
                  </a:cubicBezTo>
                  <a:cubicBezTo>
                    <a:pt x="3284610" y="3297584"/>
                    <a:pt x="3107711" y="3474483"/>
                    <a:pt x="2889495" y="3474483"/>
                  </a:cubicBezTo>
                  <a:cubicBezTo>
                    <a:pt x="2780387" y="3474483"/>
                    <a:pt x="2681608" y="3430258"/>
                    <a:pt x="2610106" y="3358756"/>
                  </a:cubicBezTo>
                  <a:lnTo>
                    <a:pt x="2567718" y="3307381"/>
                  </a:lnTo>
                  <a:lnTo>
                    <a:pt x="1002747" y="3307381"/>
                  </a:lnTo>
                  <a:lnTo>
                    <a:pt x="1002747" y="1045578"/>
                  </a:lnTo>
                  <a:lnTo>
                    <a:pt x="0" y="1045578"/>
                  </a:lnTo>
                  <a:lnTo>
                    <a:pt x="0" y="650034"/>
                  </a:lnTo>
                  <a:lnTo>
                    <a:pt x="989050" y="650034"/>
                  </a:lnTo>
                  <a:lnTo>
                    <a:pt x="989050" y="190264"/>
                  </a:lnTo>
                  <a:lnTo>
                    <a:pt x="2535310" y="190264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grpSp>
        <p:nvGrpSpPr>
          <p:cNvPr id="9" name="!!Item1!!">
            <a:extLst>
              <a:ext uri="{FF2B5EF4-FFF2-40B4-BE49-F238E27FC236}">
                <a16:creationId xmlns:a16="http://schemas.microsoft.com/office/drawing/2014/main" id="{EDF36189-ED8C-9DAB-5219-3EE2401D4CB6}"/>
              </a:ext>
            </a:extLst>
          </p:cNvPr>
          <p:cNvGrpSpPr/>
          <p:nvPr/>
        </p:nvGrpSpPr>
        <p:grpSpPr>
          <a:xfrm>
            <a:off x="7817482" y="6780488"/>
            <a:ext cx="2324100" cy="7936918"/>
            <a:chOff x="7817482" y="2267930"/>
            <a:chExt cx="2324100" cy="7936918"/>
          </a:xfrm>
          <a:solidFill>
            <a:schemeClr val="bg1"/>
          </a:solidFill>
        </p:grpSpPr>
        <p:sp>
          <p:nvSpPr>
            <p:cNvPr id="29" name="!!BigT1!!">
              <a:extLst>
                <a:ext uri="{FF2B5EF4-FFF2-40B4-BE49-F238E27FC236}">
                  <a16:creationId xmlns:a16="http://schemas.microsoft.com/office/drawing/2014/main" id="{B1A1CBA3-ECE7-B736-D2B1-AAC1960EAA30}"/>
                </a:ext>
              </a:extLst>
            </p:cNvPr>
            <p:cNvSpPr txBox="1"/>
            <p:nvPr/>
          </p:nvSpPr>
          <p:spPr>
            <a:xfrm>
              <a:off x="7817482" y="3756929"/>
              <a:ext cx="2324100" cy="644791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41300" b="0" i="0" u="none" strike="noStrike" kern="1200" cap="none" spc="0" normalizeH="0" baseline="0" noProof="0" dirty="0">
                  <a:ln>
                    <a:noFill/>
                  </a:ln>
                  <a:solidFill>
                    <a:srgbClr val="E7E6E6">
                      <a:lumMod val="10000"/>
                    </a:srgbClr>
                  </a:solidFill>
                  <a:effectLst/>
                  <a:uLnTx/>
                  <a:uFillTx/>
                  <a:latin typeface="Cascadia Code SemiBold" panose="020B0609020000020004" pitchFamily="49" charset="0"/>
                  <a:ea typeface="+mn-ea"/>
                  <a:cs typeface="Cascadia Code SemiBold" panose="020B0609020000020004" pitchFamily="49" charset="0"/>
                </a:rPr>
                <a:t>T</a:t>
              </a:r>
              <a:endParaRPr kumimoji="0" lang="ru-RU" sz="41300" b="0" i="0" u="none" strike="noStrike" kern="1200" cap="none" spc="0" normalizeH="0" baseline="0" noProof="0" dirty="0">
                <a:ln>
                  <a:noFill/>
                </a:ln>
                <a:solidFill>
                  <a:srgbClr val="E7E6E6">
                    <a:lumMod val="10000"/>
                  </a:srgbClr>
                </a:solidFill>
                <a:effectLst/>
                <a:uLnTx/>
                <a:uFillTx/>
                <a:latin typeface="Cascadia Code SemiBold" panose="020B0609020000020004" pitchFamily="49" charset="0"/>
                <a:ea typeface="+mn-ea"/>
                <a:cs typeface="Cascadia Code SemiBold" panose="020B0609020000020004" pitchFamily="49" charset="0"/>
              </a:endParaRPr>
            </a:p>
          </p:txBody>
        </p:sp>
        <p:grpSp>
          <p:nvGrpSpPr>
            <p:cNvPr id="41" name="!!Icon1!!">
              <a:extLst>
                <a:ext uri="{FF2B5EF4-FFF2-40B4-BE49-F238E27FC236}">
                  <a16:creationId xmlns:a16="http://schemas.microsoft.com/office/drawing/2014/main" id="{212F4A04-712E-FDB9-67CA-666A85C97163}"/>
                </a:ext>
              </a:extLst>
            </p:cNvPr>
            <p:cNvGrpSpPr/>
            <p:nvPr/>
          </p:nvGrpSpPr>
          <p:grpSpPr>
            <a:xfrm rot="2759572">
              <a:off x="7490534" y="2886978"/>
              <a:ext cx="2977995" cy="1739900"/>
              <a:chOff x="5492905" y="2530763"/>
              <a:chExt cx="2977995" cy="1739900"/>
            </a:xfrm>
            <a:grpFill/>
          </p:grpSpPr>
          <p:sp>
            <p:nvSpPr>
              <p:cNvPr id="37" name="Прямоугольник 36">
                <a:extLst>
                  <a:ext uri="{FF2B5EF4-FFF2-40B4-BE49-F238E27FC236}">
                    <a16:creationId xmlns:a16="http://schemas.microsoft.com/office/drawing/2014/main" id="{FDA8C282-CC11-74A4-118C-56D4AE16DDB6}"/>
                  </a:ext>
                </a:extLst>
              </p:cNvPr>
              <p:cNvSpPr/>
              <p:nvPr/>
            </p:nvSpPr>
            <p:spPr>
              <a:xfrm>
                <a:off x="6972300" y="3254663"/>
                <a:ext cx="1498600" cy="292100"/>
              </a:xfrm>
              <a:prstGeom prst="rect">
                <a:avLst/>
              </a:prstGeom>
              <a:solidFill>
                <a:schemeClr val="bg2">
                  <a:lumMod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RU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40" name="Полилиния: фигура 39">
                <a:extLst>
                  <a:ext uri="{FF2B5EF4-FFF2-40B4-BE49-F238E27FC236}">
                    <a16:creationId xmlns:a16="http://schemas.microsoft.com/office/drawing/2014/main" id="{D0221904-A856-5BB5-1915-2172D8003E93}"/>
                  </a:ext>
                </a:extLst>
              </p:cNvPr>
              <p:cNvSpPr/>
              <p:nvPr/>
            </p:nvSpPr>
            <p:spPr>
              <a:xfrm>
                <a:off x="5492905" y="2530763"/>
                <a:ext cx="1739900" cy="1739900"/>
              </a:xfrm>
              <a:custGeom>
                <a:avLst/>
                <a:gdLst>
                  <a:gd name="csX0" fmla="*/ 869950 w 1739900"/>
                  <a:gd name="csY0" fmla="*/ 256671 h 1739900"/>
                  <a:gd name="csX1" fmla="*/ 256866 w 1739900"/>
                  <a:gd name="csY1" fmla="*/ 869755 h 1739900"/>
                  <a:gd name="csX2" fmla="*/ 869950 w 1739900"/>
                  <a:gd name="csY2" fmla="*/ 1482839 h 1739900"/>
                  <a:gd name="csX3" fmla="*/ 1483034 w 1739900"/>
                  <a:gd name="csY3" fmla="*/ 869755 h 1739900"/>
                  <a:gd name="csX4" fmla="*/ 869950 w 1739900"/>
                  <a:gd name="csY4" fmla="*/ 256671 h 1739900"/>
                  <a:gd name="csX5" fmla="*/ 869950 w 1739900"/>
                  <a:gd name="csY5" fmla="*/ 0 h 1739900"/>
                  <a:gd name="csX6" fmla="*/ 1739900 w 1739900"/>
                  <a:gd name="csY6" fmla="*/ 869950 h 1739900"/>
                  <a:gd name="csX7" fmla="*/ 869950 w 1739900"/>
                  <a:gd name="csY7" fmla="*/ 1739900 h 1739900"/>
                  <a:gd name="csX8" fmla="*/ 0 w 1739900"/>
                  <a:gd name="csY8" fmla="*/ 869950 h 1739900"/>
                  <a:gd name="csX9" fmla="*/ 869950 w 1739900"/>
                  <a:gd name="csY9" fmla="*/ 0 h 173990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</a:cxnLst>
                <a:rect l="l" t="t" r="r" b="b"/>
                <a:pathLst>
                  <a:path w="1739900" h="1739900">
                    <a:moveTo>
                      <a:pt x="869950" y="256671"/>
                    </a:moveTo>
                    <a:cubicBezTo>
                      <a:pt x="531353" y="256671"/>
                      <a:pt x="256866" y="531158"/>
                      <a:pt x="256866" y="869755"/>
                    </a:cubicBezTo>
                    <a:cubicBezTo>
                      <a:pt x="256866" y="1208352"/>
                      <a:pt x="531353" y="1482839"/>
                      <a:pt x="869950" y="1482839"/>
                    </a:cubicBezTo>
                    <a:cubicBezTo>
                      <a:pt x="1208547" y="1482839"/>
                      <a:pt x="1483034" y="1208352"/>
                      <a:pt x="1483034" y="869755"/>
                    </a:cubicBezTo>
                    <a:cubicBezTo>
                      <a:pt x="1483034" y="531158"/>
                      <a:pt x="1208547" y="256671"/>
                      <a:pt x="869950" y="256671"/>
                    </a:cubicBezTo>
                    <a:close/>
                    <a:moveTo>
                      <a:pt x="869950" y="0"/>
                    </a:moveTo>
                    <a:cubicBezTo>
                      <a:pt x="1350410" y="0"/>
                      <a:pt x="1739900" y="389490"/>
                      <a:pt x="1739900" y="869950"/>
                    </a:cubicBezTo>
                    <a:cubicBezTo>
                      <a:pt x="1739900" y="1350410"/>
                      <a:pt x="1350410" y="1739900"/>
                      <a:pt x="869950" y="1739900"/>
                    </a:cubicBezTo>
                    <a:cubicBezTo>
                      <a:pt x="389490" y="1739900"/>
                      <a:pt x="0" y="1350410"/>
                      <a:pt x="0" y="869950"/>
                    </a:cubicBezTo>
                    <a:cubicBezTo>
                      <a:pt x="0" y="389490"/>
                      <a:pt x="389490" y="0"/>
                      <a:pt x="869950" y="0"/>
                    </a:cubicBezTo>
                    <a:close/>
                  </a:path>
                </a:pathLst>
              </a:custGeom>
              <a:solidFill>
                <a:schemeClr val="bg2">
                  <a:lumMod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RU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</p:grpSp>
      <p:sp>
        <p:nvSpPr>
          <p:cNvPr id="10" name="!!Perm2026!!">
            <a:extLst>
              <a:ext uri="{FF2B5EF4-FFF2-40B4-BE49-F238E27FC236}">
                <a16:creationId xmlns:a16="http://schemas.microsoft.com/office/drawing/2014/main" id="{34D2AA5C-685D-4EB6-8DDF-91465B19961F}"/>
              </a:ext>
            </a:extLst>
          </p:cNvPr>
          <p:cNvSpPr txBox="1"/>
          <p:nvPr/>
        </p:nvSpPr>
        <p:spPr>
          <a:xfrm>
            <a:off x="10639724" y="6425327"/>
            <a:ext cx="210312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scadia Code SemiBold" panose="020B0609020000020004" pitchFamily="49" charset="0"/>
                <a:ea typeface="+mn-ea"/>
                <a:cs typeface="Cascadia Code SemiBold" panose="020B0609020000020004" pitchFamily="49" charset="0"/>
              </a:rPr>
              <a:t>Пермь, 2026</a:t>
            </a:r>
          </a:p>
        </p:txBody>
      </p:sp>
      <p:sp>
        <p:nvSpPr>
          <p:cNvPr id="12" name="!!MainSectionRemoval!!">
            <a:extLst>
              <a:ext uri="{FF2B5EF4-FFF2-40B4-BE49-F238E27FC236}">
                <a16:creationId xmlns:a16="http://schemas.microsoft.com/office/drawing/2014/main" id="{455C8D0B-D3DB-1AB0-4060-55302133A663}"/>
              </a:ext>
            </a:extLst>
          </p:cNvPr>
          <p:cNvSpPr/>
          <p:nvPr/>
        </p:nvSpPr>
        <p:spPr>
          <a:xfrm>
            <a:off x="2423161" y="1528580"/>
            <a:ext cx="310895" cy="474839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561583130"/>
      </p:ext>
    </p:extLst>
  </p:cSld>
  <p:clrMapOvr>
    <a:masterClrMapping/>
  </p:clrMapOvr>
  <p:transition spd="slow">
    <p:push dir="u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95000"/>
            <a:lumOff val="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B978D77-45C3-86D7-6E00-986FC84576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!!MainSection!!">
            <a:extLst>
              <a:ext uri="{FF2B5EF4-FFF2-40B4-BE49-F238E27FC236}">
                <a16:creationId xmlns:a16="http://schemas.microsoft.com/office/drawing/2014/main" id="{20E63F75-ECDF-298D-5052-BB88A71E0125}"/>
              </a:ext>
            </a:extLst>
          </p:cNvPr>
          <p:cNvGrpSpPr/>
          <p:nvPr/>
        </p:nvGrpSpPr>
        <p:grpSpPr>
          <a:xfrm>
            <a:off x="2423161" y="1465686"/>
            <a:ext cx="4476618" cy="4811289"/>
            <a:chOff x="2423161" y="1465686"/>
            <a:chExt cx="4476618" cy="4811289"/>
          </a:xfrm>
        </p:grpSpPr>
        <p:sp>
          <p:nvSpPr>
            <p:cNvPr id="7" name="!!UnderMainText!!">
              <a:extLst>
                <a:ext uri="{FF2B5EF4-FFF2-40B4-BE49-F238E27FC236}">
                  <a16:creationId xmlns:a16="http://schemas.microsoft.com/office/drawing/2014/main" id="{CE80BFFE-6625-B7A0-7035-A2534959392A}"/>
                </a:ext>
              </a:extLst>
            </p:cNvPr>
            <p:cNvSpPr txBox="1"/>
            <p:nvPr/>
          </p:nvSpPr>
          <p:spPr>
            <a:xfrm>
              <a:off x="2828689" y="1465686"/>
              <a:ext cx="4071090" cy="264687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600" b="0" i="0" u="none" strike="noStrike" kern="1200" cap="none" spc="-300" normalizeH="0" baseline="0" noProof="0" dirty="0">
                  <a:ln>
                    <a:noFill/>
                  </a:ln>
                  <a:solidFill>
                    <a:srgbClr val="E7E6E6">
                      <a:lumMod val="10000"/>
                    </a:srgbClr>
                  </a:solidFill>
                  <a:effectLst/>
                  <a:uLnTx/>
                  <a:uFillTx/>
                  <a:latin typeface="Cascadia Code SemiBold" panose="020B0609020000020004" pitchFamily="49" charset="0"/>
                  <a:ea typeface="+mn-ea"/>
                  <a:cs typeface="Cascadia Code SemiBold" panose="020B0609020000020004" pitchFamily="49" charset="0"/>
                </a:rPr>
                <a:t>///</a:t>
              </a:r>
              <a:endParaRPr kumimoji="0" lang="ru-RU" sz="16600" b="0" i="0" u="none" strike="noStrike" kern="1200" cap="none" spc="-300" normalizeH="0" baseline="0" noProof="0" dirty="0">
                <a:ln>
                  <a:noFill/>
                </a:ln>
                <a:solidFill>
                  <a:srgbClr val="E7E6E6">
                    <a:lumMod val="10000"/>
                  </a:srgbClr>
                </a:solidFill>
                <a:effectLst/>
                <a:uLnTx/>
                <a:uFillTx/>
                <a:latin typeface="Cascadia Code SemiBold" panose="020B0609020000020004" pitchFamily="49" charset="0"/>
                <a:ea typeface="+mn-ea"/>
                <a:cs typeface="Cascadia Code SemiBold" panose="020B0609020000020004" pitchFamily="49" charset="0"/>
              </a:endParaRPr>
            </a:p>
          </p:txBody>
        </p:sp>
        <p:sp>
          <p:nvSpPr>
            <p:cNvPr id="8" name="!!UnderMainFiller!!">
              <a:extLst>
                <a:ext uri="{FF2B5EF4-FFF2-40B4-BE49-F238E27FC236}">
                  <a16:creationId xmlns:a16="http://schemas.microsoft.com/office/drawing/2014/main" id="{085D2246-833A-2962-9F4F-7B3788C137AD}"/>
                </a:ext>
              </a:extLst>
            </p:cNvPr>
            <p:cNvSpPr txBox="1"/>
            <p:nvPr/>
          </p:nvSpPr>
          <p:spPr>
            <a:xfrm>
              <a:off x="2828689" y="3902777"/>
              <a:ext cx="3503289" cy="230832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7200" b="0" i="0" u="none" strike="noStrike" kern="1200" cap="none" spc="-300" normalizeH="0" baseline="0" noProof="0" dirty="0">
                  <a:ln>
                    <a:noFill/>
                  </a:ln>
                  <a:solidFill>
                    <a:srgbClr val="E7E6E6">
                      <a:lumMod val="10000"/>
                    </a:srgbClr>
                  </a:solidFill>
                  <a:effectLst/>
                  <a:uLnTx/>
                  <a:uFillTx/>
                  <a:latin typeface="Cascadia Code SemiBold" panose="020B0609020000020004" pitchFamily="49" charset="0"/>
                  <a:ea typeface="+mn-ea"/>
                  <a:cs typeface="Cascadia Code SemiBold" panose="020B0609020000020004" pitchFamily="49" charset="0"/>
                </a:rPr>
                <a:t>iiiiiiiiiiii</a:t>
              </a:r>
              <a:endParaRPr kumimoji="0" lang="ru-RU" sz="7200" b="0" i="0" u="none" strike="noStrike" kern="1200" cap="none" spc="-300" normalizeH="0" baseline="0" noProof="0" dirty="0">
                <a:ln>
                  <a:noFill/>
                </a:ln>
                <a:solidFill>
                  <a:srgbClr val="E7E6E6">
                    <a:lumMod val="10000"/>
                  </a:srgbClr>
                </a:solidFill>
                <a:effectLst/>
                <a:uLnTx/>
                <a:uFillTx/>
                <a:latin typeface="Cascadia Code SemiBold" panose="020B0609020000020004" pitchFamily="49" charset="0"/>
                <a:ea typeface="+mn-ea"/>
                <a:cs typeface="Cascadia Code SemiBold" panose="020B0609020000020004" pitchFamily="49" charset="0"/>
              </a:endParaRPr>
            </a:p>
          </p:txBody>
        </p:sp>
        <p:sp>
          <p:nvSpPr>
            <p:cNvPr id="2" name="!!MainText!!">
              <a:extLst>
                <a:ext uri="{FF2B5EF4-FFF2-40B4-BE49-F238E27FC236}">
                  <a16:creationId xmlns:a16="http://schemas.microsoft.com/office/drawing/2014/main" id="{A2CEDB96-2D4D-3532-645F-69B23246ECDB}"/>
                </a:ext>
              </a:extLst>
            </p:cNvPr>
            <p:cNvSpPr txBox="1"/>
            <p:nvPr/>
          </p:nvSpPr>
          <p:spPr>
            <a:xfrm>
              <a:off x="2828689" y="1960957"/>
              <a:ext cx="3953111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36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scadia Code SemiBold" panose="020B0609020000020004" pitchFamily="49" charset="0"/>
                  <a:ea typeface="+mn-ea"/>
                  <a:cs typeface="Cascadia Code SemiBold" panose="020B0609020000020004" pitchFamily="49" charset="0"/>
                </a:rPr>
                <a:t>Веб-Приложение</a:t>
              </a:r>
            </a:p>
          </p:txBody>
        </p:sp>
        <p:sp>
          <p:nvSpPr>
            <p:cNvPr id="24" name="!!MainSectionHighlight!!">
              <a:extLst>
                <a:ext uri="{FF2B5EF4-FFF2-40B4-BE49-F238E27FC236}">
                  <a16:creationId xmlns:a16="http://schemas.microsoft.com/office/drawing/2014/main" id="{8A372AB4-E39A-51E4-01B7-0CE86E344CC4}"/>
                </a:ext>
              </a:extLst>
            </p:cNvPr>
            <p:cNvSpPr/>
            <p:nvPr/>
          </p:nvSpPr>
          <p:spPr>
            <a:xfrm>
              <a:off x="2423161" y="1528580"/>
              <a:ext cx="310895" cy="474839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grpSp>
        <p:nvGrpSpPr>
          <p:cNvPr id="19" name="!!TitleSection!!">
            <a:extLst>
              <a:ext uri="{FF2B5EF4-FFF2-40B4-BE49-F238E27FC236}">
                <a16:creationId xmlns:a16="http://schemas.microsoft.com/office/drawing/2014/main" id="{463AF5E5-A9A3-43D2-9E5C-9F8B24F07A72}"/>
              </a:ext>
            </a:extLst>
          </p:cNvPr>
          <p:cNvGrpSpPr/>
          <p:nvPr/>
        </p:nvGrpSpPr>
        <p:grpSpPr>
          <a:xfrm>
            <a:off x="2423160" y="0"/>
            <a:ext cx="17163989" cy="1323439"/>
            <a:chOff x="2423160" y="0"/>
            <a:chExt cx="17163989" cy="1323439"/>
          </a:xfrm>
        </p:grpSpPr>
        <p:sp>
          <p:nvSpPr>
            <p:cNvPr id="6" name="!!UnderTitle!!">
              <a:extLst>
                <a:ext uri="{FF2B5EF4-FFF2-40B4-BE49-F238E27FC236}">
                  <a16:creationId xmlns:a16="http://schemas.microsoft.com/office/drawing/2014/main" id="{D3092453-2382-3FCA-5D81-5E8E51834EC8}"/>
                </a:ext>
              </a:extLst>
            </p:cNvPr>
            <p:cNvSpPr txBox="1"/>
            <p:nvPr/>
          </p:nvSpPr>
          <p:spPr>
            <a:xfrm>
              <a:off x="2828689" y="0"/>
              <a:ext cx="16758460" cy="132343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000" b="0" i="0" u="none" strike="noStrike" kern="1200" cap="none" spc="-300" normalizeH="0" baseline="0" noProof="0" dirty="0">
                  <a:ln>
                    <a:noFill/>
                  </a:ln>
                  <a:solidFill>
                    <a:srgbClr val="E7E6E6">
                      <a:lumMod val="10000"/>
                    </a:srgbClr>
                  </a:solidFill>
                  <a:effectLst/>
                  <a:uLnTx/>
                  <a:uFillTx/>
                  <a:latin typeface="Cascadia Code SemiBold" panose="020B0609020000020004" pitchFamily="49" charset="0"/>
                  <a:ea typeface="+mn-ea"/>
                  <a:cs typeface="Cascadia Code SemiBold" panose="020B0609020000020004" pitchFamily="49" charset="0"/>
                </a:rPr>
                <a:t>////////////////////</a:t>
              </a:r>
              <a:endParaRPr kumimoji="0" lang="ru-RU" sz="8000" b="0" i="0" u="none" strike="noStrike" kern="1200" cap="none" spc="-300" normalizeH="0" baseline="0" noProof="0" dirty="0">
                <a:ln>
                  <a:noFill/>
                </a:ln>
                <a:solidFill>
                  <a:srgbClr val="E7E6E6">
                    <a:lumMod val="10000"/>
                  </a:srgbClr>
                </a:solidFill>
                <a:effectLst/>
                <a:uLnTx/>
                <a:uFillTx/>
                <a:latin typeface="Cascadia Code SemiBold" panose="020B0609020000020004" pitchFamily="49" charset="0"/>
                <a:ea typeface="+mn-ea"/>
                <a:cs typeface="Cascadia Code SemiBold" panose="020B0609020000020004" pitchFamily="49" charset="0"/>
              </a:endParaRPr>
            </a:p>
          </p:txBody>
        </p:sp>
        <p:sp>
          <p:nvSpPr>
            <p:cNvPr id="3" name="!!Title!!">
              <a:extLst>
                <a:ext uri="{FF2B5EF4-FFF2-40B4-BE49-F238E27FC236}">
                  <a16:creationId xmlns:a16="http://schemas.microsoft.com/office/drawing/2014/main" id="{111A2326-662E-0AF5-6BAC-704BD356C852}"/>
                </a:ext>
              </a:extLst>
            </p:cNvPr>
            <p:cNvSpPr txBox="1"/>
            <p:nvPr/>
          </p:nvSpPr>
          <p:spPr>
            <a:xfrm>
              <a:off x="2828689" y="284528"/>
              <a:ext cx="6712111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36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scadia Code SemiBold" panose="020B0609020000020004" pitchFamily="49" charset="0"/>
                  <a:ea typeface="+mn-ea"/>
                  <a:cs typeface="Cascadia Code SemiBold" panose="020B0609020000020004" pitchFamily="49" charset="0"/>
                </a:rPr>
                <a:t>Задачи</a:t>
              </a:r>
            </a:p>
          </p:txBody>
        </p:sp>
        <p:sp>
          <p:nvSpPr>
            <p:cNvPr id="4" name="!!TitleHighlighter!!">
              <a:extLst>
                <a:ext uri="{FF2B5EF4-FFF2-40B4-BE49-F238E27FC236}">
                  <a16:creationId xmlns:a16="http://schemas.microsoft.com/office/drawing/2014/main" id="{C40C4AD8-8C77-A29C-64E3-0F6EECC5AAC7}"/>
                </a:ext>
              </a:extLst>
            </p:cNvPr>
            <p:cNvSpPr/>
            <p:nvPr/>
          </p:nvSpPr>
          <p:spPr>
            <a:xfrm>
              <a:off x="2423160" y="91666"/>
              <a:ext cx="310896" cy="1100757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11" name="!!ShapeBottom!!">
            <a:extLst>
              <a:ext uri="{FF2B5EF4-FFF2-40B4-BE49-F238E27FC236}">
                <a16:creationId xmlns:a16="http://schemas.microsoft.com/office/drawing/2014/main" id="{A878AB8D-F578-0AC9-35D8-DC96039F90B2}"/>
              </a:ext>
            </a:extLst>
          </p:cNvPr>
          <p:cNvSpPr/>
          <p:nvPr/>
        </p:nvSpPr>
        <p:spPr>
          <a:xfrm>
            <a:off x="403401" y="4314536"/>
            <a:ext cx="1600200" cy="160020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0" name="!!ShapeTop!!">
            <a:extLst>
              <a:ext uri="{FF2B5EF4-FFF2-40B4-BE49-F238E27FC236}">
                <a16:creationId xmlns:a16="http://schemas.microsoft.com/office/drawing/2014/main" id="{89316E04-3BAB-42E0-23CD-2BF2D1E7D89D}"/>
              </a:ext>
            </a:extLst>
          </p:cNvPr>
          <p:cNvSpPr/>
          <p:nvPr/>
        </p:nvSpPr>
        <p:spPr>
          <a:xfrm rot="5400000">
            <a:off x="403401" y="1844867"/>
            <a:ext cx="1600200" cy="1573270"/>
          </a:xfrm>
          <a:custGeom>
            <a:avLst/>
            <a:gdLst>
              <a:gd name="csX0" fmla="*/ 597336 w 1600200"/>
              <a:gd name="csY0" fmla="*/ 0 h 1573270"/>
              <a:gd name="csX1" fmla="*/ 597336 w 1600200"/>
              <a:gd name="csY1" fmla="*/ 771333 h 1573270"/>
              <a:gd name="csX2" fmla="*/ 1002864 w 1600200"/>
              <a:gd name="csY2" fmla="*/ 771333 h 1573270"/>
              <a:gd name="csX3" fmla="*/ 1002864 w 1600200"/>
              <a:gd name="csY3" fmla="*/ 0 h 1573270"/>
              <a:gd name="csX4" fmla="*/ 1038025 w 1600200"/>
              <a:gd name="csY4" fmla="*/ 9041 h 1573270"/>
              <a:gd name="csX5" fmla="*/ 1600200 w 1600200"/>
              <a:gd name="csY5" fmla="*/ 773170 h 1573270"/>
              <a:gd name="csX6" fmla="*/ 800100 w 1600200"/>
              <a:gd name="csY6" fmla="*/ 1573270 h 1573270"/>
              <a:gd name="csX7" fmla="*/ 0 w 1600200"/>
              <a:gd name="csY7" fmla="*/ 773170 h 1573270"/>
              <a:gd name="csX8" fmla="*/ 562175 w 1600200"/>
              <a:gd name="csY8" fmla="*/ 9041 h 157327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</a:cxnLst>
            <a:rect l="l" t="t" r="r" b="b"/>
            <a:pathLst>
              <a:path w="1600200" h="1573270">
                <a:moveTo>
                  <a:pt x="597336" y="0"/>
                </a:moveTo>
                <a:lnTo>
                  <a:pt x="597336" y="771333"/>
                </a:lnTo>
                <a:lnTo>
                  <a:pt x="1002864" y="771333"/>
                </a:lnTo>
                <a:lnTo>
                  <a:pt x="1002864" y="0"/>
                </a:lnTo>
                <a:lnTo>
                  <a:pt x="1038025" y="9041"/>
                </a:lnTo>
                <a:cubicBezTo>
                  <a:pt x="1363721" y="110343"/>
                  <a:pt x="1600200" y="414140"/>
                  <a:pt x="1600200" y="773170"/>
                </a:cubicBezTo>
                <a:cubicBezTo>
                  <a:pt x="1600200" y="1215053"/>
                  <a:pt x="1241983" y="1573270"/>
                  <a:pt x="800100" y="1573270"/>
                </a:cubicBezTo>
                <a:cubicBezTo>
                  <a:pt x="358217" y="1573270"/>
                  <a:pt x="0" y="1215053"/>
                  <a:pt x="0" y="773170"/>
                </a:cubicBezTo>
                <a:cubicBezTo>
                  <a:pt x="0" y="414140"/>
                  <a:pt x="236479" y="110343"/>
                  <a:pt x="562175" y="9041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pSp>
        <p:nvGrpSpPr>
          <p:cNvPr id="13" name="!!PtpitLogo!!">
            <a:extLst>
              <a:ext uri="{FF2B5EF4-FFF2-40B4-BE49-F238E27FC236}">
                <a16:creationId xmlns:a16="http://schemas.microsoft.com/office/drawing/2014/main" id="{EF4A89A2-C637-F8A3-47BF-2306B888A3D6}"/>
              </a:ext>
            </a:extLst>
          </p:cNvPr>
          <p:cNvGrpSpPr/>
          <p:nvPr/>
        </p:nvGrpSpPr>
        <p:grpSpPr>
          <a:xfrm>
            <a:off x="42438" y="91666"/>
            <a:ext cx="2208090" cy="1100757"/>
            <a:chOff x="42438" y="91666"/>
            <a:chExt cx="2208090" cy="1100757"/>
          </a:xfrm>
        </p:grpSpPr>
        <p:pic>
          <p:nvPicPr>
            <p:cNvPr id="14" name="!!PtpitLogo2!!">
              <a:extLst>
                <a:ext uri="{FF2B5EF4-FFF2-40B4-BE49-F238E27FC236}">
                  <a16:creationId xmlns:a16="http://schemas.microsoft.com/office/drawing/2014/main" id="{2FB0B0D4-819E-6E1B-F67D-170EB318A7C8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biLevel thresh="7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146483" y="91666"/>
              <a:ext cx="1104045" cy="1100757"/>
            </a:xfrm>
            <a:prstGeom prst="rect">
              <a:avLst/>
            </a:prstGeom>
            <a:solidFill>
              <a:schemeClr val="bg1"/>
            </a:solidFill>
          </p:spPr>
        </p:pic>
        <p:pic>
          <p:nvPicPr>
            <p:cNvPr id="15" name="!!PtpitLogo1!!">
              <a:extLst>
                <a:ext uri="{FF2B5EF4-FFF2-40B4-BE49-F238E27FC236}">
                  <a16:creationId xmlns:a16="http://schemas.microsoft.com/office/drawing/2014/main" id="{3CF5832B-4C35-EFF9-F6E5-5BE6271EFB7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biLevel thresh="5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2438" y="91666"/>
              <a:ext cx="1104045" cy="1100757"/>
            </a:xfrm>
            <a:prstGeom prst="rect">
              <a:avLst/>
            </a:prstGeom>
            <a:noFill/>
          </p:spPr>
        </p:pic>
      </p:grpSp>
      <p:grpSp>
        <p:nvGrpSpPr>
          <p:cNvPr id="61" name="!!Item4!!">
            <a:extLst>
              <a:ext uri="{FF2B5EF4-FFF2-40B4-BE49-F238E27FC236}">
                <a16:creationId xmlns:a16="http://schemas.microsoft.com/office/drawing/2014/main" id="{8CCCF77E-57DD-2AB7-87E2-5A58C4B76F09}"/>
              </a:ext>
            </a:extLst>
          </p:cNvPr>
          <p:cNvGrpSpPr/>
          <p:nvPr/>
        </p:nvGrpSpPr>
        <p:grpSpPr>
          <a:xfrm>
            <a:off x="9098258" y="1831402"/>
            <a:ext cx="2324101" cy="8349172"/>
            <a:chOff x="13206168" y="1831402"/>
            <a:chExt cx="2324101" cy="8349172"/>
          </a:xfrm>
        </p:grpSpPr>
        <p:sp>
          <p:nvSpPr>
            <p:cNvPr id="16" name="!!BigT4!!">
              <a:extLst>
                <a:ext uri="{FF2B5EF4-FFF2-40B4-BE49-F238E27FC236}">
                  <a16:creationId xmlns:a16="http://schemas.microsoft.com/office/drawing/2014/main" id="{C3678662-6F8A-637C-44F3-9729FA7FEE5E}"/>
                </a:ext>
              </a:extLst>
            </p:cNvPr>
            <p:cNvSpPr txBox="1"/>
            <p:nvPr/>
          </p:nvSpPr>
          <p:spPr>
            <a:xfrm>
              <a:off x="13206168" y="3732655"/>
              <a:ext cx="2324100" cy="644791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41300" b="0" i="0" u="none" strike="noStrike" kern="1200" cap="none" spc="0" normalizeH="0" baseline="0" noProof="0" dirty="0">
                  <a:ln>
                    <a:noFill/>
                  </a:ln>
                  <a:solidFill>
                    <a:srgbClr val="E7E6E6">
                      <a:lumMod val="10000"/>
                    </a:srgbClr>
                  </a:solidFill>
                  <a:effectLst/>
                  <a:uLnTx/>
                  <a:uFillTx/>
                  <a:latin typeface="Cascadia Code SemiBold" panose="020B0609020000020004" pitchFamily="49" charset="0"/>
                  <a:ea typeface="+mn-ea"/>
                  <a:cs typeface="Cascadia Code SemiBold" panose="020B0609020000020004" pitchFamily="49" charset="0"/>
                </a:rPr>
                <a:t>T</a:t>
              </a:r>
              <a:endParaRPr kumimoji="0" lang="ru-RU" sz="41300" b="0" i="0" u="none" strike="noStrike" kern="1200" cap="none" spc="0" normalizeH="0" baseline="0" noProof="0" dirty="0">
                <a:ln>
                  <a:noFill/>
                </a:ln>
                <a:solidFill>
                  <a:srgbClr val="E7E6E6">
                    <a:lumMod val="10000"/>
                  </a:srgbClr>
                </a:solidFill>
                <a:effectLst/>
                <a:uLnTx/>
                <a:uFillTx/>
                <a:latin typeface="Cascadia Code SemiBold" panose="020B0609020000020004" pitchFamily="49" charset="0"/>
                <a:ea typeface="+mn-ea"/>
                <a:cs typeface="Cascadia Code SemiBold" panose="020B0609020000020004" pitchFamily="49" charset="0"/>
              </a:endParaRPr>
            </a:p>
          </p:txBody>
        </p:sp>
        <p:sp>
          <p:nvSpPr>
            <p:cNvPr id="59" name="!!Icon4!!">
              <a:extLst>
                <a:ext uri="{FF2B5EF4-FFF2-40B4-BE49-F238E27FC236}">
                  <a16:creationId xmlns:a16="http://schemas.microsoft.com/office/drawing/2014/main" id="{501ED286-3F77-B825-443F-790CE71EF2F6}"/>
                </a:ext>
              </a:extLst>
            </p:cNvPr>
            <p:cNvSpPr/>
            <p:nvPr/>
          </p:nvSpPr>
          <p:spPr>
            <a:xfrm>
              <a:off x="13235165" y="1831402"/>
              <a:ext cx="2295104" cy="3145019"/>
            </a:xfrm>
            <a:custGeom>
              <a:avLst/>
              <a:gdLst>
                <a:gd name="csX0" fmla="*/ 1133053 w 2295104"/>
                <a:gd name="csY0" fmla="*/ 2483134 h 3145019"/>
                <a:gd name="csX1" fmla="*/ 1323553 w 2295104"/>
                <a:gd name="csY1" fmla="*/ 2673634 h 3145019"/>
                <a:gd name="csX2" fmla="*/ 1133053 w 2295104"/>
                <a:gd name="csY2" fmla="*/ 2864134 h 3145019"/>
                <a:gd name="csX3" fmla="*/ 942553 w 2295104"/>
                <a:gd name="csY3" fmla="*/ 2673634 h 3145019"/>
                <a:gd name="csX4" fmla="*/ 1133053 w 2295104"/>
                <a:gd name="csY4" fmla="*/ 2483134 h 3145019"/>
                <a:gd name="csX5" fmla="*/ 480802 w 2295104"/>
                <a:gd name="csY5" fmla="*/ 1773472 h 3145019"/>
                <a:gd name="csX6" fmla="*/ 1814302 w 2295104"/>
                <a:gd name="csY6" fmla="*/ 1773472 h 3145019"/>
                <a:gd name="csX7" fmla="*/ 1814302 w 2295104"/>
                <a:gd name="csY7" fmla="*/ 2116372 h 3145019"/>
                <a:gd name="csX8" fmla="*/ 480802 w 2295104"/>
                <a:gd name="csY8" fmla="*/ 2116372 h 3145019"/>
                <a:gd name="csX9" fmla="*/ 480802 w 2295104"/>
                <a:gd name="csY9" fmla="*/ 1103229 h 3145019"/>
                <a:gd name="csX10" fmla="*/ 1814302 w 2295104"/>
                <a:gd name="csY10" fmla="*/ 1103229 h 3145019"/>
                <a:gd name="csX11" fmla="*/ 1814302 w 2295104"/>
                <a:gd name="csY11" fmla="*/ 1446129 h 3145019"/>
                <a:gd name="csX12" fmla="*/ 480802 w 2295104"/>
                <a:gd name="csY12" fmla="*/ 1446129 h 3145019"/>
                <a:gd name="csX13" fmla="*/ 480802 w 2295104"/>
                <a:gd name="csY13" fmla="*/ 432986 h 3145019"/>
                <a:gd name="csX14" fmla="*/ 1814302 w 2295104"/>
                <a:gd name="csY14" fmla="*/ 432986 h 3145019"/>
                <a:gd name="csX15" fmla="*/ 1814302 w 2295104"/>
                <a:gd name="csY15" fmla="*/ 775886 h 3145019"/>
                <a:gd name="csX16" fmla="*/ 480802 w 2295104"/>
                <a:gd name="csY16" fmla="*/ 775886 h 3145019"/>
                <a:gd name="csX17" fmla="*/ 229740 w 2295104"/>
                <a:gd name="csY17" fmla="*/ 229740 h 3145019"/>
                <a:gd name="csX18" fmla="*/ 229740 w 2295104"/>
                <a:gd name="csY18" fmla="*/ 2915279 h 3145019"/>
                <a:gd name="csX19" fmla="*/ 2065364 w 2295104"/>
                <a:gd name="csY19" fmla="*/ 2915279 h 3145019"/>
                <a:gd name="csX20" fmla="*/ 2065364 w 2295104"/>
                <a:gd name="csY20" fmla="*/ 229740 h 3145019"/>
                <a:gd name="csX21" fmla="*/ 0 w 2295104"/>
                <a:gd name="csY21" fmla="*/ 0 h 3145019"/>
                <a:gd name="csX22" fmla="*/ 2295104 w 2295104"/>
                <a:gd name="csY22" fmla="*/ 0 h 3145019"/>
                <a:gd name="csX23" fmla="*/ 2295104 w 2295104"/>
                <a:gd name="csY23" fmla="*/ 3145019 h 3145019"/>
                <a:gd name="csX24" fmla="*/ 0 w 2295104"/>
                <a:gd name="csY24" fmla="*/ 3145019 h 314501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</a:cxnLst>
              <a:rect l="l" t="t" r="r" b="b"/>
              <a:pathLst>
                <a:path w="2295104" h="3145019">
                  <a:moveTo>
                    <a:pt x="1133053" y="2483134"/>
                  </a:moveTo>
                  <a:cubicBezTo>
                    <a:pt x="1238263" y="2483134"/>
                    <a:pt x="1323553" y="2568424"/>
                    <a:pt x="1323553" y="2673634"/>
                  </a:cubicBezTo>
                  <a:cubicBezTo>
                    <a:pt x="1323553" y="2778844"/>
                    <a:pt x="1238263" y="2864134"/>
                    <a:pt x="1133053" y="2864134"/>
                  </a:cubicBezTo>
                  <a:cubicBezTo>
                    <a:pt x="1027843" y="2864134"/>
                    <a:pt x="942553" y="2778844"/>
                    <a:pt x="942553" y="2673634"/>
                  </a:cubicBezTo>
                  <a:cubicBezTo>
                    <a:pt x="942553" y="2568424"/>
                    <a:pt x="1027843" y="2483134"/>
                    <a:pt x="1133053" y="2483134"/>
                  </a:cubicBezTo>
                  <a:close/>
                  <a:moveTo>
                    <a:pt x="480802" y="1773472"/>
                  </a:moveTo>
                  <a:lnTo>
                    <a:pt x="1814302" y="1773472"/>
                  </a:lnTo>
                  <a:lnTo>
                    <a:pt x="1814302" y="2116372"/>
                  </a:lnTo>
                  <a:lnTo>
                    <a:pt x="480802" y="2116372"/>
                  </a:lnTo>
                  <a:close/>
                  <a:moveTo>
                    <a:pt x="480802" y="1103229"/>
                  </a:moveTo>
                  <a:lnTo>
                    <a:pt x="1814302" y="1103229"/>
                  </a:lnTo>
                  <a:lnTo>
                    <a:pt x="1814302" y="1446129"/>
                  </a:lnTo>
                  <a:lnTo>
                    <a:pt x="480802" y="1446129"/>
                  </a:lnTo>
                  <a:close/>
                  <a:moveTo>
                    <a:pt x="480802" y="432986"/>
                  </a:moveTo>
                  <a:lnTo>
                    <a:pt x="1814302" y="432986"/>
                  </a:lnTo>
                  <a:lnTo>
                    <a:pt x="1814302" y="775886"/>
                  </a:lnTo>
                  <a:lnTo>
                    <a:pt x="480802" y="775886"/>
                  </a:lnTo>
                  <a:close/>
                  <a:moveTo>
                    <a:pt x="229740" y="229740"/>
                  </a:moveTo>
                  <a:lnTo>
                    <a:pt x="229740" y="2915279"/>
                  </a:lnTo>
                  <a:lnTo>
                    <a:pt x="2065364" y="2915279"/>
                  </a:lnTo>
                  <a:lnTo>
                    <a:pt x="2065364" y="229740"/>
                  </a:lnTo>
                  <a:close/>
                  <a:moveTo>
                    <a:pt x="0" y="0"/>
                  </a:moveTo>
                  <a:lnTo>
                    <a:pt x="2295104" y="0"/>
                  </a:lnTo>
                  <a:lnTo>
                    <a:pt x="2295104" y="3145019"/>
                  </a:lnTo>
                  <a:lnTo>
                    <a:pt x="0" y="3145019"/>
                  </a:lnTo>
                  <a:close/>
                </a:path>
              </a:pathLst>
            </a:custGeom>
            <a:solidFill>
              <a:schemeClr val="bg2">
                <a:lumMod val="1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ru-RU">
                <a:solidFill>
                  <a:schemeClr val="tx1"/>
                </a:solidFill>
              </a:endParaRPr>
            </a:p>
          </p:txBody>
        </p:sp>
      </p:grpSp>
      <p:grpSp>
        <p:nvGrpSpPr>
          <p:cNvPr id="38" name="!!Item3!!">
            <a:extLst>
              <a:ext uri="{FF2B5EF4-FFF2-40B4-BE49-F238E27FC236}">
                <a16:creationId xmlns:a16="http://schemas.microsoft.com/office/drawing/2014/main" id="{60B853D7-A2B2-46B9-4CE4-F42AFB0AE083}"/>
              </a:ext>
            </a:extLst>
          </p:cNvPr>
          <p:cNvGrpSpPr/>
          <p:nvPr/>
        </p:nvGrpSpPr>
        <p:grpSpPr>
          <a:xfrm>
            <a:off x="7537122" y="3106081"/>
            <a:ext cx="2769739" cy="7315600"/>
            <a:chOff x="12528172" y="2441448"/>
            <a:chExt cx="2769739" cy="7315600"/>
          </a:xfrm>
        </p:grpSpPr>
        <p:sp>
          <p:nvSpPr>
            <p:cNvPr id="18" name="!!BigT3!!">
              <a:extLst>
                <a:ext uri="{FF2B5EF4-FFF2-40B4-BE49-F238E27FC236}">
                  <a16:creationId xmlns:a16="http://schemas.microsoft.com/office/drawing/2014/main" id="{A02E41E3-6CFF-121D-F6AC-2F285F305E9E}"/>
                </a:ext>
              </a:extLst>
            </p:cNvPr>
            <p:cNvSpPr txBox="1"/>
            <p:nvPr/>
          </p:nvSpPr>
          <p:spPr>
            <a:xfrm>
              <a:off x="12742844" y="3309129"/>
              <a:ext cx="2324100" cy="644791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413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scadia Code SemiBold" panose="020B0609020000020004" pitchFamily="49" charset="0"/>
                  <a:ea typeface="+mn-ea"/>
                  <a:cs typeface="Cascadia Code SemiBold" panose="020B0609020000020004" pitchFamily="49" charset="0"/>
                </a:rPr>
                <a:t>T</a:t>
              </a:r>
              <a:endParaRPr kumimoji="0" lang="ru-RU" sz="413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scadia Code SemiBold" panose="020B0609020000020004" pitchFamily="49" charset="0"/>
                <a:ea typeface="+mn-ea"/>
                <a:cs typeface="Cascadia Code SemiBold" panose="020B0609020000020004" pitchFamily="49" charset="0"/>
              </a:endParaRPr>
            </a:p>
          </p:txBody>
        </p:sp>
        <p:sp>
          <p:nvSpPr>
            <p:cNvPr id="36" name="!!Icon3!!">
              <a:extLst>
                <a:ext uri="{FF2B5EF4-FFF2-40B4-BE49-F238E27FC236}">
                  <a16:creationId xmlns:a16="http://schemas.microsoft.com/office/drawing/2014/main" id="{BA5A4552-8766-0D66-B7FA-51C2B3DF25CB}"/>
                </a:ext>
              </a:extLst>
            </p:cNvPr>
            <p:cNvSpPr/>
            <p:nvPr/>
          </p:nvSpPr>
          <p:spPr>
            <a:xfrm>
              <a:off x="12528172" y="2441448"/>
              <a:ext cx="2769739" cy="2103120"/>
            </a:xfrm>
            <a:custGeom>
              <a:avLst/>
              <a:gdLst>
                <a:gd name="csX0" fmla="*/ 2081595 w 2769739"/>
                <a:gd name="csY0" fmla="*/ 1365617 h 2103120"/>
                <a:gd name="csX1" fmla="*/ 2078069 w 2769739"/>
                <a:gd name="csY1" fmla="*/ 1378612 h 2103120"/>
                <a:gd name="csX2" fmla="*/ 2037562 w 2769739"/>
                <a:gd name="csY2" fmla="*/ 1476800 h 2103120"/>
                <a:gd name="csX3" fmla="*/ 2007036 w 2769739"/>
                <a:gd name="csY3" fmla="*/ 1527173 h 2103120"/>
                <a:gd name="csX4" fmla="*/ 2022039 w 2769739"/>
                <a:gd name="csY4" fmla="*/ 1522516 h 2103120"/>
                <a:gd name="csX5" fmla="*/ 2199642 w 2769739"/>
                <a:gd name="csY5" fmla="*/ 1402771 h 2103120"/>
                <a:gd name="csX6" fmla="*/ 2230297 w 2769739"/>
                <a:gd name="csY6" fmla="*/ 1365617 h 2103120"/>
                <a:gd name="csX7" fmla="*/ 1610883 w 2769739"/>
                <a:gd name="csY7" fmla="*/ 1365617 h 2103120"/>
                <a:gd name="csX8" fmla="*/ 1628767 w 2769739"/>
                <a:gd name="csY8" fmla="*/ 1416470 h 2103120"/>
                <a:gd name="csX9" fmla="*/ 1707088 w 2769739"/>
                <a:gd name="csY9" fmla="*/ 1540366 h 2103120"/>
                <a:gd name="csX10" fmla="*/ 1732958 w 2769739"/>
                <a:gd name="csY10" fmla="*/ 1559208 h 2103120"/>
                <a:gd name="csX11" fmla="*/ 1804549 w 2769739"/>
                <a:gd name="csY11" fmla="*/ 1566425 h 2103120"/>
                <a:gd name="csX12" fmla="*/ 1872541 w 2769739"/>
                <a:gd name="csY12" fmla="*/ 1559571 h 2103120"/>
                <a:gd name="csX13" fmla="*/ 1898910 w 2769739"/>
                <a:gd name="csY13" fmla="*/ 1540366 h 2103120"/>
                <a:gd name="csX14" fmla="*/ 1977231 w 2769739"/>
                <a:gd name="csY14" fmla="*/ 1416470 h 2103120"/>
                <a:gd name="csX15" fmla="*/ 1995115 w 2769739"/>
                <a:gd name="csY15" fmla="*/ 1365617 h 2103120"/>
                <a:gd name="csX16" fmla="*/ 1378797 w 2769739"/>
                <a:gd name="csY16" fmla="*/ 1365617 h 2103120"/>
                <a:gd name="csX17" fmla="*/ 1409452 w 2769739"/>
                <a:gd name="csY17" fmla="*/ 1402771 h 2103120"/>
                <a:gd name="csX18" fmla="*/ 1587059 w 2769739"/>
                <a:gd name="csY18" fmla="*/ 1522516 h 2103120"/>
                <a:gd name="csX19" fmla="*/ 1598248 w 2769739"/>
                <a:gd name="csY19" fmla="*/ 1525989 h 2103120"/>
                <a:gd name="csX20" fmla="*/ 1568439 w 2769739"/>
                <a:gd name="csY20" fmla="*/ 1476800 h 2103120"/>
                <a:gd name="csX21" fmla="*/ 1527932 w 2769739"/>
                <a:gd name="csY21" fmla="*/ 1378612 h 2103120"/>
                <a:gd name="csX22" fmla="*/ 1524407 w 2769739"/>
                <a:gd name="csY22" fmla="*/ 1365617 h 2103120"/>
                <a:gd name="csX23" fmla="*/ 334990 w 2769739"/>
                <a:gd name="csY23" fmla="*/ 1312045 h 2103120"/>
                <a:gd name="csX24" fmla="*/ 986660 w 2769739"/>
                <a:gd name="csY24" fmla="*/ 1312045 h 2103120"/>
                <a:gd name="csX25" fmla="*/ 986660 w 2769739"/>
                <a:gd name="csY25" fmla="*/ 1475800 h 2103120"/>
                <a:gd name="csX26" fmla="*/ 334990 w 2769739"/>
                <a:gd name="csY26" fmla="*/ 1475800 h 2103120"/>
                <a:gd name="csX27" fmla="*/ 2131396 w 2769739"/>
                <a:gd name="csY27" fmla="*/ 1073663 h 2103120"/>
                <a:gd name="csX28" fmla="*/ 2127982 w 2769739"/>
                <a:gd name="csY28" fmla="*/ 1141382 h 2103120"/>
                <a:gd name="csX29" fmla="*/ 2112532 w 2769739"/>
                <a:gd name="csY29" fmla="*/ 1240925 h 2103120"/>
                <a:gd name="csX30" fmla="*/ 2310833 w 2769739"/>
                <a:gd name="csY30" fmla="*/ 1240925 h 2103120"/>
                <a:gd name="csX31" fmla="*/ 2319387 w 2769739"/>
                <a:gd name="csY31" fmla="*/ 1225166 h 2103120"/>
                <a:gd name="csX32" fmla="*/ 2351943 w 2769739"/>
                <a:gd name="csY32" fmla="*/ 1120283 h 2103120"/>
                <a:gd name="csX33" fmla="*/ 2356643 w 2769739"/>
                <a:gd name="csY33" fmla="*/ 1073663 h 2103120"/>
                <a:gd name="csX34" fmla="*/ 1559433 w 2769739"/>
                <a:gd name="csY34" fmla="*/ 1073663 h 2103120"/>
                <a:gd name="csX35" fmla="*/ 1561603 w 2769739"/>
                <a:gd name="csY35" fmla="*/ 1124188 h 2103120"/>
                <a:gd name="csX36" fmla="*/ 1575960 w 2769739"/>
                <a:gd name="csY36" fmla="*/ 1232707 h 2103120"/>
                <a:gd name="csX37" fmla="*/ 1577862 w 2769739"/>
                <a:gd name="csY37" fmla="*/ 1240925 h 2103120"/>
                <a:gd name="csX38" fmla="*/ 2028136 w 2769739"/>
                <a:gd name="csY38" fmla="*/ 1240925 h 2103120"/>
                <a:gd name="csX39" fmla="*/ 2030038 w 2769739"/>
                <a:gd name="csY39" fmla="*/ 1232707 h 2103120"/>
                <a:gd name="csX40" fmla="*/ 2044395 w 2769739"/>
                <a:gd name="csY40" fmla="*/ 1124188 h 2103120"/>
                <a:gd name="csX41" fmla="*/ 2046565 w 2769739"/>
                <a:gd name="csY41" fmla="*/ 1073663 h 2103120"/>
                <a:gd name="csX42" fmla="*/ 1252451 w 2769739"/>
                <a:gd name="csY42" fmla="*/ 1073663 h 2103120"/>
                <a:gd name="csX43" fmla="*/ 1257151 w 2769739"/>
                <a:gd name="csY43" fmla="*/ 1120283 h 2103120"/>
                <a:gd name="csX44" fmla="*/ 1289708 w 2769739"/>
                <a:gd name="csY44" fmla="*/ 1225166 h 2103120"/>
                <a:gd name="csX45" fmla="*/ 1298261 w 2769739"/>
                <a:gd name="csY45" fmla="*/ 1240925 h 2103120"/>
                <a:gd name="csX46" fmla="*/ 1493470 w 2769739"/>
                <a:gd name="csY46" fmla="*/ 1240925 h 2103120"/>
                <a:gd name="csX47" fmla="*/ 1478020 w 2769739"/>
                <a:gd name="csY47" fmla="*/ 1141382 h 2103120"/>
                <a:gd name="csX48" fmla="*/ 1474606 w 2769739"/>
                <a:gd name="csY48" fmla="*/ 1073663 h 2103120"/>
                <a:gd name="csX49" fmla="*/ 334990 w 2769739"/>
                <a:gd name="csY49" fmla="*/ 905674 h 2103120"/>
                <a:gd name="csX50" fmla="*/ 986660 w 2769739"/>
                <a:gd name="csY50" fmla="*/ 905674 h 2103120"/>
                <a:gd name="csX51" fmla="*/ 986660 w 2769739"/>
                <a:gd name="csY51" fmla="*/ 1069429 h 2103120"/>
                <a:gd name="csX52" fmla="*/ 334990 w 2769739"/>
                <a:gd name="csY52" fmla="*/ 1069429 h 2103120"/>
                <a:gd name="csX53" fmla="*/ 2116244 w 2769739"/>
                <a:gd name="csY53" fmla="*/ 791205 h 2103120"/>
                <a:gd name="csX54" fmla="*/ 2127982 w 2769739"/>
                <a:gd name="csY54" fmla="*/ 873970 h 2103120"/>
                <a:gd name="csX55" fmla="*/ 2131762 w 2769739"/>
                <a:gd name="csY55" fmla="*/ 948972 h 2103120"/>
                <a:gd name="csX56" fmla="*/ 2358855 w 2769739"/>
                <a:gd name="csY56" fmla="*/ 948972 h 2103120"/>
                <a:gd name="csX57" fmla="*/ 2356858 w 2769739"/>
                <a:gd name="csY57" fmla="*/ 922584 h 2103120"/>
                <a:gd name="csX58" fmla="*/ 2341149 w 2769739"/>
                <a:gd name="csY58" fmla="*/ 851402 h 2103120"/>
                <a:gd name="csX59" fmla="*/ 2319332 w 2769739"/>
                <a:gd name="csY59" fmla="*/ 791205 h 2103120"/>
                <a:gd name="csX60" fmla="*/ 1575969 w 2769739"/>
                <a:gd name="csY60" fmla="*/ 791205 h 2103120"/>
                <a:gd name="csX61" fmla="*/ 1567674 w 2769739"/>
                <a:gd name="csY61" fmla="*/ 835760 h 2103120"/>
                <a:gd name="csX62" fmla="*/ 1560379 w 2769739"/>
                <a:gd name="csY62" fmla="*/ 948972 h 2103120"/>
                <a:gd name="csX63" fmla="*/ 2045619 w 2769739"/>
                <a:gd name="csY63" fmla="*/ 948972 h 2103120"/>
                <a:gd name="csX64" fmla="*/ 2038324 w 2769739"/>
                <a:gd name="csY64" fmla="*/ 835760 h 2103120"/>
                <a:gd name="csX65" fmla="*/ 2030029 w 2769739"/>
                <a:gd name="csY65" fmla="*/ 791205 h 2103120"/>
                <a:gd name="csX66" fmla="*/ 1289763 w 2769739"/>
                <a:gd name="csY66" fmla="*/ 791205 h 2103120"/>
                <a:gd name="csX67" fmla="*/ 1267946 w 2769739"/>
                <a:gd name="csY67" fmla="*/ 851402 h 2103120"/>
                <a:gd name="csX68" fmla="*/ 1252237 w 2769739"/>
                <a:gd name="csY68" fmla="*/ 922584 h 2103120"/>
                <a:gd name="csX69" fmla="*/ 1250239 w 2769739"/>
                <a:gd name="csY69" fmla="*/ 948972 h 2103120"/>
                <a:gd name="csX70" fmla="*/ 1474239 w 2769739"/>
                <a:gd name="csY70" fmla="*/ 948972 h 2103120"/>
                <a:gd name="csX71" fmla="*/ 1478020 w 2769739"/>
                <a:gd name="csY71" fmla="*/ 873970 h 2103120"/>
                <a:gd name="csX72" fmla="*/ 1489757 w 2769739"/>
                <a:gd name="csY72" fmla="*/ 791205 h 2103120"/>
                <a:gd name="csX73" fmla="*/ 334990 w 2769739"/>
                <a:gd name="csY73" fmla="*/ 531188 h 2103120"/>
                <a:gd name="csX74" fmla="*/ 986660 w 2769739"/>
                <a:gd name="csY74" fmla="*/ 531188 h 2103120"/>
                <a:gd name="csX75" fmla="*/ 986660 w 2769739"/>
                <a:gd name="csY75" fmla="*/ 694943 h 2103120"/>
                <a:gd name="csX76" fmla="*/ 334990 w 2769739"/>
                <a:gd name="csY76" fmla="*/ 694943 h 2103120"/>
                <a:gd name="csX77" fmla="*/ 1598248 w 2769739"/>
                <a:gd name="csY77" fmla="*/ 489362 h 2103120"/>
                <a:gd name="csX78" fmla="*/ 1587057 w 2769739"/>
                <a:gd name="csY78" fmla="*/ 492837 h 2103120"/>
                <a:gd name="csX79" fmla="*/ 1364972 w 2769739"/>
                <a:gd name="csY79" fmla="*/ 662712 h 2103120"/>
                <a:gd name="csX80" fmla="*/ 1362355 w 2769739"/>
                <a:gd name="csY80" fmla="*/ 666514 h 2103120"/>
                <a:gd name="csX81" fmla="*/ 1519306 w 2769739"/>
                <a:gd name="csY81" fmla="*/ 666514 h 2103120"/>
                <a:gd name="csX82" fmla="*/ 1537183 w 2769739"/>
                <a:gd name="csY82" fmla="*/ 610729 h 2103120"/>
                <a:gd name="csX83" fmla="*/ 1568439 w 2769739"/>
                <a:gd name="csY83" fmla="*/ 538554 h 2103120"/>
                <a:gd name="csX84" fmla="*/ 2007036 w 2769739"/>
                <a:gd name="csY84" fmla="*/ 488179 h 2103120"/>
                <a:gd name="csX85" fmla="*/ 2037562 w 2769739"/>
                <a:gd name="csY85" fmla="*/ 538554 h 2103120"/>
                <a:gd name="csX86" fmla="*/ 2068819 w 2769739"/>
                <a:gd name="csY86" fmla="*/ 610729 h 2103120"/>
                <a:gd name="csX87" fmla="*/ 2086696 w 2769739"/>
                <a:gd name="csY87" fmla="*/ 666514 h 2103120"/>
                <a:gd name="csX88" fmla="*/ 2246740 w 2769739"/>
                <a:gd name="csY88" fmla="*/ 666514 h 2103120"/>
                <a:gd name="csX89" fmla="*/ 2244122 w 2769739"/>
                <a:gd name="csY89" fmla="*/ 662712 h 2103120"/>
                <a:gd name="csX90" fmla="*/ 2022037 w 2769739"/>
                <a:gd name="csY90" fmla="*/ 492837 h 2103120"/>
                <a:gd name="csX91" fmla="*/ 1804549 w 2769739"/>
                <a:gd name="csY91" fmla="*/ 448927 h 2103120"/>
                <a:gd name="csX92" fmla="*/ 1732958 w 2769739"/>
                <a:gd name="csY92" fmla="*/ 456144 h 2103120"/>
                <a:gd name="csX93" fmla="*/ 1707088 w 2769739"/>
                <a:gd name="csY93" fmla="*/ 474986 h 2103120"/>
                <a:gd name="csX94" fmla="*/ 1620608 w 2769739"/>
                <a:gd name="csY94" fmla="*/ 618961 h 2103120"/>
                <a:gd name="csX95" fmla="*/ 1605833 w 2769739"/>
                <a:gd name="csY95" fmla="*/ 666514 h 2103120"/>
                <a:gd name="csX96" fmla="*/ 2000165 w 2769739"/>
                <a:gd name="csY96" fmla="*/ 666514 h 2103120"/>
                <a:gd name="csX97" fmla="*/ 1985390 w 2769739"/>
                <a:gd name="csY97" fmla="*/ 618961 h 2103120"/>
                <a:gd name="csX98" fmla="*/ 1898910 w 2769739"/>
                <a:gd name="csY98" fmla="*/ 474986 h 2103120"/>
                <a:gd name="csX99" fmla="*/ 1872541 w 2769739"/>
                <a:gd name="csY99" fmla="*/ 455781 h 2103120"/>
                <a:gd name="csX100" fmla="*/ 1803001 w 2769739"/>
                <a:gd name="csY100" fmla="*/ 344236 h 2103120"/>
                <a:gd name="csX101" fmla="*/ 1803516 w 2769739"/>
                <a:gd name="csY101" fmla="*/ 344288 h 2103120"/>
                <a:gd name="csX102" fmla="*/ 1804549 w 2769739"/>
                <a:gd name="csY102" fmla="*/ 344236 h 2103120"/>
                <a:gd name="csX103" fmla="*/ 2467988 w 2769739"/>
                <a:gd name="csY103" fmla="*/ 1007676 h 2103120"/>
                <a:gd name="csX104" fmla="*/ 2415852 w 2769739"/>
                <a:gd name="csY104" fmla="*/ 1265917 h 2103120"/>
                <a:gd name="csX105" fmla="*/ 2361777 w 2769739"/>
                <a:gd name="csY105" fmla="*/ 1365542 h 2103120"/>
                <a:gd name="csX106" fmla="*/ 2361777 w 2769739"/>
                <a:gd name="csY106" fmla="*/ 1365617 h 2103120"/>
                <a:gd name="csX107" fmla="*/ 2361737 w 2769739"/>
                <a:gd name="csY107" fmla="*/ 1365617 h 2103120"/>
                <a:gd name="csX108" fmla="*/ 2354682 w 2769739"/>
                <a:gd name="csY108" fmla="*/ 1378612 h 2103120"/>
                <a:gd name="csX109" fmla="*/ 1804549 w 2769739"/>
                <a:gd name="csY109" fmla="*/ 1671116 h 2103120"/>
                <a:gd name="csX110" fmla="*/ 1803516 w 2769739"/>
                <a:gd name="csY110" fmla="*/ 1671064 h 2103120"/>
                <a:gd name="csX111" fmla="*/ 1803001 w 2769739"/>
                <a:gd name="csY111" fmla="*/ 1671116 h 2103120"/>
                <a:gd name="csX112" fmla="*/ 1801453 w 2769739"/>
                <a:gd name="csY112" fmla="*/ 1670960 h 2103120"/>
                <a:gd name="csX113" fmla="*/ 1736715 w 2769739"/>
                <a:gd name="csY113" fmla="*/ 1667692 h 2103120"/>
                <a:gd name="csX114" fmla="*/ 1141108 w 2769739"/>
                <a:gd name="csY114" fmla="*/ 1007676 h 2103120"/>
                <a:gd name="csX115" fmla="*/ 1736715 w 2769739"/>
                <a:gd name="csY115" fmla="*/ 347662 h 2103120"/>
                <a:gd name="csX116" fmla="*/ 1801453 w 2769739"/>
                <a:gd name="csY116" fmla="*/ 344392 h 2103120"/>
                <a:gd name="csX117" fmla="*/ 214672 w 2769739"/>
                <a:gd name="csY117" fmla="*/ 187452 h 2103120"/>
                <a:gd name="csX118" fmla="*/ 214672 w 2769739"/>
                <a:gd name="csY118" fmla="*/ 1873088 h 2103120"/>
                <a:gd name="csX119" fmla="*/ 2538772 w 2769739"/>
                <a:gd name="csY119" fmla="*/ 1873088 h 2103120"/>
                <a:gd name="csX120" fmla="*/ 2538772 w 2769739"/>
                <a:gd name="csY120" fmla="*/ 187452 h 2103120"/>
                <a:gd name="csX121" fmla="*/ 0 w 2769739"/>
                <a:gd name="csY121" fmla="*/ 0 h 2103120"/>
                <a:gd name="csX122" fmla="*/ 2769739 w 2769739"/>
                <a:gd name="csY122" fmla="*/ 0 h 2103120"/>
                <a:gd name="csX123" fmla="*/ 2769739 w 2769739"/>
                <a:gd name="csY123" fmla="*/ 2103120 h 2103120"/>
                <a:gd name="csX124" fmla="*/ 0 w 2769739"/>
                <a:gd name="csY124" fmla="*/ 2103120 h 210312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  <a:cxn ang="0">
                  <a:pos x="csX35" y="csY35"/>
                </a:cxn>
                <a:cxn ang="0">
                  <a:pos x="csX36" y="csY36"/>
                </a:cxn>
                <a:cxn ang="0">
                  <a:pos x="csX37" y="csY37"/>
                </a:cxn>
                <a:cxn ang="0">
                  <a:pos x="csX38" y="csY38"/>
                </a:cxn>
                <a:cxn ang="0">
                  <a:pos x="csX39" y="csY39"/>
                </a:cxn>
                <a:cxn ang="0">
                  <a:pos x="csX40" y="csY40"/>
                </a:cxn>
                <a:cxn ang="0">
                  <a:pos x="csX41" y="csY41"/>
                </a:cxn>
                <a:cxn ang="0">
                  <a:pos x="csX42" y="csY42"/>
                </a:cxn>
                <a:cxn ang="0">
                  <a:pos x="csX43" y="csY43"/>
                </a:cxn>
                <a:cxn ang="0">
                  <a:pos x="csX44" y="csY44"/>
                </a:cxn>
                <a:cxn ang="0">
                  <a:pos x="csX45" y="csY45"/>
                </a:cxn>
                <a:cxn ang="0">
                  <a:pos x="csX46" y="csY46"/>
                </a:cxn>
                <a:cxn ang="0">
                  <a:pos x="csX47" y="csY47"/>
                </a:cxn>
                <a:cxn ang="0">
                  <a:pos x="csX48" y="csY48"/>
                </a:cxn>
                <a:cxn ang="0">
                  <a:pos x="csX49" y="csY49"/>
                </a:cxn>
                <a:cxn ang="0">
                  <a:pos x="csX50" y="csY50"/>
                </a:cxn>
                <a:cxn ang="0">
                  <a:pos x="csX51" y="csY51"/>
                </a:cxn>
                <a:cxn ang="0">
                  <a:pos x="csX52" y="csY52"/>
                </a:cxn>
                <a:cxn ang="0">
                  <a:pos x="csX53" y="csY53"/>
                </a:cxn>
                <a:cxn ang="0">
                  <a:pos x="csX54" y="csY54"/>
                </a:cxn>
                <a:cxn ang="0">
                  <a:pos x="csX55" y="csY55"/>
                </a:cxn>
                <a:cxn ang="0">
                  <a:pos x="csX56" y="csY56"/>
                </a:cxn>
                <a:cxn ang="0">
                  <a:pos x="csX57" y="csY57"/>
                </a:cxn>
                <a:cxn ang="0">
                  <a:pos x="csX58" y="csY58"/>
                </a:cxn>
                <a:cxn ang="0">
                  <a:pos x="csX59" y="csY59"/>
                </a:cxn>
                <a:cxn ang="0">
                  <a:pos x="csX60" y="csY60"/>
                </a:cxn>
                <a:cxn ang="0">
                  <a:pos x="csX61" y="csY61"/>
                </a:cxn>
                <a:cxn ang="0">
                  <a:pos x="csX62" y="csY62"/>
                </a:cxn>
                <a:cxn ang="0">
                  <a:pos x="csX63" y="csY63"/>
                </a:cxn>
                <a:cxn ang="0">
                  <a:pos x="csX64" y="csY64"/>
                </a:cxn>
                <a:cxn ang="0">
                  <a:pos x="csX65" y="csY65"/>
                </a:cxn>
                <a:cxn ang="0">
                  <a:pos x="csX66" y="csY66"/>
                </a:cxn>
                <a:cxn ang="0">
                  <a:pos x="csX67" y="csY67"/>
                </a:cxn>
                <a:cxn ang="0">
                  <a:pos x="csX68" y="csY68"/>
                </a:cxn>
                <a:cxn ang="0">
                  <a:pos x="csX69" y="csY69"/>
                </a:cxn>
                <a:cxn ang="0">
                  <a:pos x="csX70" y="csY70"/>
                </a:cxn>
                <a:cxn ang="0">
                  <a:pos x="csX71" y="csY71"/>
                </a:cxn>
                <a:cxn ang="0">
                  <a:pos x="csX72" y="csY72"/>
                </a:cxn>
                <a:cxn ang="0">
                  <a:pos x="csX73" y="csY73"/>
                </a:cxn>
                <a:cxn ang="0">
                  <a:pos x="csX74" y="csY74"/>
                </a:cxn>
                <a:cxn ang="0">
                  <a:pos x="csX75" y="csY75"/>
                </a:cxn>
                <a:cxn ang="0">
                  <a:pos x="csX76" y="csY76"/>
                </a:cxn>
                <a:cxn ang="0">
                  <a:pos x="csX77" y="csY77"/>
                </a:cxn>
                <a:cxn ang="0">
                  <a:pos x="csX78" y="csY78"/>
                </a:cxn>
                <a:cxn ang="0">
                  <a:pos x="csX79" y="csY79"/>
                </a:cxn>
                <a:cxn ang="0">
                  <a:pos x="csX80" y="csY80"/>
                </a:cxn>
                <a:cxn ang="0">
                  <a:pos x="csX81" y="csY81"/>
                </a:cxn>
                <a:cxn ang="0">
                  <a:pos x="csX82" y="csY82"/>
                </a:cxn>
                <a:cxn ang="0">
                  <a:pos x="csX83" y="csY83"/>
                </a:cxn>
                <a:cxn ang="0">
                  <a:pos x="csX84" y="csY84"/>
                </a:cxn>
                <a:cxn ang="0">
                  <a:pos x="csX85" y="csY85"/>
                </a:cxn>
                <a:cxn ang="0">
                  <a:pos x="csX86" y="csY86"/>
                </a:cxn>
                <a:cxn ang="0">
                  <a:pos x="csX87" y="csY87"/>
                </a:cxn>
                <a:cxn ang="0">
                  <a:pos x="csX88" y="csY88"/>
                </a:cxn>
                <a:cxn ang="0">
                  <a:pos x="csX89" y="csY89"/>
                </a:cxn>
                <a:cxn ang="0">
                  <a:pos x="csX90" y="csY90"/>
                </a:cxn>
                <a:cxn ang="0">
                  <a:pos x="csX91" y="csY91"/>
                </a:cxn>
                <a:cxn ang="0">
                  <a:pos x="csX92" y="csY92"/>
                </a:cxn>
                <a:cxn ang="0">
                  <a:pos x="csX93" y="csY93"/>
                </a:cxn>
                <a:cxn ang="0">
                  <a:pos x="csX94" y="csY94"/>
                </a:cxn>
                <a:cxn ang="0">
                  <a:pos x="csX95" y="csY95"/>
                </a:cxn>
                <a:cxn ang="0">
                  <a:pos x="csX96" y="csY96"/>
                </a:cxn>
                <a:cxn ang="0">
                  <a:pos x="csX97" y="csY97"/>
                </a:cxn>
                <a:cxn ang="0">
                  <a:pos x="csX98" y="csY98"/>
                </a:cxn>
                <a:cxn ang="0">
                  <a:pos x="csX99" y="csY99"/>
                </a:cxn>
                <a:cxn ang="0">
                  <a:pos x="csX100" y="csY100"/>
                </a:cxn>
                <a:cxn ang="0">
                  <a:pos x="csX101" y="csY101"/>
                </a:cxn>
                <a:cxn ang="0">
                  <a:pos x="csX102" y="csY102"/>
                </a:cxn>
                <a:cxn ang="0">
                  <a:pos x="csX103" y="csY103"/>
                </a:cxn>
                <a:cxn ang="0">
                  <a:pos x="csX104" y="csY104"/>
                </a:cxn>
                <a:cxn ang="0">
                  <a:pos x="csX105" y="csY105"/>
                </a:cxn>
                <a:cxn ang="0">
                  <a:pos x="csX106" y="csY106"/>
                </a:cxn>
                <a:cxn ang="0">
                  <a:pos x="csX107" y="csY107"/>
                </a:cxn>
                <a:cxn ang="0">
                  <a:pos x="csX108" y="csY108"/>
                </a:cxn>
                <a:cxn ang="0">
                  <a:pos x="csX109" y="csY109"/>
                </a:cxn>
                <a:cxn ang="0">
                  <a:pos x="csX110" y="csY110"/>
                </a:cxn>
                <a:cxn ang="0">
                  <a:pos x="csX111" y="csY111"/>
                </a:cxn>
                <a:cxn ang="0">
                  <a:pos x="csX112" y="csY112"/>
                </a:cxn>
                <a:cxn ang="0">
                  <a:pos x="csX113" y="csY113"/>
                </a:cxn>
                <a:cxn ang="0">
                  <a:pos x="csX114" y="csY114"/>
                </a:cxn>
                <a:cxn ang="0">
                  <a:pos x="csX115" y="csY115"/>
                </a:cxn>
                <a:cxn ang="0">
                  <a:pos x="csX116" y="csY116"/>
                </a:cxn>
                <a:cxn ang="0">
                  <a:pos x="csX117" y="csY117"/>
                </a:cxn>
                <a:cxn ang="0">
                  <a:pos x="csX118" y="csY118"/>
                </a:cxn>
                <a:cxn ang="0">
                  <a:pos x="csX119" y="csY119"/>
                </a:cxn>
                <a:cxn ang="0">
                  <a:pos x="csX120" y="csY120"/>
                </a:cxn>
                <a:cxn ang="0">
                  <a:pos x="csX121" y="csY121"/>
                </a:cxn>
                <a:cxn ang="0">
                  <a:pos x="csX122" y="csY122"/>
                </a:cxn>
                <a:cxn ang="0">
                  <a:pos x="csX123" y="csY123"/>
                </a:cxn>
                <a:cxn ang="0">
                  <a:pos x="csX124" y="csY124"/>
                </a:cxn>
              </a:cxnLst>
              <a:rect l="l" t="t" r="r" b="b"/>
              <a:pathLst>
                <a:path w="2769739" h="2103120">
                  <a:moveTo>
                    <a:pt x="2081595" y="1365617"/>
                  </a:moveTo>
                  <a:lnTo>
                    <a:pt x="2078069" y="1378612"/>
                  </a:lnTo>
                  <a:cubicBezTo>
                    <a:pt x="2066146" y="1413907"/>
                    <a:pt x="2052569" y="1446784"/>
                    <a:pt x="2037562" y="1476800"/>
                  </a:cubicBezTo>
                  <a:lnTo>
                    <a:pt x="2007036" y="1527173"/>
                  </a:lnTo>
                  <a:lnTo>
                    <a:pt x="2022039" y="1522516"/>
                  </a:lnTo>
                  <a:cubicBezTo>
                    <a:pt x="2088886" y="1494242"/>
                    <a:pt x="2149086" y="1453328"/>
                    <a:pt x="2199642" y="1402771"/>
                  </a:cubicBezTo>
                  <a:lnTo>
                    <a:pt x="2230297" y="1365617"/>
                  </a:lnTo>
                  <a:close/>
                  <a:moveTo>
                    <a:pt x="1610883" y="1365617"/>
                  </a:moveTo>
                  <a:lnTo>
                    <a:pt x="1628767" y="1416470"/>
                  </a:lnTo>
                  <a:cubicBezTo>
                    <a:pt x="1651061" y="1468779"/>
                    <a:pt x="1677609" y="1511112"/>
                    <a:pt x="1707088" y="1540366"/>
                  </a:cubicBezTo>
                  <a:lnTo>
                    <a:pt x="1732958" y="1559208"/>
                  </a:lnTo>
                  <a:lnTo>
                    <a:pt x="1804549" y="1566425"/>
                  </a:lnTo>
                  <a:lnTo>
                    <a:pt x="1872541" y="1559571"/>
                  </a:lnTo>
                  <a:lnTo>
                    <a:pt x="1898910" y="1540366"/>
                  </a:lnTo>
                  <a:cubicBezTo>
                    <a:pt x="1928389" y="1511112"/>
                    <a:pt x="1954937" y="1468779"/>
                    <a:pt x="1977231" y="1416470"/>
                  </a:cubicBezTo>
                  <a:lnTo>
                    <a:pt x="1995115" y="1365617"/>
                  </a:lnTo>
                  <a:close/>
                  <a:moveTo>
                    <a:pt x="1378797" y="1365617"/>
                  </a:moveTo>
                  <a:lnTo>
                    <a:pt x="1409452" y="1402771"/>
                  </a:lnTo>
                  <a:cubicBezTo>
                    <a:pt x="1460010" y="1453328"/>
                    <a:pt x="1520210" y="1494242"/>
                    <a:pt x="1587059" y="1522516"/>
                  </a:cubicBezTo>
                  <a:lnTo>
                    <a:pt x="1598248" y="1525989"/>
                  </a:lnTo>
                  <a:lnTo>
                    <a:pt x="1568439" y="1476800"/>
                  </a:lnTo>
                  <a:cubicBezTo>
                    <a:pt x="1553431" y="1446784"/>
                    <a:pt x="1539855" y="1413907"/>
                    <a:pt x="1527932" y="1378612"/>
                  </a:cubicBezTo>
                  <a:lnTo>
                    <a:pt x="1524407" y="1365617"/>
                  </a:lnTo>
                  <a:close/>
                  <a:moveTo>
                    <a:pt x="334990" y="1312045"/>
                  </a:moveTo>
                  <a:lnTo>
                    <a:pt x="986660" y="1312045"/>
                  </a:lnTo>
                  <a:lnTo>
                    <a:pt x="986660" y="1475800"/>
                  </a:lnTo>
                  <a:lnTo>
                    <a:pt x="334990" y="1475800"/>
                  </a:lnTo>
                  <a:close/>
                  <a:moveTo>
                    <a:pt x="2131396" y="1073663"/>
                  </a:moveTo>
                  <a:lnTo>
                    <a:pt x="2127982" y="1141382"/>
                  </a:lnTo>
                  <a:lnTo>
                    <a:pt x="2112532" y="1240925"/>
                  </a:lnTo>
                  <a:lnTo>
                    <a:pt x="2310833" y="1240925"/>
                  </a:lnTo>
                  <a:lnTo>
                    <a:pt x="2319387" y="1225166"/>
                  </a:lnTo>
                  <a:cubicBezTo>
                    <a:pt x="2333524" y="1191743"/>
                    <a:pt x="2344502" y="1156656"/>
                    <a:pt x="2351943" y="1120283"/>
                  </a:cubicBezTo>
                  <a:lnTo>
                    <a:pt x="2356643" y="1073663"/>
                  </a:lnTo>
                  <a:close/>
                  <a:moveTo>
                    <a:pt x="1559433" y="1073663"/>
                  </a:moveTo>
                  <a:lnTo>
                    <a:pt x="1561603" y="1124188"/>
                  </a:lnTo>
                  <a:cubicBezTo>
                    <a:pt x="1564886" y="1161822"/>
                    <a:pt x="1569727" y="1198124"/>
                    <a:pt x="1575960" y="1232707"/>
                  </a:cubicBezTo>
                  <a:lnTo>
                    <a:pt x="1577862" y="1240925"/>
                  </a:lnTo>
                  <a:lnTo>
                    <a:pt x="2028136" y="1240925"/>
                  </a:lnTo>
                  <a:lnTo>
                    <a:pt x="2030038" y="1232707"/>
                  </a:lnTo>
                  <a:cubicBezTo>
                    <a:pt x="2036273" y="1198124"/>
                    <a:pt x="2041114" y="1161822"/>
                    <a:pt x="2044395" y="1124188"/>
                  </a:cubicBezTo>
                  <a:lnTo>
                    <a:pt x="2046565" y="1073663"/>
                  </a:lnTo>
                  <a:close/>
                  <a:moveTo>
                    <a:pt x="1252451" y="1073663"/>
                  </a:moveTo>
                  <a:lnTo>
                    <a:pt x="1257151" y="1120283"/>
                  </a:lnTo>
                  <a:cubicBezTo>
                    <a:pt x="1264594" y="1156656"/>
                    <a:pt x="1275571" y="1191743"/>
                    <a:pt x="1289708" y="1225166"/>
                  </a:cubicBezTo>
                  <a:lnTo>
                    <a:pt x="1298261" y="1240925"/>
                  </a:lnTo>
                  <a:lnTo>
                    <a:pt x="1493470" y="1240925"/>
                  </a:lnTo>
                  <a:lnTo>
                    <a:pt x="1478020" y="1141382"/>
                  </a:lnTo>
                  <a:lnTo>
                    <a:pt x="1474606" y="1073663"/>
                  </a:lnTo>
                  <a:close/>
                  <a:moveTo>
                    <a:pt x="334990" y="905674"/>
                  </a:moveTo>
                  <a:lnTo>
                    <a:pt x="986660" y="905674"/>
                  </a:lnTo>
                  <a:lnTo>
                    <a:pt x="986660" y="1069429"/>
                  </a:lnTo>
                  <a:lnTo>
                    <a:pt x="334990" y="1069429"/>
                  </a:lnTo>
                  <a:close/>
                  <a:moveTo>
                    <a:pt x="2116244" y="791205"/>
                  </a:moveTo>
                  <a:lnTo>
                    <a:pt x="2127982" y="873970"/>
                  </a:lnTo>
                  <a:lnTo>
                    <a:pt x="2131762" y="948972"/>
                  </a:lnTo>
                  <a:lnTo>
                    <a:pt x="2358855" y="948972"/>
                  </a:lnTo>
                  <a:lnTo>
                    <a:pt x="2356858" y="922584"/>
                  </a:lnTo>
                  <a:cubicBezTo>
                    <a:pt x="2353149" y="898307"/>
                    <a:pt x="2347877" y="874544"/>
                    <a:pt x="2341149" y="851402"/>
                  </a:cubicBezTo>
                  <a:lnTo>
                    <a:pt x="2319332" y="791205"/>
                  </a:lnTo>
                  <a:close/>
                  <a:moveTo>
                    <a:pt x="1575969" y="791205"/>
                  </a:moveTo>
                  <a:lnTo>
                    <a:pt x="1567674" y="835760"/>
                  </a:lnTo>
                  <a:lnTo>
                    <a:pt x="1560379" y="948972"/>
                  </a:lnTo>
                  <a:lnTo>
                    <a:pt x="2045619" y="948972"/>
                  </a:lnTo>
                  <a:lnTo>
                    <a:pt x="2038324" y="835760"/>
                  </a:lnTo>
                  <a:lnTo>
                    <a:pt x="2030029" y="791205"/>
                  </a:lnTo>
                  <a:close/>
                  <a:moveTo>
                    <a:pt x="1289763" y="791205"/>
                  </a:moveTo>
                  <a:lnTo>
                    <a:pt x="1267946" y="851402"/>
                  </a:lnTo>
                  <a:cubicBezTo>
                    <a:pt x="1261217" y="874544"/>
                    <a:pt x="1255946" y="898307"/>
                    <a:pt x="1252237" y="922584"/>
                  </a:cubicBezTo>
                  <a:lnTo>
                    <a:pt x="1250239" y="948972"/>
                  </a:lnTo>
                  <a:lnTo>
                    <a:pt x="1474239" y="948972"/>
                  </a:lnTo>
                  <a:lnTo>
                    <a:pt x="1478020" y="873970"/>
                  </a:lnTo>
                  <a:lnTo>
                    <a:pt x="1489757" y="791205"/>
                  </a:lnTo>
                  <a:close/>
                  <a:moveTo>
                    <a:pt x="334990" y="531188"/>
                  </a:moveTo>
                  <a:lnTo>
                    <a:pt x="986660" y="531188"/>
                  </a:lnTo>
                  <a:lnTo>
                    <a:pt x="986660" y="694943"/>
                  </a:lnTo>
                  <a:lnTo>
                    <a:pt x="334990" y="694943"/>
                  </a:lnTo>
                  <a:close/>
                  <a:moveTo>
                    <a:pt x="1598248" y="489362"/>
                  </a:moveTo>
                  <a:lnTo>
                    <a:pt x="1587057" y="492837"/>
                  </a:lnTo>
                  <a:cubicBezTo>
                    <a:pt x="1499319" y="529946"/>
                    <a:pt x="1423033" y="588830"/>
                    <a:pt x="1364972" y="662712"/>
                  </a:cubicBezTo>
                  <a:lnTo>
                    <a:pt x="1362355" y="666514"/>
                  </a:lnTo>
                  <a:lnTo>
                    <a:pt x="1519306" y="666514"/>
                  </a:lnTo>
                  <a:lnTo>
                    <a:pt x="1537183" y="610729"/>
                  </a:lnTo>
                  <a:cubicBezTo>
                    <a:pt x="1546734" y="585186"/>
                    <a:pt x="1557184" y="561064"/>
                    <a:pt x="1568439" y="538554"/>
                  </a:cubicBezTo>
                  <a:close/>
                  <a:moveTo>
                    <a:pt x="2007036" y="488179"/>
                  </a:moveTo>
                  <a:lnTo>
                    <a:pt x="2037562" y="538554"/>
                  </a:lnTo>
                  <a:cubicBezTo>
                    <a:pt x="2048818" y="561064"/>
                    <a:pt x="2059268" y="585186"/>
                    <a:pt x="2068819" y="610729"/>
                  </a:cubicBezTo>
                  <a:lnTo>
                    <a:pt x="2086696" y="666514"/>
                  </a:lnTo>
                  <a:lnTo>
                    <a:pt x="2246740" y="666514"/>
                  </a:lnTo>
                  <a:lnTo>
                    <a:pt x="2244122" y="662712"/>
                  </a:lnTo>
                  <a:cubicBezTo>
                    <a:pt x="2186061" y="588830"/>
                    <a:pt x="2109775" y="529946"/>
                    <a:pt x="2022037" y="492837"/>
                  </a:cubicBezTo>
                  <a:close/>
                  <a:moveTo>
                    <a:pt x="1804549" y="448927"/>
                  </a:moveTo>
                  <a:lnTo>
                    <a:pt x="1732958" y="456144"/>
                  </a:lnTo>
                  <a:lnTo>
                    <a:pt x="1707088" y="474986"/>
                  </a:lnTo>
                  <a:cubicBezTo>
                    <a:pt x="1673924" y="507898"/>
                    <a:pt x="1644470" y="557360"/>
                    <a:pt x="1620608" y="618961"/>
                  </a:cubicBezTo>
                  <a:lnTo>
                    <a:pt x="1605833" y="666514"/>
                  </a:lnTo>
                  <a:lnTo>
                    <a:pt x="2000165" y="666514"/>
                  </a:lnTo>
                  <a:lnTo>
                    <a:pt x="1985390" y="618961"/>
                  </a:lnTo>
                  <a:cubicBezTo>
                    <a:pt x="1961528" y="557360"/>
                    <a:pt x="1932074" y="507898"/>
                    <a:pt x="1898910" y="474986"/>
                  </a:cubicBezTo>
                  <a:lnTo>
                    <a:pt x="1872541" y="455781"/>
                  </a:lnTo>
                  <a:close/>
                  <a:moveTo>
                    <a:pt x="1803001" y="344236"/>
                  </a:moveTo>
                  <a:lnTo>
                    <a:pt x="1803516" y="344288"/>
                  </a:lnTo>
                  <a:lnTo>
                    <a:pt x="1804549" y="344236"/>
                  </a:lnTo>
                  <a:cubicBezTo>
                    <a:pt x="2170956" y="344236"/>
                    <a:pt x="2467988" y="641268"/>
                    <a:pt x="2467988" y="1007676"/>
                  </a:cubicBezTo>
                  <a:cubicBezTo>
                    <a:pt x="2467988" y="1099278"/>
                    <a:pt x="2449423" y="1186544"/>
                    <a:pt x="2415852" y="1265917"/>
                  </a:cubicBezTo>
                  <a:lnTo>
                    <a:pt x="2361777" y="1365542"/>
                  </a:lnTo>
                  <a:lnTo>
                    <a:pt x="2361777" y="1365617"/>
                  </a:lnTo>
                  <a:lnTo>
                    <a:pt x="2361737" y="1365617"/>
                  </a:lnTo>
                  <a:lnTo>
                    <a:pt x="2354682" y="1378612"/>
                  </a:lnTo>
                  <a:cubicBezTo>
                    <a:pt x="2235459" y="1555088"/>
                    <a:pt x="2033553" y="1671116"/>
                    <a:pt x="1804549" y="1671116"/>
                  </a:cubicBezTo>
                  <a:lnTo>
                    <a:pt x="1803516" y="1671064"/>
                  </a:lnTo>
                  <a:lnTo>
                    <a:pt x="1803001" y="1671116"/>
                  </a:lnTo>
                  <a:lnTo>
                    <a:pt x="1801453" y="1670960"/>
                  </a:lnTo>
                  <a:lnTo>
                    <a:pt x="1736715" y="1667692"/>
                  </a:lnTo>
                  <a:cubicBezTo>
                    <a:pt x="1402172" y="1633717"/>
                    <a:pt x="1141108" y="1351184"/>
                    <a:pt x="1141108" y="1007676"/>
                  </a:cubicBezTo>
                  <a:cubicBezTo>
                    <a:pt x="1141108" y="664169"/>
                    <a:pt x="1402172" y="381636"/>
                    <a:pt x="1736715" y="347662"/>
                  </a:cubicBezTo>
                  <a:lnTo>
                    <a:pt x="1801453" y="344392"/>
                  </a:lnTo>
                  <a:close/>
                  <a:moveTo>
                    <a:pt x="214672" y="187452"/>
                  </a:moveTo>
                  <a:lnTo>
                    <a:pt x="214672" y="1873088"/>
                  </a:lnTo>
                  <a:lnTo>
                    <a:pt x="2538772" y="1873088"/>
                  </a:lnTo>
                  <a:lnTo>
                    <a:pt x="2538772" y="187452"/>
                  </a:lnTo>
                  <a:close/>
                  <a:moveTo>
                    <a:pt x="0" y="0"/>
                  </a:moveTo>
                  <a:lnTo>
                    <a:pt x="2769739" y="0"/>
                  </a:lnTo>
                  <a:lnTo>
                    <a:pt x="2769739" y="2103120"/>
                  </a:lnTo>
                  <a:lnTo>
                    <a:pt x="0" y="210312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grpSp>
        <p:nvGrpSpPr>
          <p:cNvPr id="57" name="!!Item2!!">
            <a:extLst>
              <a:ext uri="{FF2B5EF4-FFF2-40B4-BE49-F238E27FC236}">
                <a16:creationId xmlns:a16="http://schemas.microsoft.com/office/drawing/2014/main" id="{38311E10-2024-A2A3-A038-B59D6EB2FBAE}"/>
              </a:ext>
            </a:extLst>
          </p:cNvPr>
          <p:cNvGrpSpPr/>
          <p:nvPr/>
        </p:nvGrpSpPr>
        <p:grpSpPr>
          <a:xfrm>
            <a:off x="7759942" y="7149640"/>
            <a:ext cx="2324100" cy="7684624"/>
            <a:chOff x="12900908" y="1908290"/>
            <a:chExt cx="2324100" cy="7684624"/>
          </a:xfrm>
          <a:solidFill>
            <a:schemeClr val="bg2">
              <a:lumMod val="10000"/>
            </a:schemeClr>
          </a:solidFill>
        </p:grpSpPr>
        <p:sp>
          <p:nvSpPr>
            <p:cNvPr id="17" name="!!BigT2!!">
              <a:extLst>
                <a:ext uri="{FF2B5EF4-FFF2-40B4-BE49-F238E27FC236}">
                  <a16:creationId xmlns:a16="http://schemas.microsoft.com/office/drawing/2014/main" id="{979794E8-3637-D2C8-8FD9-E3AEFEDD0F46}"/>
                </a:ext>
              </a:extLst>
            </p:cNvPr>
            <p:cNvSpPr txBox="1"/>
            <p:nvPr/>
          </p:nvSpPr>
          <p:spPr>
            <a:xfrm>
              <a:off x="12900908" y="3144995"/>
              <a:ext cx="2324100" cy="644791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41300" b="0" i="0" u="none" strike="noStrike" kern="1200" cap="none" spc="0" normalizeH="0" baseline="0" noProof="0" dirty="0">
                  <a:ln>
                    <a:noFill/>
                  </a:ln>
                  <a:solidFill>
                    <a:srgbClr val="E7E6E6">
                      <a:lumMod val="10000"/>
                    </a:srgbClr>
                  </a:solidFill>
                  <a:effectLst/>
                  <a:uLnTx/>
                  <a:uFillTx/>
                  <a:latin typeface="Cascadia Code SemiBold" panose="020B0609020000020004" pitchFamily="49" charset="0"/>
                  <a:ea typeface="+mn-ea"/>
                  <a:cs typeface="Cascadia Code SemiBold" panose="020B0609020000020004" pitchFamily="49" charset="0"/>
                </a:rPr>
                <a:t>T</a:t>
              </a:r>
              <a:endParaRPr kumimoji="0" lang="ru-RU" sz="41300" b="0" i="0" u="none" strike="noStrike" kern="1200" cap="none" spc="0" normalizeH="0" baseline="0" noProof="0" dirty="0">
                <a:ln>
                  <a:noFill/>
                </a:ln>
                <a:solidFill>
                  <a:srgbClr val="E7E6E6">
                    <a:lumMod val="10000"/>
                  </a:srgbClr>
                </a:solidFill>
                <a:effectLst/>
                <a:uLnTx/>
                <a:uFillTx/>
                <a:latin typeface="Cascadia Code SemiBold" panose="020B0609020000020004" pitchFamily="49" charset="0"/>
                <a:ea typeface="+mn-ea"/>
                <a:cs typeface="Cascadia Code SemiBold" panose="020B0609020000020004" pitchFamily="49" charset="0"/>
              </a:endParaRPr>
            </a:p>
          </p:txBody>
        </p:sp>
        <p:sp>
          <p:nvSpPr>
            <p:cNvPr id="56" name="!!Icon2!!">
              <a:extLst>
                <a:ext uri="{FF2B5EF4-FFF2-40B4-BE49-F238E27FC236}">
                  <a16:creationId xmlns:a16="http://schemas.microsoft.com/office/drawing/2014/main" id="{065FC83A-CC1D-929F-E296-03EF68706ED7}"/>
                </a:ext>
              </a:extLst>
            </p:cNvPr>
            <p:cNvSpPr/>
            <p:nvPr/>
          </p:nvSpPr>
          <p:spPr>
            <a:xfrm>
              <a:off x="13069027" y="1908290"/>
              <a:ext cx="2136992" cy="2204274"/>
            </a:xfrm>
            <a:custGeom>
              <a:avLst/>
              <a:gdLst>
                <a:gd name="csX0" fmla="*/ 2535310 w 3368430"/>
                <a:gd name="csY0" fmla="*/ 0 h 3474483"/>
                <a:gd name="csX1" fmla="*/ 3368430 w 3368430"/>
                <a:gd name="csY1" fmla="*/ 0 h 3474483"/>
                <a:gd name="csX2" fmla="*/ 3368430 w 3368430"/>
                <a:gd name="csY2" fmla="*/ 833120 h 3474483"/>
                <a:gd name="csX3" fmla="*/ 2535310 w 3368430"/>
                <a:gd name="csY3" fmla="*/ 833120 h 3474483"/>
                <a:gd name="csX4" fmla="*/ 2535310 w 3368430"/>
                <a:gd name="csY4" fmla="*/ 627100 h 3474483"/>
                <a:gd name="csX5" fmla="*/ 1467206 w 3368430"/>
                <a:gd name="csY5" fmla="*/ 627100 h 3474483"/>
                <a:gd name="csX6" fmla="*/ 1467206 w 3368430"/>
                <a:gd name="csY6" fmla="*/ 1513270 h 3474483"/>
                <a:gd name="csX7" fmla="*/ 2664084 w 3368430"/>
                <a:gd name="csY7" fmla="*/ 1513270 h 3474483"/>
                <a:gd name="csX8" fmla="*/ 2902508 w 3368430"/>
                <a:gd name="csY8" fmla="*/ 1274846 h 3474483"/>
                <a:gd name="csX9" fmla="*/ 3368430 w 3368430"/>
                <a:gd name="csY9" fmla="*/ 1740768 h 3474483"/>
                <a:gd name="csX10" fmla="*/ 2902508 w 3368430"/>
                <a:gd name="csY10" fmla="*/ 2206690 h 3474483"/>
                <a:gd name="csX11" fmla="*/ 2676781 w 3368430"/>
                <a:gd name="csY11" fmla="*/ 1980963 h 3474483"/>
                <a:gd name="csX12" fmla="*/ 1467206 w 3368430"/>
                <a:gd name="csY12" fmla="*/ 1980963 h 3474483"/>
                <a:gd name="csX13" fmla="*/ 1467206 w 3368430"/>
                <a:gd name="csY13" fmla="*/ 2867133 h 3474483"/>
                <a:gd name="csX14" fmla="*/ 2557149 w 3368430"/>
                <a:gd name="csY14" fmla="*/ 2867133 h 3474483"/>
                <a:gd name="csX15" fmla="*/ 2561859 w 3368430"/>
                <a:gd name="csY15" fmla="*/ 2858455 h 3474483"/>
                <a:gd name="csX16" fmla="*/ 2889495 w 3368430"/>
                <a:gd name="csY16" fmla="*/ 2684253 h 3474483"/>
                <a:gd name="csX17" fmla="*/ 3284610 w 3368430"/>
                <a:gd name="csY17" fmla="*/ 3079368 h 3474483"/>
                <a:gd name="csX18" fmla="*/ 2889495 w 3368430"/>
                <a:gd name="csY18" fmla="*/ 3474483 h 3474483"/>
                <a:gd name="csX19" fmla="*/ 2610106 w 3368430"/>
                <a:gd name="csY19" fmla="*/ 3358756 h 3474483"/>
                <a:gd name="csX20" fmla="*/ 2567718 w 3368430"/>
                <a:gd name="csY20" fmla="*/ 3307381 h 3474483"/>
                <a:gd name="csX21" fmla="*/ 1002747 w 3368430"/>
                <a:gd name="csY21" fmla="*/ 3307381 h 3474483"/>
                <a:gd name="csX22" fmla="*/ 1002747 w 3368430"/>
                <a:gd name="csY22" fmla="*/ 1045578 h 3474483"/>
                <a:gd name="csX23" fmla="*/ 0 w 3368430"/>
                <a:gd name="csY23" fmla="*/ 1045578 h 3474483"/>
                <a:gd name="csX24" fmla="*/ 0 w 3368430"/>
                <a:gd name="csY24" fmla="*/ 650034 h 3474483"/>
                <a:gd name="csX25" fmla="*/ 989050 w 3368430"/>
                <a:gd name="csY25" fmla="*/ 650034 h 3474483"/>
                <a:gd name="csX26" fmla="*/ 989050 w 3368430"/>
                <a:gd name="csY26" fmla="*/ 190264 h 3474483"/>
                <a:gd name="csX27" fmla="*/ 2535310 w 3368430"/>
                <a:gd name="csY27" fmla="*/ 190264 h 3474483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</a:cxnLst>
              <a:rect l="l" t="t" r="r" b="b"/>
              <a:pathLst>
                <a:path w="3368430" h="3474483">
                  <a:moveTo>
                    <a:pt x="2535310" y="0"/>
                  </a:moveTo>
                  <a:lnTo>
                    <a:pt x="3368430" y="0"/>
                  </a:lnTo>
                  <a:lnTo>
                    <a:pt x="3368430" y="833120"/>
                  </a:lnTo>
                  <a:lnTo>
                    <a:pt x="2535310" y="833120"/>
                  </a:lnTo>
                  <a:lnTo>
                    <a:pt x="2535310" y="627100"/>
                  </a:lnTo>
                  <a:lnTo>
                    <a:pt x="1467206" y="627100"/>
                  </a:lnTo>
                  <a:lnTo>
                    <a:pt x="1467206" y="1513270"/>
                  </a:lnTo>
                  <a:lnTo>
                    <a:pt x="2664084" y="1513270"/>
                  </a:lnTo>
                  <a:lnTo>
                    <a:pt x="2902508" y="1274846"/>
                  </a:lnTo>
                  <a:lnTo>
                    <a:pt x="3368430" y="1740768"/>
                  </a:lnTo>
                  <a:lnTo>
                    <a:pt x="2902508" y="2206690"/>
                  </a:lnTo>
                  <a:lnTo>
                    <a:pt x="2676781" y="1980963"/>
                  </a:lnTo>
                  <a:lnTo>
                    <a:pt x="1467206" y="1980963"/>
                  </a:lnTo>
                  <a:lnTo>
                    <a:pt x="1467206" y="2867133"/>
                  </a:lnTo>
                  <a:lnTo>
                    <a:pt x="2557149" y="2867133"/>
                  </a:lnTo>
                  <a:lnTo>
                    <a:pt x="2561859" y="2858455"/>
                  </a:lnTo>
                  <a:cubicBezTo>
                    <a:pt x="2632864" y="2753354"/>
                    <a:pt x="2753110" y="2684253"/>
                    <a:pt x="2889495" y="2684253"/>
                  </a:cubicBezTo>
                  <a:cubicBezTo>
                    <a:pt x="3107711" y="2684253"/>
                    <a:pt x="3284610" y="2861152"/>
                    <a:pt x="3284610" y="3079368"/>
                  </a:cubicBezTo>
                  <a:cubicBezTo>
                    <a:pt x="3284610" y="3297584"/>
                    <a:pt x="3107711" y="3474483"/>
                    <a:pt x="2889495" y="3474483"/>
                  </a:cubicBezTo>
                  <a:cubicBezTo>
                    <a:pt x="2780387" y="3474483"/>
                    <a:pt x="2681608" y="3430258"/>
                    <a:pt x="2610106" y="3358756"/>
                  </a:cubicBezTo>
                  <a:lnTo>
                    <a:pt x="2567718" y="3307381"/>
                  </a:lnTo>
                  <a:lnTo>
                    <a:pt x="1002747" y="3307381"/>
                  </a:lnTo>
                  <a:lnTo>
                    <a:pt x="1002747" y="1045578"/>
                  </a:lnTo>
                  <a:lnTo>
                    <a:pt x="0" y="1045578"/>
                  </a:lnTo>
                  <a:lnTo>
                    <a:pt x="0" y="650034"/>
                  </a:lnTo>
                  <a:lnTo>
                    <a:pt x="989050" y="650034"/>
                  </a:lnTo>
                  <a:lnTo>
                    <a:pt x="989050" y="190264"/>
                  </a:lnTo>
                  <a:lnTo>
                    <a:pt x="2535310" y="190264"/>
                  </a:lnTo>
                  <a:close/>
                </a:path>
              </a:pathLst>
            </a:custGeom>
            <a:solidFill>
              <a:schemeClr val="bg2">
                <a:lumMod val="1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10" name="!!Perm2026!!">
            <a:extLst>
              <a:ext uri="{FF2B5EF4-FFF2-40B4-BE49-F238E27FC236}">
                <a16:creationId xmlns:a16="http://schemas.microsoft.com/office/drawing/2014/main" id="{995382BC-7C74-6EC2-EB87-0CE9DEF5386A}"/>
              </a:ext>
            </a:extLst>
          </p:cNvPr>
          <p:cNvSpPr txBox="1"/>
          <p:nvPr/>
        </p:nvSpPr>
        <p:spPr>
          <a:xfrm>
            <a:off x="10639724" y="6425327"/>
            <a:ext cx="210312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scadia Code SemiBold" panose="020B0609020000020004" pitchFamily="49" charset="0"/>
                <a:ea typeface="+mn-ea"/>
                <a:cs typeface="Cascadia Code SemiBold" panose="020B0609020000020004" pitchFamily="49" charset="0"/>
              </a:rPr>
              <a:t>Пермь, 2026</a:t>
            </a:r>
          </a:p>
        </p:txBody>
      </p:sp>
      <p:sp>
        <p:nvSpPr>
          <p:cNvPr id="12" name="!!MainSectionRemoval!!">
            <a:extLst>
              <a:ext uri="{FF2B5EF4-FFF2-40B4-BE49-F238E27FC236}">
                <a16:creationId xmlns:a16="http://schemas.microsoft.com/office/drawing/2014/main" id="{211C7A35-8286-7610-5B62-A3B69E74358A}"/>
              </a:ext>
            </a:extLst>
          </p:cNvPr>
          <p:cNvSpPr/>
          <p:nvPr/>
        </p:nvSpPr>
        <p:spPr>
          <a:xfrm>
            <a:off x="2423161" y="1528580"/>
            <a:ext cx="310895" cy="474839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164707431"/>
      </p:ext>
    </p:extLst>
  </p:cSld>
  <p:clrMapOvr>
    <a:masterClrMapping/>
  </p:clrMapOvr>
  <p:transition spd="slow">
    <p:push dir="u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95000"/>
            <a:lumOff val="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03A2CD9-C96E-1CA8-F547-BC5D3D94AA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!!MainSection!!">
            <a:extLst>
              <a:ext uri="{FF2B5EF4-FFF2-40B4-BE49-F238E27FC236}">
                <a16:creationId xmlns:a16="http://schemas.microsoft.com/office/drawing/2014/main" id="{8490DF63-7771-CE21-5896-60FE117E1FB2}"/>
              </a:ext>
            </a:extLst>
          </p:cNvPr>
          <p:cNvGrpSpPr/>
          <p:nvPr/>
        </p:nvGrpSpPr>
        <p:grpSpPr>
          <a:xfrm>
            <a:off x="2423161" y="1465686"/>
            <a:ext cx="4476618" cy="4811289"/>
            <a:chOff x="2423161" y="1465686"/>
            <a:chExt cx="4476618" cy="4811289"/>
          </a:xfrm>
        </p:grpSpPr>
        <p:sp>
          <p:nvSpPr>
            <p:cNvPr id="7" name="!!UnderMainText!!">
              <a:extLst>
                <a:ext uri="{FF2B5EF4-FFF2-40B4-BE49-F238E27FC236}">
                  <a16:creationId xmlns:a16="http://schemas.microsoft.com/office/drawing/2014/main" id="{CFA2C66E-66CB-456D-120F-52B6F3A73F79}"/>
                </a:ext>
              </a:extLst>
            </p:cNvPr>
            <p:cNvSpPr txBox="1"/>
            <p:nvPr/>
          </p:nvSpPr>
          <p:spPr>
            <a:xfrm>
              <a:off x="2828689" y="1465686"/>
              <a:ext cx="4071090" cy="264687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600" b="0" i="0" u="none" strike="noStrike" kern="1200" cap="none" spc="-300" normalizeH="0" baseline="0" noProof="0" dirty="0">
                  <a:ln>
                    <a:noFill/>
                  </a:ln>
                  <a:solidFill>
                    <a:srgbClr val="E7E6E6">
                      <a:lumMod val="10000"/>
                    </a:srgbClr>
                  </a:solidFill>
                  <a:effectLst/>
                  <a:uLnTx/>
                  <a:uFillTx/>
                  <a:latin typeface="Cascadia Code SemiBold" panose="020B0609020000020004" pitchFamily="49" charset="0"/>
                  <a:ea typeface="+mn-ea"/>
                  <a:cs typeface="Cascadia Code SemiBold" panose="020B0609020000020004" pitchFamily="49" charset="0"/>
                </a:rPr>
                <a:t>///</a:t>
              </a:r>
              <a:endParaRPr kumimoji="0" lang="ru-RU" sz="16600" b="0" i="0" u="none" strike="noStrike" kern="1200" cap="none" spc="-300" normalizeH="0" baseline="0" noProof="0" dirty="0">
                <a:ln>
                  <a:noFill/>
                </a:ln>
                <a:solidFill>
                  <a:srgbClr val="E7E6E6">
                    <a:lumMod val="10000"/>
                  </a:srgbClr>
                </a:solidFill>
                <a:effectLst/>
                <a:uLnTx/>
                <a:uFillTx/>
                <a:latin typeface="Cascadia Code SemiBold" panose="020B0609020000020004" pitchFamily="49" charset="0"/>
                <a:ea typeface="+mn-ea"/>
                <a:cs typeface="Cascadia Code SemiBold" panose="020B0609020000020004" pitchFamily="49" charset="0"/>
              </a:endParaRPr>
            </a:p>
          </p:txBody>
        </p:sp>
        <p:sp>
          <p:nvSpPr>
            <p:cNvPr id="8" name="!!UnderMainFiller!!">
              <a:extLst>
                <a:ext uri="{FF2B5EF4-FFF2-40B4-BE49-F238E27FC236}">
                  <a16:creationId xmlns:a16="http://schemas.microsoft.com/office/drawing/2014/main" id="{E70F42BC-50F6-FEED-A605-4C45AA3DE559}"/>
                </a:ext>
              </a:extLst>
            </p:cNvPr>
            <p:cNvSpPr txBox="1"/>
            <p:nvPr/>
          </p:nvSpPr>
          <p:spPr>
            <a:xfrm>
              <a:off x="2828689" y="3902777"/>
              <a:ext cx="3503289" cy="230832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7200" b="0" i="0" u="none" strike="noStrike" kern="1200" cap="none" spc="-300" normalizeH="0" baseline="0" noProof="0" dirty="0">
                  <a:ln>
                    <a:noFill/>
                  </a:ln>
                  <a:solidFill>
                    <a:srgbClr val="E7E6E6">
                      <a:lumMod val="10000"/>
                    </a:srgbClr>
                  </a:solidFill>
                  <a:effectLst/>
                  <a:uLnTx/>
                  <a:uFillTx/>
                  <a:latin typeface="Cascadia Code SemiBold" panose="020B0609020000020004" pitchFamily="49" charset="0"/>
                  <a:ea typeface="+mn-ea"/>
                  <a:cs typeface="Cascadia Code SemiBold" panose="020B0609020000020004" pitchFamily="49" charset="0"/>
                </a:rPr>
                <a:t>iiiiiiiiiiii</a:t>
              </a:r>
              <a:endParaRPr kumimoji="0" lang="ru-RU" sz="7200" b="0" i="0" u="none" strike="noStrike" kern="1200" cap="none" spc="-300" normalizeH="0" baseline="0" noProof="0" dirty="0">
                <a:ln>
                  <a:noFill/>
                </a:ln>
                <a:solidFill>
                  <a:srgbClr val="E7E6E6">
                    <a:lumMod val="10000"/>
                  </a:srgbClr>
                </a:solidFill>
                <a:effectLst/>
                <a:uLnTx/>
                <a:uFillTx/>
                <a:latin typeface="Cascadia Code SemiBold" panose="020B0609020000020004" pitchFamily="49" charset="0"/>
                <a:ea typeface="+mn-ea"/>
                <a:cs typeface="Cascadia Code SemiBold" panose="020B0609020000020004" pitchFamily="49" charset="0"/>
              </a:endParaRPr>
            </a:p>
          </p:txBody>
        </p:sp>
        <p:sp>
          <p:nvSpPr>
            <p:cNvPr id="2" name="!!MainText!!">
              <a:extLst>
                <a:ext uri="{FF2B5EF4-FFF2-40B4-BE49-F238E27FC236}">
                  <a16:creationId xmlns:a16="http://schemas.microsoft.com/office/drawing/2014/main" id="{3FD5C2BC-DD86-481B-D8CD-78CBC2731A8E}"/>
                </a:ext>
              </a:extLst>
            </p:cNvPr>
            <p:cNvSpPr txBox="1"/>
            <p:nvPr/>
          </p:nvSpPr>
          <p:spPr>
            <a:xfrm>
              <a:off x="2828689" y="1960957"/>
              <a:ext cx="3953111" cy="132343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40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scadia Code SemiBold" panose="020B0609020000020004" pitchFamily="49" charset="0"/>
                  <a:ea typeface="+mn-ea"/>
                  <a:cs typeface="Cascadia Code SemiBold" panose="020B0609020000020004" pitchFamily="49" charset="0"/>
                </a:rPr>
                <a:t>Мобильное приложение</a:t>
              </a:r>
            </a:p>
          </p:txBody>
        </p:sp>
        <p:sp>
          <p:nvSpPr>
            <p:cNvPr id="24" name="!!MainSectionHighlight!!">
              <a:extLst>
                <a:ext uri="{FF2B5EF4-FFF2-40B4-BE49-F238E27FC236}">
                  <a16:creationId xmlns:a16="http://schemas.microsoft.com/office/drawing/2014/main" id="{28BEC87D-4721-775A-9441-8235E8402A11}"/>
                </a:ext>
              </a:extLst>
            </p:cNvPr>
            <p:cNvSpPr/>
            <p:nvPr/>
          </p:nvSpPr>
          <p:spPr>
            <a:xfrm>
              <a:off x="2423161" y="1528580"/>
              <a:ext cx="310895" cy="474839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grpSp>
        <p:nvGrpSpPr>
          <p:cNvPr id="19" name="!!TitleSection!!">
            <a:extLst>
              <a:ext uri="{FF2B5EF4-FFF2-40B4-BE49-F238E27FC236}">
                <a16:creationId xmlns:a16="http://schemas.microsoft.com/office/drawing/2014/main" id="{C6172A45-4954-D828-65BF-3101A14639F9}"/>
              </a:ext>
            </a:extLst>
          </p:cNvPr>
          <p:cNvGrpSpPr/>
          <p:nvPr/>
        </p:nvGrpSpPr>
        <p:grpSpPr>
          <a:xfrm>
            <a:off x="2423160" y="0"/>
            <a:ext cx="17163989" cy="1323439"/>
            <a:chOff x="2423160" y="0"/>
            <a:chExt cx="17163989" cy="1323439"/>
          </a:xfrm>
        </p:grpSpPr>
        <p:sp>
          <p:nvSpPr>
            <p:cNvPr id="6" name="!!UnderTitle!!">
              <a:extLst>
                <a:ext uri="{FF2B5EF4-FFF2-40B4-BE49-F238E27FC236}">
                  <a16:creationId xmlns:a16="http://schemas.microsoft.com/office/drawing/2014/main" id="{893498C8-6A47-81B1-D854-323857AB6F02}"/>
                </a:ext>
              </a:extLst>
            </p:cNvPr>
            <p:cNvSpPr txBox="1"/>
            <p:nvPr/>
          </p:nvSpPr>
          <p:spPr>
            <a:xfrm>
              <a:off x="2828689" y="0"/>
              <a:ext cx="16758460" cy="132343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000" b="0" i="0" u="none" strike="noStrike" kern="1200" cap="none" spc="-300" normalizeH="0" baseline="0" noProof="0" dirty="0">
                  <a:ln>
                    <a:noFill/>
                  </a:ln>
                  <a:solidFill>
                    <a:srgbClr val="E7E6E6">
                      <a:lumMod val="10000"/>
                    </a:srgbClr>
                  </a:solidFill>
                  <a:effectLst/>
                  <a:uLnTx/>
                  <a:uFillTx/>
                  <a:latin typeface="Cascadia Code SemiBold" panose="020B0609020000020004" pitchFamily="49" charset="0"/>
                  <a:ea typeface="+mn-ea"/>
                  <a:cs typeface="Cascadia Code SemiBold" panose="020B0609020000020004" pitchFamily="49" charset="0"/>
                </a:rPr>
                <a:t>////////////////////</a:t>
              </a:r>
              <a:endParaRPr kumimoji="0" lang="ru-RU" sz="8000" b="0" i="0" u="none" strike="noStrike" kern="1200" cap="none" spc="-300" normalizeH="0" baseline="0" noProof="0" dirty="0">
                <a:ln>
                  <a:noFill/>
                </a:ln>
                <a:solidFill>
                  <a:srgbClr val="E7E6E6">
                    <a:lumMod val="10000"/>
                  </a:srgbClr>
                </a:solidFill>
                <a:effectLst/>
                <a:uLnTx/>
                <a:uFillTx/>
                <a:latin typeface="Cascadia Code SemiBold" panose="020B0609020000020004" pitchFamily="49" charset="0"/>
                <a:ea typeface="+mn-ea"/>
                <a:cs typeface="Cascadia Code SemiBold" panose="020B0609020000020004" pitchFamily="49" charset="0"/>
              </a:endParaRPr>
            </a:p>
          </p:txBody>
        </p:sp>
        <p:sp>
          <p:nvSpPr>
            <p:cNvPr id="3" name="!!Title!!">
              <a:extLst>
                <a:ext uri="{FF2B5EF4-FFF2-40B4-BE49-F238E27FC236}">
                  <a16:creationId xmlns:a16="http://schemas.microsoft.com/office/drawing/2014/main" id="{01AD8D37-B3CA-83AE-E8BD-F6F892B680B8}"/>
                </a:ext>
              </a:extLst>
            </p:cNvPr>
            <p:cNvSpPr txBox="1"/>
            <p:nvPr/>
          </p:nvSpPr>
          <p:spPr>
            <a:xfrm>
              <a:off x="2828689" y="284528"/>
              <a:ext cx="6712111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36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scadia Code SemiBold" panose="020B0609020000020004" pitchFamily="49" charset="0"/>
                  <a:ea typeface="+mn-ea"/>
                  <a:cs typeface="Cascadia Code SemiBold" panose="020B0609020000020004" pitchFamily="49" charset="0"/>
                </a:rPr>
                <a:t>Задачи</a:t>
              </a:r>
            </a:p>
          </p:txBody>
        </p:sp>
        <p:sp>
          <p:nvSpPr>
            <p:cNvPr id="4" name="!!TitleHighlighter!!">
              <a:extLst>
                <a:ext uri="{FF2B5EF4-FFF2-40B4-BE49-F238E27FC236}">
                  <a16:creationId xmlns:a16="http://schemas.microsoft.com/office/drawing/2014/main" id="{728C5433-FCE0-DDD7-EB03-98DA603946F0}"/>
                </a:ext>
              </a:extLst>
            </p:cNvPr>
            <p:cNvSpPr/>
            <p:nvPr/>
          </p:nvSpPr>
          <p:spPr>
            <a:xfrm>
              <a:off x="2423160" y="91666"/>
              <a:ext cx="310896" cy="1100757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11" name="!!ShapeBottom!!">
            <a:extLst>
              <a:ext uri="{FF2B5EF4-FFF2-40B4-BE49-F238E27FC236}">
                <a16:creationId xmlns:a16="http://schemas.microsoft.com/office/drawing/2014/main" id="{B44322F1-CECD-C11F-1DDD-D066516264DE}"/>
              </a:ext>
            </a:extLst>
          </p:cNvPr>
          <p:cNvSpPr/>
          <p:nvPr/>
        </p:nvSpPr>
        <p:spPr>
          <a:xfrm>
            <a:off x="403401" y="4314536"/>
            <a:ext cx="1600200" cy="160020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0" name="!!ShapeTop!!">
            <a:extLst>
              <a:ext uri="{FF2B5EF4-FFF2-40B4-BE49-F238E27FC236}">
                <a16:creationId xmlns:a16="http://schemas.microsoft.com/office/drawing/2014/main" id="{96BC7110-3448-6E2D-38D8-52287AEADB20}"/>
              </a:ext>
            </a:extLst>
          </p:cNvPr>
          <p:cNvSpPr/>
          <p:nvPr/>
        </p:nvSpPr>
        <p:spPr>
          <a:xfrm rot="8100000">
            <a:off x="403401" y="1844867"/>
            <a:ext cx="1600200" cy="1573270"/>
          </a:xfrm>
          <a:custGeom>
            <a:avLst/>
            <a:gdLst>
              <a:gd name="csX0" fmla="*/ 597336 w 1600200"/>
              <a:gd name="csY0" fmla="*/ 0 h 1573270"/>
              <a:gd name="csX1" fmla="*/ 597336 w 1600200"/>
              <a:gd name="csY1" fmla="*/ 771333 h 1573270"/>
              <a:gd name="csX2" fmla="*/ 1002864 w 1600200"/>
              <a:gd name="csY2" fmla="*/ 771333 h 1573270"/>
              <a:gd name="csX3" fmla="*/ 1002864 w 1600200"/>
              <a:gd name="csY3" fmla="*/ 0 h 1573270"/>
              <a:gd name="csX4" fmla="*/ 1038025 w 1600200"/>
              <a:gd name="csY4" fmla="*/ 9041 h 1573270"/>
              <a:gd name="csX5" fmla="*/ 1600200 w 1600200"/>
              <a:gd name="csY5" fmla="*/ 773170 h 1573270"/>
              <a:gd name="csX6" fmla="*/ 800100 w 1600200"/>
              <a:gd name="csY6" fmla="*/ 1573270 h 1573270"/>
              <a:gd name="csX7" fmla="*/ 0 w 1600200"/>
              <a:gd name="csY7" fmla="*/ 773170 h 1573270"/>
              <a:gd name="csX8" fmla="*/ 562175 w 1600200"/>
              <a:gd name="csY8" fmla="*/ 9041 h 157327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</a:cxnLst>
            <a:rect l="l" t="t" r="r" b="b"/>
            <a:pathLst>
              <a:path w="1600200" h="1573270">
                <a:moveTo>
                  <a:pt x="597336" y="0"/>
                </a:moveTo>
                <a:lnTo>
                  <a:pt x="597336" y="771333"/>
                </a:lnTo>
                <a:lnTo>
                  <a:pt x="1002864" y="771333"/>
                </a:lnTo>
                <a:lnTo>
                  <a:pt x="1002864" y="0"/>
                </a:lnTo>
                <a:lnTo>
                  <a:pt x="1038025" y="9041"/>
                </a:lnTo>
                <a:cubicBezTo>
                  <a:pt x="1363721" y="110343"/>
                  <a:pt x="1600200" y="414140"/>
                  <a:pt x="1600200" y="773170"/>
                </a:cubicBezTo>
                <a:cubicBezTo>
                  <a:pt x="1600200" y="1215053"/>
                  <a:pt x="1241983" y="1573270"/>
                  <a:pt x="800100" y="1573270"/>
                </a:cubicBezTo>
                <a:cubicBezTo>
                  <a:pt x="358217" y="1573270"/>
                  <a:pt x="0" y="1215053"/>
                  <a:pt x="0" y="773170"/>
                </a:cubicBezTo>
                <a:cubicBezTo>
                  <a:pt x="0" y="414140"/>
                  <a:pt x="236479" y="110343"/>
                  <a:pt x="562175" y="9041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pSp>
        <p:nvGrpSpPr>
          <p:cNvPr id="13" name="!!PtpitLogo!!">
            <a:extLst>
              <a:ext uri="{FF2B5EF4-FFF2-40B4-BE49-F238E27FC236}">
                <a16:creationId xmlns:a16="http://schemas.microsoft.com/office/drawing/2014/main" id="{03A7DCAB-5E29-D48A-B80C-2E6B43963E21}"/>
              </a:ext>
            </a:extLst>
          </p:cNvPr>
          <p:cNvGrpSpPr/>
          <p:nvPr/>
        </p:nvGrpSpPr>
        <p:grpSpPr>
          <a:xfrm>
            <a:off x="42438" y="91666"/>
            <a:ext cx="2208090" cy="1100757"/>
            <a:chOff x="42438" y="91666"/>
            <a:chExt cx="2208090" cy="1100757"/>
          </a:xfrm>
        </p:grpSpPr>
        <p:pic>
          <p:nvPicPr>
            <p:cNvPr id="14" name="!!PtpitLogo2!!">
              <a:extLst>
                <a:ext uri="{FF2B5EF4-FFF2-40B4-BE49-F238E27FC236}">
                  <a16:creationId xmlns:a16="http://schemas.microsoft.com/office/drawing/2014/main" id="{2E03559E-E35C-A07C-743C-9136B1BD034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biLevel thresh="7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146483" y="91666"/>
              <a:ext cx="1104045" cy="1100757"/>
            </a:xfrm>
            <a:prstGeom prst="rect">
              <a:avLst/>
            </a:prstGeom>
            <a:solidFill>
              <a:schemeClr val="bg1"/>
            </a:solidFill>
          </p:spPr>
        </p:pic>
        <p:pic>
          <p:nvPicPr>
            <p:cNvPr id="15" name="!!PtpitLogo1!!">
              <a:extLst>
                <a:ext uri="{FF2B5EF4-FFF2-40B4-BE49-F238E27FC236}">
                  <a16:creationId xmlns:a16="http://schemas.microsoft.com/office/drawing/2014/main" id="{323D6934-E6F7-D9ED-0FE5-9FDA4FB66E4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biLevel thresh="5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2438" y="91666"/>
              <a:ext cx="1104045" cy="1100757"/>
            </a:xfrm>
            <a:prstGeom prst="rect">
              <a:avLst/>
            </a:prstGeom>
            <a:noFill/>
          </p:spPr>
        </p:pic>
      </p:grpSp>
      <p:grpSp>
        <p:nvGrpSpPr>
          <p:cNvPr id="37" name="!!Item5!!">
            <a:extLst>
              <a:ext uri="{FF2B5EF4-FFF2-40B4-BE49-F238E27FC236}">
                <a16:creationId xmlns:a16="http://schemas.microsoft.com/office/drawing/2014/main" id="{CB7A1ED5-52AA-28A1-F264-476FC29AABF8}"/>
              </a:ext>
            </a:extLst>
          </p:cNvPr>
          <p:cNvGrpSpPr/>
          <p:nvPr/>
        </p:nvGrpSpPr>
        <p:grpSpPr>
          <a:xfrm>
            <a:off x="8771629" y="1831402"/>
            <a:ext cx="3086755" cy="7445155"/>
            <a:chOff x="13789367" y="1831402"/>
            <a:chExt cx="3086755" cy="7445155"/>
          </a:xfrm>
        </p:grpSpPr>
        <p:sp>
          <p:nvSpPr>
            <p:cNvPr id="23" name="!!BigT5!!">
              <a:extLst>
                <a:ext uri="{FF2B5EF4-FFF2-40B4-BE49-F238E27FC236}">
                  <a16:creationId xmlns:a16="http://schemas.microsoft.com/office/drawing/2014/main" id="{BE0280DC-3EB1-04F7-5185-8F123C8F4FA4}"/>
                </a:ext>
              </a:extLst>
            </p:cNvPr>
            <p:cNvSpPr txBox="1"/>
            <p:nvPr/>
          </p:nvSpPr>
          <p:spPr>
            <a:xfrm>
              <a:off x="14170695" y="2828638"/>
              <a:ext cx="2324100" cy="644791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41300" b="0" i="0" u="none" strike="noStrike" kern="1200" cap="none" spc="0" normalizeH="0" baseline="0" noProof="0" dirty="0">
                  <a:ln>
                    <a:noFill/>
                  </a:ln>
                  <a:solidFill>
                    <a:srgbClr val="E7E6E6">
                      <a:lumMod val="10000"/>
                    </a:srgbClr>
                  </a:solidFill>
                  <a:effectLst/>
                  <a:uLnTx/>
                  <a:uFillTx/>
                  <a:latin typeface="Cascadia Code SemiBold" panose="020B0609020000020004" pitchFamily="49" charset="0"/>
                  <a:ea typeface="+mn-ea"/>
                  <a:cs typeface="Cascadia Code SemiBold" panose="020B0609020000020004" pitchFamily="49" charset="0"/>
                </a:rPr>
                <a:t>T</a:t>
              </a:r>
              <a:endParaRPr kumimoji="0" lang="ru-RU" sz="41300" b="0" i="0" u="none" strike="noStrike" kern="1200" cap="none" spc="0" normalizeH="0" baseline="0" noProof="0" dirty="0">
                <a:ln>
                  <a:noFill/>
                </a:ln>
                <a:solidFill>
                  <a:srgbClr val="E7E6E6">
                    <a:lumMod val="10000"/>
                  </a:srgbClr>
                </a:solidFill>
                <a:effectLst/>
                <a:uLnTx/>
                <a:uFillTx/>
                <a:latin typeface="Cascadia Code SemiBold" panose="020B0609020000020004" pitchFamily="49" charset="0"/>
                <a:ea typeface="+mn-ea"/>
                <a:cs typeface="Cascadia Code SemiBold" panose="020B0609020000020004" pitchFamily="49" charset="0"/>
              </a:endParaRPr>
            </a:p>
          </p:txBody>
        </p:sp>
        <p:sp>
          <p:nvSpPr>
            <p:cNvPr id="33" name="!!Icon5!!">
              <a:extLst>
                <a:ext uri="{FF2B5EF4-FFF2-40B4-BE49-F238E27FC236}">
                  <a16:creationId xmlns:a16="http://schemas.microsoft.com/office/drawing/2014/main" id="{810238E7-7DE0-AEDA-F7C6-905FDEB8C4DC}"/>
                </a:ext>
              </a:extLst>
            </p:cNvPr>
            <p:cNvSpPr/>
            <p:nvPr/>
          </p:nvSpPr>
          <p:spPr>
            <a:xfrm>
              <a:off x="13789367" y="1831402"/>
              <a:ext cx="3086755" cy="2071375"/>
            </a:xfrm>
            <a:custGeom>
              <a:avLst/>
              <a:gdLst>
                <a:gd name="csX0" fmla="*/ 1542863 w 3086755"/>
                <a:gd name="csY0" fmla="*/ 1264782 h 2071375"/>
                <a:gd name="csX1" fmla="*/ 1427446 w 3086755"/>
                <a:gd name="csY1" fmla="*/ 1380199 h 2071375"/>
                <a:gd name="csX2" fmla="*/ 1542863 w 3086755"/>
                <a:gd name="csY2" fmla="*/ 1495616 h 2071375"/>
                <a:gd name="csX3" fmla="*/ 1658280 w 3086755"/>
                <a:gd name="csY3" fmla="*/ 1380199 h 2071375"/>
                <a:gd name="csX4" fmla="*/ 1542863 w 3086755"/>
                <a:gd name="csY4" fmla="*/ 1264782 h 2071375"/>
                <a:gd name="csX5" fmla="*/ 1542862 w 3086755"/>
                <a:gd name="csY5" fmla="*/ 1131132 h 2071375"/>
                <a:gd name="csX6" fmla="*/ 1791929 w 3086755"/>
                <a:gd name="csY6" fmla="*/ 1380199 h 2071375"/>
                <a:gd name="csX7" fmla="*/ 1542862 w 3086755"/>
                <a:gd name="csY7" fmla="*/ 1629266 h 2071375"/>
                <a:gd name="csX8" fmla="*/ 1293795 w 3086755"/>
                <a:gd name="csY8" fmla="*/ 1380199 h 2071375"/>
                <a:gd name="csX9" fmla="*/ 1542862 w 3086755"/>
                <a:gd name="csY9" fmla="*/ 1131132 h 2071375"/>
                <a:gd name="csX10" fmla="*/ 2315407 w 3086755"/>
                <a:gd name="csY10" fmla="*/ 1026017 h 2071375"/>
                <a:gd name="csX11" fmla="*/ 2480507 w 3086755"/>
                <a:gd name="csY11" fmla="*/ 1026017 h 2071375"/>
                <a:gd name="csX12" fmla="*/ 2480507 w 3086755"/>
                <a:gd name="csY12" fmla="*/ 1629267 h 2071375"/>
                <a:gd name="csX13" fmla="*/ 2315407 w 3086755"/>
                <a:gd name="csY13" fmla="*/ 1629267 h 2071375"/>
                <a:gd name="csX14" fmla="*/ 605215 w 3086755"/>
                <a:gd name="csY14" fmla="*/ 1026015 h 2071375"/>
                <a:gd name="csX15" fmla="*/ 770315 w 3086755"/>
                <a:gd name="csY15" fmla="*/ 1026015 h 2071375"/>
                <a:gd name="csX16" fmla="*/ 770315 w 3086755"/>
                <a:gd name="csY16" fmla="*/ 1629265 h 2071375"/>
                <a:gd name="csX17" fmla="*/ 605215 w 3086755"/>
                <a:gd name="csY17" fmla="*/ 1629265 h 2071375"/>
                <a:gd name="csX18" fmla="*/ 2397957 w 3086755"/>
                <a:gd name="csY18" fmla="*/ 575756 h 2071375"/>
                <a:gd name="csX19" fmla="*/ 2282540 w 3086755"/>
                <a:gd name="csY19" fmla="*/ 691173 h 2071375"/>
                <a:gd name="csX20" fmla="*/ 2397957 w 3086755"/>
                <a:gd name="csY20" fmla="*/ 806590 h 2071375"/>
                <a:gd name="csX21" fmla="*/ 2513374 w 3086755"/>
                <a:gd name="csY21" fmla="*/ 691173 h 2071375"/>
                <a:gd name="csX22" fmla="*/ 2397957 w 3086755"/>
                <a:gd name="csY22" fmla="*/ 575756 h 2071375"/>
                <a:gd name="csX23" fmla="*/ 687765 w 3086755"/>
                <a:gd name="csY23" fmla="*/ 575754 h 2071375"/>
                <a:gd name="csX24" fmla="*/ 572348 w 3086755"/>
                <a:gd name="csY24" fmla="*/ 691171 h 2071375"/>
                <a:gd name="csX25" fmla="*/ 687765 w 3086755"/>
                <a:gd name="csY25" fmla="*/ 806588 h 2071375"/>
                <a:gd name="csX26" fmla="*/ 803182 w 3086755"/>
                <a:gd name="csY26" fmla="*/ 691171 h 2071375"/>
                <a:gd name="csX27" fmla="*/ 687765 w 3086755"/>
                <a:gd name="csY27" fmla="*/ 575754 h 2071375"/>
                <a:gd name="csX28" fmla="*/ 2397958 w 3086755"/>
                <a:gd name="csY28" fmla="*/ 442106 h 2071375"/>
                <a:gd name="csX29" fmla="*/ 2647025 w 3086755"/>
                <a:gd name="csY29" fmla="*/ 691173 h 2071375"/>
                <a:gd name="csX30" fmla="*/ 2397958 w 3086755"/>
                <a:gd name="csY30" fmla="*/ 940240 h 2071375"/>
                <a:gd name="csX31" fmla="*/ 2148891 w 3086755"/>
                <a:gd name="csY31" fmla="*/ 691173 h 2071375"/>
                <a:gd name="csX32" fmla="*/ 2397958 w 3086755"/>
                <a:gd name="csY32" fmla="*/ 442106 h 2071375"/>
                <a:gd name="csX33" fmla="*/ 1460313 w 3086755"/>
                <a:gd name="csY33" fmla="*/ 442105 h 2071375"/>
                <a:gd name="csX34" fmla="*/ 1625413 w 3086755"/>
                <a:gd name="csY34" fmla="*/ 442105 h 2071375"/>
                <a:gd name="csX35" fmla="*/ 1625413 w 3086755"/>
                <a:gd name="csY35" fmla="*/ 1045355 h 2071375"/>
                <a:gd name="csX36" fmla="*/ 1460313 w 3086755"/>
                <a:gd name="csY36" fmla="*/ 1045355 h 2071375"/>
                <a:gd name="csX37" fmla="*/ 687766 w 3086755"/>
                <a:gd name="csY37" fmla="*/ 442104 h 2071375"/>
                <a:gd name="csX38" fmla="*/ 936833 w 3086755"/>
                <a:gd name="csY38" fmla="*/ 691171 h 2071375"/>
                <a:gd name="csX39" fmla="*/ 687766 w 3086755"/>
                <a:gd name="csY39" fmla="*/ 940238 h 2071375"/>
                <a:gd name="csX40" fmla="*/ 438699 w 3086755"/>
                <a:gd name="csY40" fmla="*/ 691171 h 2071375"/>
                <a:gd name="csX41" fmla="*/ 687766 w 3086755"/>
                <a:gd name="csY41" fmla="*/ 442104 h 2071375"/>
                <a:gd name="csX42" fmla="*/ 246245 w 3086755"/>
                <a:gd name="csY42" fmla="*/ 246245 h 2071375"/>
                <a:gd name="csX43" fmla="*/ 246245 w 3086755"/>
                <a:gd name="csY43" fmla="*/ 1825130 h 2071375"/>
                <a:gd name="csX44" fmla="*/ 2840510 w 3086755"/>
                <a:gd name="csY44" fmla="*/ 1825130 h 2071375"/>
                <a:gd name="csX45" fmla="*/ 2840510 w 3086755"/>
                <a:gd name="csY45" fmla="*/ 246245 h 2071375"/>
                <a:gd name="csX46" fmla="*/ 0 w 3086755"/>
                <a:gd name="csY46" fmla="*/ 0 h 2071375"/>
                <a:gd name="csX47" fmla="*/ 3086755 w 3086755"/>
                <a:gd name="csY47" fmla="*/ 0 h 2071375"/>
                <a:gd name="csX48" fmla="*/ 3086755 w 3086755"/>
                <a:gd name="csY48" fmla="*/ 2071375 h 2071375"/>
                <a:gd name="csX49" fmla="*/ 0 w 3086755"/>
                <a:gd name="csY49" fmla="*/ 2071375 h 207137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  <a:cxn ang="0">
                  <a:pos x="csX35" y="csY35"/>
                </a:cxn>
                <a:cxn ang="0">
                  <a:pos x="csX36" y="csY36"/>
                </a:cxn>
                <a:cxn ang="0">
                  <a:pos x="csX37" y="csY37"/>
                </a:cxn>
                <a:cxn ang="0">
                  <a:pos x="csX38" y="csY38"/>
                </a:cxn>
                <a:cxn ang="0">
                  <a:pos x="csX39" y="csY39"/>
                </a:cxn>
                <a:cxn ang="0">
                  <a:pos x="csX40" y="csY40"/>
                </a:cxn>
                <a:cxn ang="0">
                  <a:pos x="csX41" y="csY41"/>
                </a:cxn>
                <a:cxn ang="0">
                  <a:pos x="csX42" y="csY42"/>
                </a:cxn>
                <a:cxn ang="0">
                  <a:pos x="csX43" y="csY43"/>
                </a:cxn>
                <a:cxn ang="0">
                  <a:pos x="csX44" y="csY44"/>
                </a:cxn>
                <a:cxn ang="0">
                  <a:pos x="csX45" y="csY45"/>
                </a:cxn>
                <a:cxn ang="0">
                  <a:pos x="csX46" y="csY46"/>
                </a:cxn>
                <a:cxn ang="0">
                  <a:pos x="csX47" y="csY47"/>
                </a:cxn>
                <a:cxn ang="0">
                  <a:pos x="csX48" y="csY48"/>
                </a:cxn>
                <a:cxn ang="0">
                  <a:pos x="csX49" y="csY49"/>
                </a:cxn>
              </a:cxnLst>
              <a:rect l="l" t="t" r="r" b="b"/>
              <a:pathLst>
                <a:path w="3086755" h="2071375">
                  <a:moveTo>
                    <a:pt x="1542863" y="1264782"/>
                  </a:moveTo>
                  <a:cubicBezTo>
                    <a:pt x="1479120" y="1264782"/>
                    <a:pt x="1427446" y="1316456"/>
                    <a:pt x="1427446" y="1380199"/>
                  </a:cubicBezTo>
                  <a:cubicBezTo>
                    <a:pt x="1427446" y="1443942"/>
                    <a:pt x="1479120" y="1495616"/>
                    <a:pt x="1542863" y="1495616"/>
                  </a:cubicBezTo>
                  <a:cubicBezTo>
                    <a:pt x="1606606" y="1495616"/>
                    <a:pt x="1658280" y="1443942"/>
                    <a:pt x="1658280" y="1380199"/>
                  </a:cubicBezTo>
                  <a:cubicBezTo>
                    <a:pt x="1658280" y="1316456"/>
                    <a:pt x="1606606" y="1264782"/>
                    <a:pt x="1542863" y="1264782"/>
                  </a:cubicBezTo>
                  <a:close/>
                  <a:moveTo>
                    <a:pt x="1542862" y="1131132"/>
                  </a:moveTo>
                  <a:cubicBezTo>
                    <a:pt x="1680418" y="1131132"/>
                    <a:pt x="1791929" y="1242643"/>
                    <a:pt x="1791929" y="1380199"/>
                  </a:cubicBezTo>
                  <a:cubicBezTo>
                    <a:pt x="1791929" y="1517755"/>
                    <a:pt x="1680418" y="1629266"/>
                    <a:pt x="1542862" y="1629266"/>
                  </a:cubicBezTo>
                  <a:cubicBezTo>
                    <a:pt x="1405306" y="1629266"/>
                    <a:pt x="1293795" y="1517755"/>
                    <a:pt x="1293795" y="1380199"/>
                  </a:cubicBezTo>
                  <a:cubicBezTo>
                    <a:pt x="1293795" y="1242643"/>
                    <a:pt x="1405306" y="1131132"/>
                    <a:pt x="1542862" y="1131132"/>
                  </a:cubicBezTo>
                  <a:close/>
                  <a:moveTo>
                    <a:pt x="2315407" y="1026017"/>
                  </a:moveTo>
                  <a:lnTo>
                    <a:pt x="2480507" y="1026017"/>
                  </a:lnTo>
                  <a:lnTo>
                    <a:pt x="2480507" y="1629267"/>
                  </a:lnTo>
                  <a:lnTo>
                    <a:pt x="2315407" y="1629267"/>
                  </a:lnTo>
                  <a:close/>
                  <a:moveTo>
                    <a:pt x="605215" y="1026015"/>
                  </a:moveTo>
                  <a:lnTo>
                    <a:pt x="770315" y="1026015"/>
                  </a:lnTo>
                  <a:lnTo>
                    <a:pt x="770315" y="1629265"/>
                  </a:lnTo>
                  <a:lnTo>
                    <a:pt x="605215" y="1629265"/>
                  </a:lnTo>
                  <a:close/>
                  <a:moveTo>
                    <a:pt x="2397957" y="575756"/>
                  </a:moveTo>
                  <a:cubicBezTo>
                    <a:pt x="2334214" y="575756"/>
                    <a:pt x="2282540" y="627430"/>
                    <a:pt x="2282540" y="691173"/>
                  </a:cubicBezTo>
                  <a:cubicBezTo>
                    <a:pt x="2282540" y="754916"/>
                    <a:pt x="2334214" y="806590"/>
                    <a:pt x="2397957" y="806590"/>
                  </a:cubicBezTo>
                  <a:cubicBezTo>
                    <a:pt x="2461700" y="806590"/>
                    <a:pt x="2513374" y="754916"/>
                    <a:pt x="2513374" y="691173"/>
                  </a:cubicBezTo>
                  <a:cubicBezTo>
                    <a:pt x="2513374" y="627430"/>
                    <a:pt x="2461700" y="575756"/>
                    <a:pt x="2397957" y="575756"/>
                  </a:cubicBezTo>
                  <a:close/>
                  <a:moveTo>
                    <a:pt x="687765" y="575754"/>
                  </a:moveTo>
                  <a:cubicBezTo>
                    <a:pt x="624022" y="575754"/>
                    <a:pt x="572348" y="627428"/>
                    <a:pt x="572348" y="691171"/>
                  </a:cubicBezTo>
                  <a:cubicBezTo>
                    <a:pt x="572348" y="754914"/>
                    <a:pt x="624022" y="806588"/>
                    <a:pt x="687765" y="806588"/>
                  </a:cubicBezTo>
                  <a:cubicBezTo>
                    <a:pt x="751508" y="806588"/>
                    <a:pt x="803182" y="754914"/>
                    <a:pt x="803182" y="691171"/>
                  </a:cubicBezTo>
                  <a:cubicBezTo>
                    <a:pt x="803182" y="627428"/>
                    <a:pt x="751508" y="575754"/>
                    <a:pt x="687765" y="575754"/>
                  </a:cubicBezTo>
                  <a:close/>
                  <a:moveTo>
                    <a:pt x="2397958" y="442106"/>
                  </a:moveTo>
                  <a:cubicBezTo>
                    <a:pt x="2535514" y="442106"/>
                    <a:pt x="2647025" y="553617"/>
                    <a:pt x="2647025" y="691173"/>
                  </a:cubicBezTo>
                  <a:cubicBezTo>
                    <a:pt x="2647025" y="828729"/>
                    <a:pt x="2535514" y="940240"/>
                    <a:pt x="2397958" y="940240"/>
                  </a:cubicBezTo>
                  <a:cubicBezTo>
                    <a:pt x="2260402" y="940240"/>
                    <a:pt x="2148891" y="828729"/>
                    <a:pt x="2148891" y="691173"/>
                  </a:cubicBezTo>
                  <a:cubicBezTo>
                    <a:pt x="2148891" y="553617"/>
                    <a:pt x="2260402" y="442106"/>
                    <a:pt x="2397958" y="442106"/>
                  </a:cubicBezTo>
                  <a:close/>
                  <a:moveTo>
                    <a:pt x="1460313" y="442105"/>
                  </a:moveTo>
                  <a:lnTo>
                    <a:pt x="1625413" y="442105"/>
                  </a:lnTo>
                  <a:lnTo>
                    <a:pt x="1625413" y="1045355"/>
                  </a:lnTo>
                  <a:lnTo>
                    <a:pt x="1460313" y="1045355"/>
                  </a:lnTo>
                  <a:close/>
                  <a:moveTo>
                    <a:pt x="687766" y="442104"/>
                  </a:moveTo>
                  <a:cubicBezTo>
                    <a:pt x="825322" y="442104"/>
                    <a:pt x="936833" y="553615"/>
                    <a:pt x="936833" y="691171"/>
                  </a:cubicBezTo>
                  <a:cubicBezTo>
                    <a:pt x="936833" y="828727"/>
                    <a:pt x="825322" y="940238"/>
                    <a:pt x="687766" y="940238"/>
                  </a:cubicBezTo>
                  <a:cubicBezTo>
                    <a:pt x="550210" y="940238"/>
                    <a:pt x="438699" y="828727"/>
                    <a:pt x="438699" y="691171"/>
                  </a:cubicBezTo>
                  <a:cubicBezTo>
                    <a:pt x="438699" y="553615"/>
                    <a:pt x="550210" y="442104"/>
                    <a:pt x="687766" y="442104"/>
                  </a:cubicBezTo>
                  <a:close/>
                  <a:moveTo>
                    <a:pt x="246245" y="246245"/>
                  </a:moveTo>
                  <a:lnTo>
                    <a:pt x="246245" y="1825130"/>
                  </a:lnTo>
                  <a:lnTo>
                    <a:pt x="2840510" y="1825130"/>
                  </a:lnTo>
                  <a:lnTo>
                    <a:pt x="2840510" y="246245"/>
                  </a:lnTo>
                  <a:close/>
                  <a:moveTo>
                    <a:pt x="0" y="0"/>
                  </a:moveTo>
                  <a:lnTo>
                    <a:pt x="3086755" y="0"/>
                  </a:lnTo>
                  <a:lnTo>
                    <a:pt x="3086755" y="2071375"/>
                  </a:lnTo>
                  <a:lnTo>
                    <a:pt x="0" y="2071375"/>
                  </a:lnTo>
                  <a:close/>
                </a:path>
              </a:pathLst>
            </a:custGeom>
            <a:solidFill>
              <a:schemeClr val="bg2">
                <a:lumMod val="1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ru-RU">
                <a:solidFill>
                  <a:schemeClr val="tx1"/>
                </a:solidFill>
              </a:endParaRPr>
            </a:p>
          </p:txBody>
        </p:sp>
      </p:grpSp>
      <p:grpSp>
        <p:nvGrpSpPr>
          <p:cNvPr id="9" name="!!Item4!!">
            <a:extLst>
              <a:ext uri="{FF2B5EF4-FFF2-40B4-BE49-F238E27FC236}">
                <a16:creationId xmlns:a16="http://schemas.microsoft.com/office/drawing/2014/main" id="{8A2F9ADD-6987-30B2-775B-13F2FF4EB911}"/>
              </a:ext>
            </a:extLst>
          </p:cNvPr>
          <p:cNvGrpSpPr/>
          <p:nvPr/>
        </p:nvGrpSpPr>
        <p:grpSpPr>
          <a:xfrm>
            <a:off x="7759940" y="2589295"/>
            <a:ext cx="2324101" cy="8349172"/>
            <a:chOff x="13206168" y="1831402"/>
            <a:chExt cx="2324101" cy="8349172"/>
          </a:xfrm>
        </p:grpSpPr>
        <p:sp>
          <p:nvSpPr>
            <p:cNvPr id="20" name="!!BigT4!!">
              <a:extLst>
                <a:ext uri="{FF2B5EF4-FFF2-40B4-BE49-F238E27FC236}">
                  <a16:creationId xmlns:a16="http://schemas.microsoft.com/office/drawing/2014/main" id="{0BDEB948-8B67-B190-2133-35DF2CE7D234}"/>
                </a:ext>
              </a:extLst>
            </p:cNvPr>
            <p:cNvSpPr txBox="1"/>
            <p:nvPr/>
          </p:nvSpPr>
          <p:spPr>
            <a:xfrm>
              <a:off x="13206168" y="3732655"/>
              <a:ext cx="2324100" cy="644791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41300" b="0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Cascadia Code SemiBold" panose="020B0609020000020004" pitchFamily="49" charset="0"/>
                  <a:ea typeface="+mn-ea"/>
                  <a:cs typeface="Cascadia Code SemiBold" panose="020B0609020000020004" pitchFamily="49" charset="0"/>
                </a:rPr>
                <a:t>T</a:t>
              </a:r>
              <a:endParaRPr kumimoji="0" lang="ru-RU" sz="413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ascadia Code SemiBold" panose="020B0609020000020004" pitchFamily="49" charset="0"/>
                <a:ea typeface="+mn-ea"/>
                <a:cs typeface="Cascadia Code SemiBold" panose="020B0609020000020004" pitchFamily="49" charset="0"/>
              </a:endParaRPr>
            </a:p>
          </p:txBody>
        </p:sp>
        <p:sp>
          <p:nvSpPr>
            <p:cNvPr id="21" name="!!Icon4!!">
              <a:extLst>
                <a:ext uri="{FF2B5EF4-FFF2-40B4-BE49-F238E27FC236}">
                  <a16:creationId xmlns:a16="http://schemas.microsoft.com/office/drawing/2014/main" id="{C36B1721-EE74-10AB-9905-A245F2269B0C}"/>
                </a:ext>
              </a:extLst>
            </p:cNvPr>
            <p:cNvSpPr/>
            <p:nvPr/>
          </p:nvSpPr>
          <p:spPr>
            <a:xfrm>
              <a:off x="13235165" y="1831402"/>
              <a:ext cx="2295104" cy="3145019"/>
            </a:xfrm>
            <a:custGeom>
              <a:avLst/>
              <a:gdLst>
                <a:gd name="csX0" fmla="*/ 1133053 w 2295104"/>
                <a:gd name="csY0" fmla="*/ 2483134 h 3145019"/>
                <a:gd name="csX1" fmla="*/ 1323553 w 2295104"/>
                <a:gd name="csY1" fmla="*/ 2673634 h 3145019"/>
                <a:gd name="csX2" fmla="*/ 1133053 w 2295104"/>
                <a:gd name="csY2" fmla="*/ 2864134 h 3145019"/>
                <a:gd name="csX3" fmla="*/ 942553 w 2295104"/>
                <a:gd name="csY3" fmla="*/ 2673634 h 3145019"/>
                <a:gd name="csX4" fmla="*/ 1133053 w 2295104"/>
                <a:gd name="csY4" fmla="*/ 2483134 h 3145019"/>
                <a:gd name="csX5" fmla="*/ 480802 w 2295104"/>
                <a:gd name="csY5" fmla="*/ 1773472 h 3145019"/>
                <a:gd name="csX6" fmla="*/ 1814302 w 2295104"/>
                <a:gd name="csY6" fmla="*/ 1773472 h 3145019"/>
                <a:gd name="csX7" fmla="*/ 1814302 w 2295104"/>
                <a:gd name="csY7" fmla="*/ 2116372 h 3145019"/>
                <a:gd name="csX8" fmla="*/ 480802 w 2295104"/>
                <a:gd name="csY8" fmla="*/ 2116372 h 3145019"/>
                <a:gd name="csX9" fmla="*/ 480802 w 2295104"/>
                <a:gd name="csY9" fmla="*/ 1103229 h 3145019"/>
                <a:gd name="csX10" fmla="*/ 1814302 w 2295104"/>
                <a:gd name="csY10" fmla="*/ 1103229 h 3145019"/>
                <a:gd name="csX11" fmla="*/ 1814302 w 2295104"/>
                <a:gd name="csY11" fmla="*/ 1446129 h 3145019"/>
                <a:gd name="csX12" fmla="*/ 480802 w 2295104"/>
                <a:gd name="csY12" fmla="*/ 1446129 h 3145019"/>
                <a:gd name="csX13" fmla="*/ 480802 w 2295104"/>
                <a:gd name="csY13" fmla="*/ 432986 h 3145019"/>
                <a:gd name="csX14" fmla="*/ 1814302 w 2295104"/>
                <a:gd name="csY14" fmla="*/ 432986 h 3145019"/>
                <a:gd name="csX15" fmla="*/ 1814302 w 2295104"/>
                <a:gd name="csY15" fmla="*/ 775886 h 3145019"/>
                <a:gd name="csX16" fmla="*/ 480802 w 2295104"/>
                <a:gd name="csY16" fmla="*/ 775886 h 3145019"/>
                <a:gd name="csX17" fmla="*/ 229740 w 2295104"/>
                <a:gd name="csY17" fmla="*/ 229740 h 3145019"/>
                <a:gd name="csX18" fmla="*/ 229740 w 2295104"/>
                <a:gd name="csY18" fmla="*/ 2915279 h 3145019"/>
                <a:gd name="csX19" fmla="*/ 2065364 w 2295104"/>
                <a:gd name="csY19" fmla="*/ 2915279 h 3145019"/>
                <a:gd name="csX20" fmla="*/ 2065364 w 2295104"/>
                <a:gd name="csY20" fmla="*/ 229740 h 3145019"/>
                <a:gd name="csX21" fmla="*/ 0 w 2295104"/>
                <a:gd name="csY21" fmla="*/ 0 h 3145019"/>
                <a:gd name="csX22" fmla="*/ 2295104 w 2295104"/>
                <a:gd name="csY22" fmla="*/ 0 h 3145019"/>
                <a:gd name="csX23" fmla="*/ 2295104 w 2295104"/>
                <a:gd name="csY23" fmla="*/ 3145019 h 3145019"/>
                <a:gd name="csX24" fmla="*/ 0 w 2295104"/>
                <a:gd name="csY24" fmla="*/ 3145019 h 314501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</a:cxnLst>
              <a:rect l="l" t="t" r="r" b="b"/>
              <a:pathLst>
                <a:path w="2295104" h="3145019">
                  <a:moveTo>
                    <a:pt x="1133053" y="2483134"/>
                  </a:moveTo>
                  <a:cubicBezTo>
                    <a:pt x="1238263" y="2483134"/>
                    <a:pt x="1323553" y="2568424"/>
                    <a:pt x="1323553" y="2673634"/>
                  </a:cubicBezTo>
                  <a:cubicBezTo>
                    <a:pt x="1323553" y="2778844"/>
                    <a:pt x="1238263" y="2864134"/>
                    <a:pt x="1133053" y="2864134"/>
                  </a:cubicBezTo>
                  <a:cubicBezTo>
                    <a:pt x="1027843" y="2864134"/>
                    <a:pt x="942553" y="2778844"/>
                    <a:pt x="942553" y="2673634"/>
                  </a:cubicBezTo>
                  <a:cubicBezTo>
                    <a:pt x="942553" y="2568424"/>
                    <a:pt x="1027843" y="2483134"/>
                    <a:pt x="1133053" y="2483134"/>
                  </a:cubicBezTo>
                  <a:close/>
                  <a:moveTo>
                    <a:pt x="480802" y="1773472"/>
                  </a:moveTo>
                  <a:lnTo>
                    <a:pt x="1814302" y="1773472"/>
                  </a:lnTo>
                  <a:lnTo>
                    <a:pt x="1814302" y="2116372"/>
                  </a:lnTo>
                  <a:lnTo>
                    <a:pt x="480802" y="2116372"/>
                  </a:lnTo>
                  <a:close/>
                  <a:moveTo>
                    <a:pt x="480802" y="1103229"/>
                  </a:moveTo>
                  <a:lnTo>
                    <a:pt x="1814302" y="1103229"/>
                  </a:lnTo>
                  <a:lnTo>
                    <a:pt x="1814302" y="1446129"/>
                  </a:lnTo>
                  <a:lnTo>
                    <a:pt x="480802" y="1446129"/>
                  </a:lnTo>
                  <a:close/>
                  <a:moveTo>
                    <a:pt x="480802" y="432986"/>
                  </a:moveTo>
                  <a:lnTo>
                    <a:pt x="1814302" y="432986"/>
                  </a:lnTo>
                  <a:lnTo>
                    <a:pt x="1814302" y="775886"/>
                  </a:lnTo>
                  <a:lnTo>
                    <a:pt x="480802" y="775886"/>
                  </a:lnTo>
                  <a:close/>
                  <a:moveTo>
                    <a:pt x="229740" y="229740"/>
                  </a:moveTo>
                  <a:lnTo>
                    <a:pt x="229740" y="2915279"/>
                  </a:lnTo>
                  <a:lnTo>
                    <a:pt x="2065364" y="2915279"/>
                  </a:lnTo>
                  <a:lnTo>
                    <a:pt x="2065364" y="229740"/>
                  </a:lnTo>
                  <a:close/>
                  <a:moveTo>
                    <a:pt x="0" y="0"/>
                  </a:moveTo>
                  <a:lnTo>
                    <a:pt x="2295104" y="0"/>
                  </a:lnTo>
                  <a:lnTo>
                    <a:pt x="2295104" y="3145019"/>
                  </a:lnTo>
                  <a:lnTo>
                    <a:pt x="0" y="3145019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ru-RU">
                <a:solidFill>
                  <a:schemeClr val="tx1"/>
                </a:solidFill>
              </a:endParaRPr>
            </a:p>
          </p:txBody>
        </p:sp>
      </p:grpSp>
      <p:grpSp>
        <p:nvGrpSpPr>
          <p:cNvPr id="38" name="!!Item3!!">
            <a:extLst>
              <a:ext uri="{FF2B5EF4-FFF2-40B4-BE49-F238E27FC236}">
                <a16:creationId xmlns:a16="http://schemas.microsoft.com/office/drawing/2014/main" id="{418A9B5B-DF60-1991-1BFF-2D96999DFEC1}"/>
              </a:ext>
            </a:extLst>
          </p:cNvPr>
          <p:cNvGrpSpPr/>
          <p:nvPr/>
        </p:nvGrpSpPr>
        <p:grpSpPr>
          <a:xfrm>
            <a:off x="7537122" y="7271681"/>
            <a:ext cx="2769739" cy="7315600"/>
            <a:chOff x="12528172" y="2441448"/>
            <a:chExt cx="2769739" cy="7315600"/>
          </a:xfrm>
        </p:grpSpPr>
        <p:sp>
          <p:nvSpPr>
            <p:cNvPr id="18" name="!!BigT3!!">
              <a:extLst>
                <a:ext uri="{FF2B5EF4-FFF2-40B4-BE49-F238E27FC236}">
                  <a16:creationId xmlns:a16="http://schemas.microsoft.com/office/drawing/2014/main" id="{0A0CD164-F13D-312E-52DB-DE7182C6BB84}"/>
                </a:ext>
              </a:extLst>
            </p:cNvPr>
            <p:cNvSpPr txBox="1"/>
            <p:nvPr/>
          </p:nvSpPr>
          <p:spPr>
            <a:xfrm>
              <a:off x="12742844" y="3309129"/>
              <a:ext cx="2324100" cy="644791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41300" b="0" i="0" u="none" strike="noStrike" kern="1200" cap="none" spc="0" normalizeH="0" baseline="0" noProof="0" dirty="0">
                  <a:ln>
                    <a:noFill/>
                  </a:ln>
                  <a:solidFill>
                    <a:srgbClr val="E7E6E6">
                      <a:lumMod val="10000"/>
                    </a:srgbClr>
                  </a:solidFill>
                  <a:effectLst/>
                  <a:uLnTx/>
                  <a:uFillTx/>
                  <a:latin typeface="Cascadia Code SemiBold" panose="020B0609020000020004" pitchFamily="49" charset="0"/>
                  <a:ea typeface="+mn-ea"/>
                  <a:cs typeface="Cascadia Code SemiBold" panose="020B0609020000020004" pitchFamily="49" charset="0"/>
                </a:rPr>
                <a:t>T</a:t>
              </a:r>
              <a:endParaRPr kumimoji="0" lang="ru-RU" sz="41300" b="0" i="0" u="none" strike="noStrike" kern="1200" cap="none" spc="0" normalizeH="0" baseline="0" noProof="0" dirty="0">
                <a:ln>
                  <a:noFill/>
                </a:ln>
                <a:solidFill>
                  <a:srgbClr val="E7E6E6">
                    <a:lumMod val="10000"/>
                  </a:srgbClr>
                </a:solidFill>
                <a:effectLst/>
                <a:uLnTx/>
                <a:uFillTx/>
                <a:latin typeface="Cascadia Code SemiBold" panose="020B0609020000020004" pitchFamily="49" charset="0"/>
                <a:ea typeface="+mn-ea"/>
                <a:cs typeface="Cascadia Code SemiBold" panose="020B0609020000020004" pitchFamily="49" charset="0"/>
              </a:endParaRPr>
            </a:p>
          </p:txBody>
        </p:sp>
        <p:sp>
          <p:nvSpPr>
            <p:cNvPr id="36" name="!!Icon3!!">
              <a:extLst>
                <a:ext uri="{FF2B5EF4-FFF2-40B4-BE49-F238E27FC236}">
                  <a16:creationId xmlns:a16="http://schemas.microsoft.com/office/drawing/2014/main" id="{E1619140-AE4A-D75E-BC1C-AD7582C628BC}"/>
                </a:ext>
              </a:extLst>
            </p:cNvPr>
            <p:cNvSpPr/>
            <p:nvPr/>
          </p:nvSpPr>
          <p:spPr>
            <a:xfrm>
              <a:off x="12528172" y="2441448"/>
              <a:ext cx="2769739" cy="2103120"/>
            </a:xfrm>
            <a:custGeom>
              <a:avLst/>
              <a:gdLst>
                <a:gd name="csX0" fmla="*/ 2081595 w 2769739"/>
                <a:gd name="csY0" fmla="*/ 1365617 h 2103120"/>
                <a:gd name="csX1" fmla="*/ 2078069 w 2769739"/>
                <a:gd name="csY1" fmla="*/ 1378612 h 2103120"/>
                <a:gd name="csX2" fmla="*/ 2037562 w 2769739"/>
                <a:gd name="csY2" fmla="*/ 1476800 h 2103120"/>
                <a:gd name="csX3" fmla="*/ 2007036 w 2769739"/>
                <a:gd name="csY3" fmla="*/ 1527173 h 2103120"/>
                <a:gd name="csX4" fmla="*/ 2022039 w 2769739"/>
                <a:gd name="csY4" fmla="*/ 1522516 h 2103120"/>
                <a:gd name="csX5" fmla="*/ 2199642 w 2769739"/>
                <a:gd name="csY5" fmla="*/ 1402771 h 2103120"/>
                <a:gd name="csX6" fmla="*/ 2230297 w 2769739"/>
                <a:gd name="csY6" fmla="*/ 1365617 h 2103120"/>
                <a:gd name="csX7" fmla="*/ 1610883 w 2769739"/>
                <a:gd name="csY7" fmla="*/ 1365617 h 2103120"/>
                <a:gd name="csX8" fmla="*/ 1628767 w 2769739"/>
                <a:gd name="csY8" fmla="*/ 1416470 h 2103120"/>
                <a:gd name="csX9" fmla="*/ 1707088 w 2769739"/>
                <a:gd name="csY9" fmla="*/ 1540366 h 2103120"/>
                <a:gd name="csX10" fmla="*/ 1732958 w 2769739"/>
                <a:gd name="csY10" fmla="*/ 1559208 h 2103120"/>
                <a:gd name="csX11" fmla="*/ 1804549 w 2769739"/>
                <a:gd name="csY11" fmla="*/ 1566425 h 2103120"/>
                <a:gd name="csX12" fmla="*/ 1872541 w 2769739"/>
                <a:gd name="csY12" fmla="*/ 1559571 h 2103120"/>
                <a:gd name="csX13" fmla="*/ 1898910 w 2769739"/>
                <a:gd name="csY13" fmla="*/ 1540366 h 2103120"/>
                <a:gd name="csX14" fmla="*/ 1977231 w 2769739"/>
                <a:gd name="csY14" fmla="*/ 1416470 h 2103120"/>
                <a:gd name="csX15" fmla="*/ 1995115 w 2769739"/>
                <a:gd name="csY15" fmla="*/ 1365617 h 2103120"/>
                <a:gd name="csX16" fmla="*/ 1378797 w 2769739"/>
                <a:gd name="csY16" fmla="*/ 1365617 h 2103120"/>
                <a:gd name="csX17" fmla="*/ 1409452 w 2769739"/>
                <a:gd name="csY17" fmla="*/ 1402771 h 2103120"/>
                <a:gd name="csX18" fmla="*/ 1587059 w 2769739"/>
                <a:gd name="csY18" fmla="*/ 1522516 h 2103120"/>
                <a:gd name="csX19" fmla="*/ 1598248 w 2769739"/>
                <a:gd name="csY19" fmla="*/ 1525989 h 2103120"/>
                <a:gd name="csX20" fmla="*/ 1568439 w 2769739"/>
                <a:gd name="csY20" fmla="*/ 1476800 h 2103120"/>
                <a:gd name="csX21" fmla="*/ 1527932 w 2769739"/>
                <a:gd name="csY21" fmla="*/ 1378612 h 2103120"/>
                <a:gd name="csX22" fmla="*/ 1524407 w 2769739"/>
                <a:gd name="csY22" fmla="*/ 1365617 h 2103120"/>
                <a:gd name="csX23" fmla="*/ 334990 w 2769739"/>
                <a:gd name="csY23" fmla="*/ 1312045 h 2103120"/>
                <a:gd name="csX24" fmla="*/ 986660 w 2769739"/>
                <a:gd name="csY24" fmla="*/ 1312045 h 2103120"/>
                <a:gd name="csX25" fmla="*/ 986660 w 2769739"/>
                <a:gd name="csY25" fmla="*/ 1475800 h 2103120"/>
                <a:gd name="csX26" fmla="*/ 334990 w 2769739"/>
                <a:gd name="csY26" fmla="*/ 1475800 h 2103120"/>
                <a:gd name="csX27" fmla="*/ 2131396 w 2769739"/>
                <a:gd name="csY27" fmla="*/ 1073663 h 2103120"/>
                <a:gd name="csX28" fmla="*/ 2127982 w 2769739"/>
                <a:gd name="csY28" fmla="*/ 1141382 h 2103120"/>
                <a:gd name="csX29" fmla="*/ 2112532 w 2769739"/>
                <a:gd name="csY29" fmla="*/ 1240925 h 2103120"/>
                <a:gd name="csX30" fmla="*/ 2310833 w 2769739"/>
                <a:gd name="csY30" fmla="*/ 1240925 h 2103120"/>
                <a:gd name="csX31" fmla="*/ 2319387 w 2769739"/>
                <a:gd name="csY31" fmla="*/ 1225166 h 2103120"/>
                <a:gd name="csX32" fmla="*/ 2351943 w 2769739"/>
                <a:gd name="csY32" fmla="*/ 1120283 h 2103120"/>
                <a:gd name="csX33" fmla="*/ 2356643 w 2769739"/>
                <a:gd name="csY33" fmla="*/ 1073663 h 2103120"/>
                <a:gd name="csX34" fmla="*/ 1559433 w 2769739"/>
                <a:gd name="csY34" fmla="*/ 1073663 h 2103120"/>
                <a:gd name="csX35" fmla="*/ 1561603 w 2769739"/>
                <a:gd name="csY35" fmla="*/ 1124188 h 2103120"/>
                <a:gd name="csX36" fmla="*/ 1575960 w 2769739"/>
                <a:gd name="csY36" fmla="*/ 1232707 h 2103120"/>
                <a:gd name="csX37" fmla="*/ 1577862 w 2769739"/>
                <a:gd name="csY37" fmla="*/ 1240925 h 2103120"/>
                <a:gd name="csX38" fmla="*/ 2028136 w 2769739"/>
                <a:gd name="csY38" fmla="*/ 1240925 h 2103120"/>
                <a:gd name="csX39" fmla="*/ 2030038 w 2769739"/>
                <a:gd name="csY39" fmla="*/ 1232707 h 2103120"/>
                <a:gd name="csX40" fmla="*/ 2044395 w 2769739"/>
                <a:gd name="csY40" fmla="*/ 1124188 h 2103120"/>
                <a:gd name="csX41" fmla="*/ 2046565 w 2769739"/>
                <a:gd name="csY41" fmla="*/ 1073663 h 2103120"/>
                <a:gd name="csX42" fmla="*/ 1252451 w 2769739"/>
                <a:gd name="csY42" fmla="*/ 1073663 h 2103120"/>
                <a:gd name="csX43" fmla="*/ 1257151 w 2769739"/>
                <a:gd name="csY43" fmla="*/ 1120283 h 2103120"/>
                <a:gd name="csX44" fmla="*/ 1289708 w 2769739"/>
                <a:gd name="csY44" fmla="*/ 1225166 h 2103120"/>
                <a:gd name="csX45" fmla="*/ 1298261 w 2769739"/>
                <a:gd name="csY45" fmla="*/ 1240925 h 2103120"/>
                <a:gd name="csX46" fmla="*/ 1493470 w 2769739"/>
                <a:gd name="csY46" fmla="*/ 1240925 h 2103120"/>
                <a:gd name="csX47" fmla="*/ 1478020 w 2769739"/>
                <a:gd name="csY47" fmla="*/ 1141382 h 2103120"/>
                <a:gd name="csX48" fmla="*/ 1474606 w 2769739"/>
                <a:gd name="csY48" fmla="*/ 1073663 h 2103120"/>
                <a:gd name="csX49" fmla="*/ 334990 w 2769739"/>
                <a:gd name="csY49" fmla="*/ 905674 h 2103120"/>
                <a:gd name="csX50" fmla="*/ 986660 w 2769739"/>
                <a:gd name="csY50" fmla="*/ 905674 h 2103120"/>
                <a:gd name="csX51" fmla="*/ 986660 w 2769739"/>
                <a:gd name="csY51" fmla="*/ 1069429 h 2103120"/>
                <a:gd name="csX52" fmla="*/ 334990 w 2769739"/>
                <a:gd name="csY52" fmla="*/ 1069429 h 2103120"/>
                <a:gd name="csX53" fmla="*/ 2116244 w 2769739"/>
                <a:gd name="csY53" fmla="*/ 791205 h 2103120"/>
                <a:gd name="csX54" fmla="*/ 2127982 w 2769739"/>
                <a:gd name="csY54" fmla="*/ 873970 h 2103120"/>
                <a:gd name="csX55" fmla="*/ 2131762 w 2769739"/>
                <a:gd name="csY55" fmla="*/ 948972 h 2103120"/>
                <a:gd name="csX56" fmla="*/ 2358855 w 2769739"/>
                <a:gd name="csY56" fmla="*/ 948972 h 2103120"/>
                <a:gd name="csX57" fmla="*/ 2356858 w 2769739"/>
                <a:gd name="csY57" fmla="*/ 922584 h 2103120"/>
                <a:gd name="csX58" fmla="*/ 2341149 w 2769739"/>
                <a:gd name="csY58" fmla="*/ 851402 h 2103120"/>
                <a:gd name="csX59" fmla="*/ 2319332 w 2769739"/>
                <a:gd name="csY59" fmla="*/ 791205 h 2103120"/>
                <a:gd name="csX60" fmla="*/ 1575969 w 2769739"/>
                <a:gd name="csY60" fmla="*/ 791205 h 2103120"/>
                <a:gd name="csX61" fmla="*/ 1567674 w 2769739"/>
                <a:gd name="csY61" fmla="*/ 835760 h 2103120"/>
                <a:gd name="csX62" fmla="*/ 1560379 w 2769739"/>
                <a:gd name="csY62" fmla="*/ 948972 h 2103120"/>
                <a:gd name="csX63" fmla="*/ 2045619 w 2769739"/>
                <a:gd name="csY63" fmla="*/ 948972 h 2103120"/>
                <a:gd name="csX64" fmla="*/ 2038324 w 2769739"/>
                <a:gd name="csY64" fmla="*/ 835760 h 2103120"/>
                <a:gd name="csX65" fmla="*/ 2030029 w 2769739"/>
                <a:gd name="csY65" fmla="*/ 791205 h 2103120"/>
                <a:gd name="csX66" fmla="*/ 1289763 w 2769739"/>
                <a:gd name="csY66" fmla="*/ 791205 h 2103120"/>
                <a:gd name="csX67" fmla="*/ 1267946 w 2769739"/>
                <a:gd name="csY67" fmla="*/ 851402 h 2103120"/>
                <a:gd name="csX68" fmla="*/ 1252237 w 2769739"/>
                <a:gd name="csY68" fmla="*/ 922584 h 2103120"/>
                <a:gd name="csX69" fmla="*/ 1250239 w 2769739"/>
                <a:gd name="csY69" fmla="*/ 948972 h 2103120"/>
                <a:gd name="csX70" fmla="*/ 1474239 w 2769739"/>
                <a:gd name="csY70" fmla="*/ 948972 h 2103120"/>
                <a:gd name="csX71" fmla="*/ 1478020 w 2769739"/>
                <a:gd name="csY71" fmla="*/ 873970 h 2103120"/>
                <a:gd name="csX72" fmla="*/ 1489757 w 2769739"/>
                <a:gd name="csY72" fmla="*/ 791205 h 2103120"/>
                <a:gd name="csX73" fmla="*/ 334990 w 2769739"/>
                <a:gd name="csY73" fmla="*/ 531188 h 2103120"/>
                <a:gd name="csX74" fmla="*/ 986660 w 2769739"/>
                <a:gd name="csY74" fmla="*/ 531188 h 2103120"/>
                <a:gd name="csX75" fmla="*/ 986660 w 2769739"/>
                <a:gd name="csY75" fmla="*/ 694943 h 2103120"/>
                <a:gd name="csX76" fmla="*/ 334990 w 2769739"/>
                <a:gd name="csY76" fmla="*/ 694943 h 2103120"/>
                <a:gd name="csX77" fmla="*/ 1598248 w 2769739"/>
                <a:gd name="csY77" fmla="*/ 489362 h 2103120"/>
                <a:gd name="csX78" fmla="*/ 1587057 w 2769739"/>
                <a:gd name="csY78" fmla="*/ 492837 h 2103120"/>
                <a:gd name="csX79" fmla="*/ 1364972 w 2769739"/>
                <a:gd name="csY79" fmla="*/ 662712 h 2103120"/>
                <a:gd name="csX80" fmla="*/ 1362355 w 2769739"/>
                <a:gd name="csY80" fmla="*/ 666514 h 2103120"/>
                <a:gd name="csX81" fmla="*/ 1519306 w 2769739"/>
                <a:gd name="csY81" fmla="*/ 666514 h 2103120"/>
                <a:gd name="csX82" fmla="*/ 1537183 w 2769739"/>
                <a:gd name="csY82" fmla="*/ 610729 h 2103120"/>
                <a:gd name="csX83" fmla="*/ 1568439 w 2769739"/>
                <a:gd name="csY83" fmla="*/ 538554 h 2103120"/>
                <a:gd name="csX84" fmla="*/ 2007036 w 2769739"/>
                <a:gd name="csY84" fmla="*/ 488179 h 2103120"/>
                <a:gd name="csX85" fmla="*/ 2037562 w 2769739"/>
                <a:gd name="csY85" fmla="*/ 538554 h 2103120"/>
                <a:gd name="csX86" fmla="*/ 2068819 w 2769739"/>
                <a:gd name="csY86" fmla="*/ 610729 h 2103120"/>
                <a:gd name="csX87" fmla="*/ 2086696 w 2769739"/>
                <a:gd name="csY87" fmla="*/ 666514 h 2103120"/>
                <a:gd name="csX88" fmla="*/ 2246740 w 2769739"/>
                <a:gd name="csY88" fmla="*/ 666514 h 2103120"/>
                <a:gd name="csX89" fmla="*/ 2244122 w 2769739"/>
                <a:gd name="csY89" fmla="*/ 662712 h 2103120"/>
                <a:gd name="csX90" fmla="*/ 2022037 w 2769739"/>
                <a:gd name="csY90" fmla="*/ 492837 h 2103120"/>
                <a:gd name="csX91" fmla="*/ 1804549 w 2769739"/>
                <a:gd name="csY91" fmla="*/ 448927 h 2103120"/>
                <a:gd name="csX92" fmla="*/ 1732958 w 2769739"/>
                <a:gd name="csY92" fmla="*/ 456144 h 2103120"/>
                <a:gd name="csX93" fmla="*/ 1707088 w 2769739"/>
                <a:gd name="csY93" fmla="*/ 474986 h 2103120"/>
                <a:gd name="csX94" fmla="*/ 1620608 w 2769739"/>
                <a:gd name="csY94" fmla="*/ 618961 h 2103120"/>
                <a:gd name="csX95" fmla="*/ 1605833 w 2769739"/>
                <a:gd name="csY95" fmla="*/ 666514 h 2103120"/>
                <a:gd name="csX96" fmla="*/ 2000165 w 2769739"/>
                <a:gd name="csY96" fmla="*/ 666514 h 2103120"/>
                <a:gd name="csX97" fmla="*/ 1985390 w 2769739"/>
                <a:gd name="csY97" fmla="*/ 618961 h 2103120"/>
                <a:gd name="csX98" fmla="*/ 1898910 w 2769739"/>
                <a:gd name="csY98" fmla="*/ 474986 h 2103120"/>
                <a:gd name="csX99" fmla="*/ 1872541 w 2769739"/>
                <a:gd name="csY99" fmla="*/ 455781 h 2103120"/>
                <a:gd name="csX100" fmla="*/ 1803001 w 2769739"/>
                <a:gd name="csY100" fmla="*/ 344236 h 2103120"/>
                <a:gd name="csX101" fmla="*/ 1803516 w 2769739"/>
                <a:gd name="csY101" fmla="*/ 344288 h 2103120"/>
                <a:gd name="csX102" fmla="*/ 1804549 w 2769739"/>
                <a:gd name="csY102" fmla="*/ 344236 h 2103120"/>
                <a:gd name="csX103" fmla="*/ 2467988 w 2769739"/>
                <a:gd name="csY103" fmla="*/ 1007676 h 2103120"/>
                <a:gd name="csX104" fmla="*/ 2415852 w 2769739"/>
                <a:gd name="csY104" fmla="*/ 1265917 h 2103120"/>
                <a:gd name="csX105" fmla="*/ 2361777 w 2769739"/>
                <a:gd name="csY105" fmla="*/ 1365542 h 2103120"/>
                <a:gd name="csX106" fmla="*/ 2361777 w 2769739"/>
                <a:gd name="csY106" fmla="*/ 1365617 h 2103120"/>
                <a:gd name="csX107" fmla="*/ 2361737 w 2769739"/>
                <a:gd name="csY107" fmla="*/ 1365617 h 2103120"/>
                <a:gd name="csX108" fmla="*/ 2354682 w 2769739"/>
                <a:gd name="csY108" fmla="*/ 1378612 h 2103120"/>
                <a:gd name="csX109" fmla="*/ 1804549 w 2769739"/>
                <a:gd name="csY109" fmla="*/ 1671116 h 2103120"/>
                <a:gd name="csX110" fmla="*/ 1803516 w 2769739"/>
                <a:gd name="csY110" fmla="*/ 1671064 h 2103120"/>
                <a:gd name="csX111" fmla="*/ 1803001 w 2769739"/>
                <a:gd name="csY111" fmla="*/ 1671116 h 2103120"/>
                <a:gd name="csX112" fmla="*/ 1801453 w 2769739"/>
                <a:gd name="csY112" fmla="*/ 1670960 h 2103120"/>
                <a:gd name="csX113" fmla="*/ 1736715 w 2769739"/>
                <a:gd name="csY113" fmla="*/ 1667692 h 2103120"/>
                <a:gd name="csX114" fmla="*/ 1141108 w 2769739"/>
                <a:gd name="csY114" fmla="*/ 1007676 h 2103120"/>
                <a:gd name="csX115" fmla="*/ 1736715 w 2769739"/>
                <a:gd name="csY115" fmla="*/ 347662 h 2103120"/>
                <a:gd name="csX116" fmla="*/ 1801453 w 2769739"/>
                <a:gd name="csY116" fmla="*/ 344392 h 2103120"/>
                <a:gd name="csX117" fmla="*/ 214672 w 2769739"/>
                <a:gd name="csY117" fmla="*/ 187452 h 2103120"/>
                <a:gd name="csX118" fmla="*/ 214672 w 2769739"/>
                <a:gd name="csY118" fmla="*/ 1873088 h 2103120"/>
                <a:gd name="csX119" fmla="*/ 2538772 w 2769739"/>
                <a:gd name="csY119" fmla="*/ 1873088 h 2103120"/>
                <a:gd name="csX120" fmla="*/ 2538772 w 2769739"/>
                <a:gd name="csY120" fmla="*/ 187452 h 2103120"/>
                <a:gd name="csX121" fmla="*/ 0 w 2769739"/>
                <a:gd name="csY121" fmla="*/ 0 h 2103120"/>
                <a:gd name="csX122" fmla="*/ 2769739 w 2769739"/>
                <a:gd name="csY122" fmla="*/ 0 h 2103120"/>
                <a:gd name="csX123" fmla="*/ 2769739 w 2769739"/>
                <a:gd name="csY123" fmla="*/ 2103120 h 2103120"/>
                <a:gd name="csX124" fmla="*/ 0 w 2769739"/>
                <a:gd name="csY124" fmla="*/ 2103120 h 210312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  <a:cxn ang="0">
                  <a:pos x="csX35" y="csY35"/>
                </a:cxn>
                <a:cxn ang="0">
                  <a:pos x="csX36" y="csY36"/>
                </a:cxn>
                <a:cxn ang="0">
                  <a:pos x="csX37" y="csY37"/>
                </a:cxn>
                <a:cxn ang="0">
                  <a:pos x="csX38" y="csY38"/>
                </a:cxn>
                <a:cxn ang="0">
                  <a:pos x="csX39" y="csY39"/>
                </a:cxn>
                <a:cxn ang="0">
                  <a:pos x="csX40" y="csY40"/>
                </a:cxn>
                <a:cxn ang="0">
                  <a:pos x="csX41" y="csY41"/>
                </a:cxn>
                <a:cxn ang="0">
                  <a:pos x="csX42" y="csY42"/>
                </a:cxn>
                <a:cxn ang="0">
                  <a:pos x="csX43" y="csY43"/>
                </a:cxn>
                <a:cxn ang="0">
                  <a:pos x="csX44" y="csY44"/>
                </a:cxn>
                <a:cxn ang="0">
                  <a:pos x="csX45" y="csY45"/>
                </a:cxn>
                <a:cxn ang="0">
                  <a:pos x="csX46" y="csY46"/>
                </a:cxn>
                <a:cxn ang="0">
                  <a:pos x="csX47" y="csY47"/>
                </a:cxn>
                <a:cxn ang="0">
                  <a:pos x="csX48" y="csY48"/>
                </a:cxn>
                <a:cxn ang="0">
                  <a:pos x="csX49" y="csY49"/>
                </a:cxn>
                <a:cxn ang="0">
                  <a:pos x="csX50" y="csY50"/>
                </a:cxn>
                <a:cxn ang="0">
                  <a:pos x="csX51" y="csY51"/>
                </a:cxn>
                <a:cxn ang="0">
                  <a:pos x="csX52" y="csY52"/>
                </a:cxn>
                <a:cxn ang="0">
                  <a:pos x="csX53" y="csY53"/>
                </a:cxn>
                <a:cxn ang="0">
                  <a:pos x="csX54" y="csY54"/>
                </a:cxn>
                <a:cxn ang="0">
                  <a:pos x="csX55" y="csY55"/>
                </a:cxn>
                <a:cxn ang="0">
                  <a:pos x="csX56" y="csY56"/>
                </a:cxn>
                <a:cxn ang="0">
                  <a:pos x="csX57" y="csY57"/>
                </a:cxn>
                <a:cxn ang="0">
                  <a:pos x="csX58" y="csY58"/>
                </a:cxn>
                <a:cxn ang="0">
                  <a:pos x="csX59" y="csY59"/>
                </a:cxn>
                <a:cxn ang="0">
                  <a:pos x="csX60" y="csY60"/>
                </a:cxn>
                <a:cxn ang="0">
                  <a:pos x="csX61" y="csY61"/>
                </a:cxn>
                <a:cxn ang="0">
                  <a:pos x="csX62" y="csY62"/>
                </a:cxn>
                <a:cxn ang="0">
                  <a:pos x="csX63" y="csY63"/>
                </a:cxn>
                <a:cxn ang="0">
                  <a:pos x="csX64" y="csY64"/>
                </a:cxn>
                <a:cxn ang="0">
                  <a:pos x="csX65" y="csY65"/>
                </a:cxn>
                <a:cxn ang="0">
                  <a:pos x="csX66" y="csY66"/>
                </a:cxn>
                <a:cxn ang="0">
                  <a:pos x="csX67" y="csY67"/>
                </a:cxn>
                <a:cxn ang="0">
                  <a:pos x="csX68" y="csY68"/>
                </a:cxn>
                <a:cxn ang="0">
                  <a:pos x="csX69" y="csY69"/>
                </a:cxn>
                <a:cxn ang="0">
                  <a:pos x="csX70" y="csY70"/>
                </a:cxn>
                <a:cxn ang="0">
                  <a:pos x="csX71" y="csY71"/>
                </a:cxn>
                <a:cxn ang="0">
                  <a:pos x="csX72" y="csY72"/>
                </a:cxn>
                <a:cxn ang="0">
                  <a:pos x="csX73" y="csY73"/>
                </a:cxn>
                <a:cxn ang="0">
                  <a:pos x="csX74" y="csY74"/>
                </a:cxn>
                <a:cxn ang="0">
                  <a:pos x="csX75" y="csY75"/>
                </a:cxn>
                <a:cxn ang="0">
                  <a:pos x="csX76" y="csY76"/>
                </a:cxn>
                <a:cxn ang="0">
                  <a:pos x="csX77" y="csY77"/>
                </a:cxn>
                <a:cxn ang="0">
                  <a:pos x="csX78" y="csY78"/>
                </a:cxn>
                <a:cxn ang="0">
                  <a:pos x="csX79" y="csY79"/>
                </a:cxn>
                <a:cxn ang="0">
                  <a:pos x="csX80" y="csY80"/>
                </a:cxn>
                <a:cxn ang="0">
                  <a:pos x="csX81" y="csY81"/>
                </a:cxn>
                <a:cxn ang="0">
                  <a:pos x="csX82" y="csY82"/>
                </a:cxn>
                <a:cxn ang="0">
                  <a:pos x="csX83" y="csY83"/>
                </a:cxn>
                <a:cxn ang="0">
                  <a:pos x="csX84" y="csY84"/>
                </a:cxn>
                <a:cxn ang="0">
                  <a:pos x="csX85" y="csY85"/>
                </a:cxn>
                <a:cxn ang="0">
                  <a:pos x="csX86" y="csY86"/>
                </a:cxn>
                <a:cxn ang="0">
                  <a:pos x="csX87" y="csY87"/>
                </a:cxn>
                <a:cxn ang="0">
                  <a:pos x="csX88" y="csY88"/>
                </a:cxn>
                <a:cxn ang="0">
                  <a:pos x="csX89" y="csY89"/>
                </a:cxn>
                <a:cxn ang="0">
                  <a:pos x="csX90" y="csY90"/>
                </a:cxn>
                <a:cxn ang="0">
                  <a:pos x="csX91" y="csY91"/>
                </a:cxn>
                <a:cxn ang="0">
                  <a:pos x="csX92" y="csY92"/>
                </a:cxn>
                <a:cxn ang="0">
                  <a:pos x="csX93" y="csY93"/>
                </a:cxn>
                <a:cxn ang="0">
                  <a:pos x="csX94" y="csY94"/>
                </a:cxn>
                <a:cxn ang="0">
                  <a:pos x="csX95" y="csY95"/>
                </a:cxn>
                <a:cxn ang="0">
                  <a:pos x="csX96" y="csY96"/>
                </a:cxn>
                <a:cxn ang="0">
                  <a:pos x="csX97" y="csY97"/>
                </a:cxn>
                <a:cxn ang="0">
                  <a:pos x="csX98" y="csY98"/>
                </a:cxn>
                <a:cxn ang="0">
                  <a:pos x="csX99" y="csY99"/>
                </a:cxn>
                <a:cxn ang="0">
                  <a:pos x="csX100" y="csY100"/>
                </a:cxn>
                <a:cxn ang="0">
                  <a:pos x="csX101" y="csY101"/>
                </a:cxn>
                <a:cxn ang="0">
                  <a:pos x="csX102" y="csY102"/>
                </a:cxn>
                <a:cxn ang="0">
                  <a:pos x="csX103" y="csY103"/>
                </a:cxn>
                <a:cxn ang="0">
                  <a:pos x="csX104" y="csY104"/>
                </a:cxn>
                <a:cxn ang="0">
                  <a:pos x="csX105" y="csY105"/>
                </a:cxn>
                <a:cxn ang="0">
                  <a:pos x="csX106" y="csY106"/>
                </a:cxn>
                <a:cxn ang="0">
                  <a:pos x="csX107" y="csY107"/>
                </a:cxn>
                <a:cxn ang="0">
                  <a:pos x="csX108" y="csY108"/>
                </a:cxn>
                <a:cxn ang="0">
                  <a:pos x="csX109" y="csY109"/>
                </a:cxn>
                <a:cxn ang="0">
                  <a:pos x="csX110" y="csY110"/>
                </a:cxn>
                <a:cxn ang="0">
                  <a:pos x="csX111" y="csY111"/>
                </a:cxn>
                <a:cxn ang="0">
                  <a:pos x="csX112" y="csY112"/>
                </a:cxn>
                <a:cxn ang="0">
                  <a:pos x="csX113" y="csY113"/>
                </a:cxn>
                <a:cxn ang="0">
                  <a:pos x="csX114" y="csY114"/>
                </a:cxn>
                <a:cxn ang="0">
                  <a:pos x="csX115" y="csY115"/>
                </a:cxn>
                <a:cxn ang="0">
                  <a:pos x="csX116" y="csY116"/>
                </a:cxn>
                <a:cxn ang="0">
                  <a:pos x="csX117" y="csY117"/>
                </a:cxn>
                <a:cxn ang="0">
                  <a:pos x="csX118" y="csY118"/>
                </a:cxn>
                <a:cxn ang="0">
                  <a:pos x="csX119" y="csY119"/>
                </a:cxn>
                <a:cxn ang="0">
                  <a:pos x="csX120" y="csY120"/>
                </a:cxn>
                <a:cxn ang="0">
                  <a:pos x="csX121" y="csY121"/>
                </a:cxn>
                <a:cxn ang="0">
                  <a:pos x="csX122" y="csY122"/>
                </a:cxn>
                <a:cxn ang="0">
                  <a:pos x="csX123" y="csY123"/>
                </a:cxn>
                <a:cxn ang="0">
                  <a:pos x="csX124" y="csY124"/>
                </a:cxn>
              </a:cxnLst>
              <a:rect l="l" t="t" r="r" b="b"/>
              <a:pathLst>
                <a:path w="2769739" h="2103120">
                  <a:moveTo>
                    <a:pt x="2081595" y="1365617"/>
                  </a:moveTo>
                  <a:lnTo>
                    <a:pt x="2078069" y="1378612"/>
                  </a:lnTo>
                  <a:cubicBezTo>
                    <a:pt x="2066146" y="1413907"/>
                    <a:pt x="2052569" y="1446784"/>
                    <a:pt x="2037562" y="1476800"/>
                  </a:cubicBezTo>
                  <a:lnTo>
                    <a:pt x="2007036" y="1527173"/>
                  </a:lnTo>
                  <a:lnTo>
                    <a:pt x="2022039" y="1522516"/>
                  </a:lnTo>
                  <a:cubicBezTo>
                    <a:pt x="2088886" y="1494242"/>
                    <a:pt x="2149086" y="1453328"/>
                    <a:pt x="2199642" y="1402771"/>
                  </a:cubicBezTo>
                  <a:lnTo>
                    <a:pt x="2230297" y="1365617"/>
                  </a:lnTo>
                  <a:close/>
                  <a:moveTo>
                    <a:pt x="1610883" y="1365617"/>
                  </a:moveTo>
                  <a:lnTo>
                    <a:pt x="1628767" y="1416470"/>
                  </a:lnTo>
                  <a:cubicBezTo>
                    <a:pt x="1651061" y="1468779"/>
                    <a:pt x="1677609" y="1511112"/>
                    <a:pt x="1707088" y="1540366"/>
                  </a:cubicBezTo>
                  <a:lnTo>
                    <a:pt x="1732958" y="1559208"/>
                  </a:lnTo>
                  <a:lnTo>
                    <a:pt x="1804549" y="1566425"/>
                  </a:lnTo>
                  <a:lnTo>
                    <a:pt x="1872541" y="1559571"/>
                  </a:lnTo>
                  <a:lnTo>
                    <a:pt x="1898910" y="1540366"/>
                  </a:lnTo>
                  <a:cubicBezTo>
                    <a:pt x="1928389" y="1511112"/>
                    <a:pt x="1954937" y="1468779"/>
                    <a:pt x="1977231" y="1416470"/>
                  </a:cubicBezTo>
                  <a:lnTo>
                    <a:pt x="1995115" y="1365617"/>
                  </a:lnTo>
                  <a:close/>
                  <a:moveTo>
                    <a:pt x="1378797" y="1365617"/>
                  </a:moveTo>
                  <a:lnTo>
                    <a:pt x="1409452" y="1402771"/>
                  </a:lnTo>
                  <a:cubicBezTo>
                    <a:pt x="1460010" y="1453328"/>
                    <a:pt x="1520210" y="1494242"/>
                    <a:pt x="1587059" y="1522516"/>
                  </a:cubicBezTo>
                  <a:lnTo>
                    <a:pt x="1598248" y="1525989"/>
                  </a:lnTo>
                  <a:lnTo>
                    <a:pt x="1568439" y="1476800"/>
                  </a:lnTo>
                  <a:cubicBezTo>
                    <a:pt x="1553431" y="1446784"/>
                    <a:pt x="1539855" y="1413907"/>
                    <a:pt x="1527932" y="1378612"/>
                  </a:cubicBezTo>
                  <a:lnTo>
                    <a:pt x="1524407" y="1365617"/>
                  </a:lnTo>
                  <a:close/>
                  <a:moveTo>
                    <a:pt x="334990" y="1312045"/>
                  </a:moveTo>
                  <a:lnTo>
                    <a:pt x="986660" y="1312045"/>
                  </a:lnTo>
                  <a:lnTo>
                    <a:pt x="986660" y="1475800"/>
                  </a:lnTo>
                  <a:lnTo>
                    <a:pt x="334990" y="1475800"/>
                  </a:lnTo>
                  <a:close/>
                  <a:moveTo>
                    <a:pt x="2131396" y="1073663"/>
                  </a:moveTo>
                  <a:lnTo>
                    <a:pt x="2127982" y="1141382"/>
                  </a:lnTo>
                  <a:lnTo>
                    <a:pt x="2112532" y="1240925"/>
                  </a:lnTo>
                  <a:lnTo>
                    <a:pt x="2310833" y="1240925"/>
                  </a:lnTo>
                  <a:lnTo>
                    <a:pt x="2319387" y="1225166"/>
                  </a:lnTo>
                  <a:cubicBezTo>
                    <a:pt x="2333524" y="1191743"/>
                    <a:pt x="2344502" y="1156656"/>
                    <a:pt x="2351943" y="1120283"/>
                  </a:cubicBezTo>
                  <a:lnTo>
                    <a:pt x="2356643" y="1073663"/>
                  </a:lnTo>
                  <a:close/>
                  <a:moveTo>
                    <a:pt x="1559433" y="1073663"/>
                  </a:moveTo>
                  <a:lnTo>
                    <a:pt x="1561603" y="1124188"/>
                  </a:lnTo>
                  <a:cubicBezTo>
                    <a:pt x="1564886" y="1161822"/>
                    <a:pt x="1569727" y="1198124"/>
                    <a:pt x="1575960" y="1232707"/>
                  </a:cubicBezTo>
                  <a:lnTo>
                    <a:pt x="1577862" y="1240925"/>
                  </a:lnTo>
                  <a:lnTo>
                    <a:pt x="2028136" y="1240925"/>
                  </a:lnTo>
                  <a:lnTo>
                    <a:pt x="2030038" y="1232707"/>
                  </a:lnTo>
                  <a:cubicBezTo>
                    <a:pt x="2036273" y="1198124"/>
                    <a:pt x="2041114" y="1161822"/>
                    <a:pt x="2044395" y="1124188"/>
                  </a:cubicBezTo>
                  <a:lnTo>
                    <a:pt x="2046565" y="1073663"/>
                  </a:lnTo>
                  <a:close/>
                  <a:moveTo>
                    <a:pt x="1252451" y="1073663"/>
                  </a:moveTo>
                  <a:lnTo>
                    <a:pt x="1257151" y="1120283"/>
                  </a:lnTo>
                  <a:cubicBezTo>
                    <a:pt x="1264594" y="1156656"/>
                    <a:pt x="1275571" y="1191743"/>
                    <a:pt x="1289708" y="1225166"/>
                  </a:cubicBezTo>
                  <a:lnTo>
                    <a:pt x="1298261" y="1240925"/>
                  </a:lnTo>
                  <a:lnTo>
                    <a:pt x="1493470" y="1240925"/>
                  </a:lnTo>
                  <a:lnTo>
                    <a:pt x="1478020" y="1141382"/>
                  </a:lnTo>
                  <a:lnTo>
                    <a:pt x="1474606" y="1073663"/>
                  </a:lnTo>
                  <a:close/>
                  <a:moveTo>
                    <a:pt x="334990" y="905674"/>
                  </a:moveTo>
                  <a:lnTo>
                    <a:pt x="986660" y="905674"/>
                  </a:lnTo>
                  <a:lnTo>
                    <a:pt x="986660" y="1069429"/>
                  </a:lnTo>
                  <a:lnTo>
                    <a:pt x="334990" y="1069429"/>
                  </a:lnTo>
                  <a:close/>
                  <a:moveTo>
                    <a:pt x="2116244" y="791205"/>
                  </a:moveTo>
                  <a:lnTo>
                    <a:pt x="2127982" y="873970"/>
                  </a:lnTo>
                  <a:lnTo>
                    <a:pt x="2131762" y="948972"/>
                  </a:lnTo>
                  <a:lnTo>
                    <a:pt x="2358855" y="948972"/>
                  </a:lnTo>
                  <a:lnTo>
                    <a:pt x="2356858" y="922584"/>
                  </a:lnTo>
                  <a:cubicBezTo>
                    <a:pt x="2353149" y="898307"/>
                    <a:pt x="2347877" y="874544"/>
                    <a:pt x="2341149" y="851402"/>
                  </a:cubicBezTo>
                  <a:lnTo>
                    <a:pt x="2319332" y="791205"/>
                  </a:lnTo>
                  <a:close/>
                  <a:moveTo>
                    <a:pt x="1575969" y="791205"/>
                  </a:moveTo>
                  <a:lnTo>
                    <a:pt x="1567674" y="835760"/>
                  </a:lnTo>
                  <a:lnTo>
                    <a:pt x="1560379" y="948972"/>
                  </a:lnTo>
                  <a:lnTo>
                    <a:pt x="2045619" y="948972"/>
                  </a:lnTo>
                  <a:lnTo>
                    <a:pt x="2038324" y="835760"/>
                  </a:lnTo>
                  <a:lnTo>
                    <a:pt x="2030029" y="791205"/>
                  </a:lnTo>
                  <a:close/>
                  <a:moveTo>
                    <a:pt x="1289763" y="791205"/>
                  </a:moveTo>
                  <a:lnTo>
                    <a:pt x="1267946" y="851402"/>
                  </a:lnTo>
                  <a:cubicBezTo>
                    <a:pt x="1261217" y="874544"/>
                    <a:pt x="1255946" y="898307"/>
                    <a:pt x="1252237" y="922584"/>
                  </a:cubicBezTo>
                  <a:lnTo>
                    <a:pt x="1250239" y="948972"/>
                  </a:lnTo>
                  <a:lnTo>
                    <a:pt x="1474239" y="948972"/>
                  </a:lnTo>
                  <a:lnTo>
                    <a:pt x="1478020" y="873970"/>
                  </a:lnTo>
                  <a:lnTo>
                    <a:pt x="1489757" y="791205"/>
                  </a:lnTo>
                  <a:close/>
                  <a:moveTo>
                    <a:pt x="334990" y="531188"/>
                  </a:moveTo>
                  <a:lnTo>
                    <a:pt x="986660" y="531188"/>
                  </a:lnTo>
                  <a:lnTo>
                    <a:pt x="986660" y="694943"/>
                  </a:lnTo>
                  <a:lnTo>
                    <a:pt x="334990" y="694943"/>
                  </a:lnTo>
                  <a:close/>
                  <a:moveTo>
                    <a:pt x="1598248" y="489362"/>
                  </a:moveTo>
                  <a:lnTo>
                    <a:pt x="1587057" y="492837"/>
                  </a:lnTo>
                  <a:cubicBezTo>
                    <a:pt x="1499319" y="529946"/>
                    <a:pt x="1423033" y="588830"/>
                    <a:pt x="1364972" y="662712"/>
                  </a:cubicBezTo>
                  <a:lnTo>
                    <a:pt x="1362355" y="666514"/>
                  </a:lnTo>
                  <a:lnTo>
                    <a:pt x="1519306" y="666514"/>
                  </a:lnTo>
                  <a:lnTo>
                    <a:pt x="1537183" y="610729"/>
                  </a:lnTo>
                  <a:cubicBezTo>
                    <a:pt x="1546734" y="585186"/>
                    <a:pt x="1557184" y="561064"/>
                    <a:pt x="1568439" y="538554"/>
                  </a:cubicBezTo>
                  <a:close/>
                  <a:moveTo>
                    <a:pt x="2007036" y="488179"/>
                  </a:moveTo>
                  <a:lnTo>
                    <a:pt x="2037562" y="538554"/>
                  </a:lnTo>
                  <a:cubicBezTo>
                    <a:pt x="2048818" y="561064"/>
                    <a:pt x="2059268" y="585186"/>
                    <a:pt x="2068819" y="610729"/>
                  </a:cubicBezTo>
                  <a:lnTo>
                    <a:pt x="2086696" y="666514"/>
                  </a:lnTo>
                  <a:lnTo>
                    <a:pt x="2246740" y="666514"/>
                  </a:lnTo>
                  <a:lnTo>
                    <a:pt x="2244122" y="662712"/>
                  </a:lnTo>
                  <a:cubicBezTo>
                    <a:pt x="2186061" y="588830"/>
                    <a:pt x="2109775" y="529946"/>
                    <a:pt x="2022037" y="492837"/>
                  </a:cubicBezTo>
                  <a:close/>
                  <a:moveTo>
                    <a:pt x="1804549" y="448927"/>
                  </a:moveTo>
                  <a:lnTo>
                    <a:pt x="1732958" y="456144"/>
                  </a:lnTo>
                  <a:lnTo>
                    <a:pt x="1707088" y="474986"/>
                  </a:lnTo>
                  <a:cubicBezTo>
                    <a:pt x="1673924" y="507898"/>
                    <a:pt x="1644470" y="557360"/>
                    <a:pt x="1620608" y="618961"/>
                  </a:cubicBezTo>
                  <a:lnTo>
                    <a:pt x="1605833" y="666514"/>
                  </a:lnTo>
                  <a:lnTo>
                    <a:pt x="2000165" y="666514"/>
                  </a:lnTo>
                  <a:lnTo>
                    <a:pt x="1985390" y="618961"/>
                  </a:lnTo>
                  <a:cubicBezTo>
                    <a:pt x="1961528" y="557360"/>
                    <a:pt x="1932074" y="507898"/>
                    <a:pt x="1898910" y="474986"/>
                  </a:cubicBezTo>
                  <a:lnTo>
                    <a:pt x="1872541" y="455781"/>
                  </a:lnTo>
                  <a:close/>
                  <a:moveTo>
                    <a:pt x="1803001" y="344236"/>
                  </a:moveTo>
                  <a:lnTo>
                    <a:pt x="1803516" y="344288"/>
                  </a:lnTo>
                  <a:lnTo>
                    <a:pt x="1804549" y="344236"/>
                  </a:lnTo>
                  <a:cubicBezTo>
                    <a:pt x="2170956" y="344236"/>
                    <a:pt x="2467988" y="641268"/>
                    <a:pt x="2467988" y="1007676"/>
                  </a:cubicBezTo>
                  <a:cubicBezTo>
                    <a:pt x="2467988" y="1099278"/>
                    <a:pt x="2449423" y="1186544"/>
                    <a:pt x="2415852" y="1265917"/>
                  </a:cubicBezTo>
                  <a:lnTo>
                    <a:pt x="2361777" y="1365542"/>
                  </a:lnTo>
                  <a:lnTo>
                    <a:pt x="2361777" y="1365617"/>
                  </a:lnTo>
                  <a:lnTo>
                    <a:pt x="2361737" y="1365617"/>
                  </a:lnTo>
                  <a:lnTo>
                    <a:pt x="2354682" y="1378612"/>
                  </a:lnTo>
                  <a:cubicBezTo>
                    <a:pt x="2235459" y="1555088"/>
                    <a:pt x="2033553" y="1671116"/>
                    <a:pt x="1804549" y="1671116"/>
                  </a:cubicBezTo>
                  <a:lnTo>
                    <a:pt x="1803516" y="1671064"/>
                  </a:lnTo>
                  <a:lnTo>
                    <a:pt x="1803001" y="1671116"/>
                  </a:lnTo>
                  <a:lnTo>
                    <a:pt x="1801453" y="1670960"/>
                  </a:lnTo>
                  <a:lnTo>
                    <a:pt x="1736715" y="1667692"/>
                  </a:lnTo>
                  <a:cubicBezTo>
                    <a:pt x="1402172" y="1633717"/>
                    <a:pt x="1141108" y="1351184"/>
                    <a:pt x="1141108" y="1007676"/>
                  </a:cubicBezTo>
                  <a:cubicBezTo>
                    <a:pt x="1141108" y="664169"/>
                    <a:pt x="1402172" y="381636"/>
                    <a:pt x="1736715" y="347662"/>
                  </a:cubicBezTo>
                  <a:lnTo>
                    <a:pt x="1801453" y="344392"/>
                  </a:lnTo>
                  <a:close/>
                  <a:moveTo>
                    <a:pt x="214672" y="187452"/>
                  </a:moveTo>
                  <a:lnTo>
                    <a:pt x="214672" y="1873088"/>
                  </a:lnTo>
                  <a:lnTo>
                    <a:pt x="2538772" y="1873088"/>
                  </a:lnTo>
                  <a:lnTo>
                    <a:pt x="2538772" y="187452"/>
                  </a:lnTo>
                  <a:close/>
                  <a:moveTo>
                    <a:pt x="0" y="0"/>
                  </a:moveTo>
                  <a:lnTo>
                    <a:pt x="2769739" y="0"/>
                  </a:lnTo>
                  <a:lnTo>
                    <a:pt x="2769739" y="2103120"/>
                  </a:lnTo>
                  <a:lnTo>
                    <a:pt x="0" y="2103120"/>
                  </a:lnTo>
                  <a:close/>
                </a:path>
              </a:pathLst>
            </a:custGeom>
            <a:solidFill>
              <a:schemeClr val="bg2">
                <a:lumMod val="1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10" name="!!Perm2026!!">
            <a:extLst>
              <a:ext uri="{FF2B5EF4-FFF2-40B4-BE49-F238E27FC236}">
                <a16:creationId xmlns:a16="http://schemas.microsoft.com/office/drawing/2014/main" id="{8AFE5942-3E00-39A2-BA3C-023A4CB170A0}"/>
              </a:ext>
            </a:extLst>
          </p:cNvPr>
          <p:cNvSpPr txBox="1"/>
          <p:nvPr/>
        </p:nvSpPr>
        <p:spPr>
          <a:xfrm>
            <a:off x="10639724" y="6425327"/>
            <a:ext cx="210312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scadia Code SemiBold" panose="020B0609020000020004" pitchFamily="49" charset="0"/>
                <a:ea typeface="+mn-ea"/>
                <a:cs typeface="Cascadia Code SemiBold" panose="020B0609020000020004" pitchFamily="49" charset="0"/>
              </a:rPr>
              <a:t>Пермь, 2026</a:t>
            </a:r>
          </a:p>
        </p:txBody>
      </p:sp>
      <p:sp>
        <p:nvSpPr>
          <p:cNvPr id="12" name="!!MainSectionRemoval!!">
            <a:extLst>
              <a:ext uri="{FF2B5EF4-FFF2-40B4-BE49-F238E27FC236}">
                <a16:creationId xmlns:a16="http://schemas.microsoft.com/office/drawing/2014/main" id="{2417975C-1D3A-82F7-1A9F-E38A1A3E03CB}"/>
              </a:ext>
            </a:extLst>
          </p:cNvPr>
          <p:cNvSpPr/>
          <p:nvPr/>
        </p:nvSpPr>
        <p:spPr>
          <a:xfrm>
            <a:off x="2423161" y="1528580"/>
            <a:ext cx="310895" cy="474839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525240058"/>
      </p:ext>
    </p:extLst>
  </p:cSld>
  <p:clrMapOvr>
    <a:masterClrMapping/>
  </p:clrMapOvr>
  <p:transition spd="slow">
    <p:push dir="u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95000"/>
            <a:lumOff val="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5B33D37-3BFF-8145-2E2F-2DCB7D147A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!!MainSection!!">
            <a:extLst>
              <a:ext uri="{FF2B5EF4-FFF2-40B4-BE49-F238E27FC236}">
                <a16:creationId xmlns:a16="http://schemas.microsoft.com/office/drawing/2014/main" id="{ED5C8927-C7DA-6787-4921-75C3887FDD40}"/>
              </a:ext>
            </a:extLst>
          </p:cNvPr>
          <p:cNvGrpSpPr/>
          <p:nvPr/>
        </p:nvGrpSpPr>
        <p:grpSpPr>
          <a:xfrm>
            <a:off x="2423161" y="1465686"/>
            <a:ext cx="4663439" cy="4811289"/>
            <a:chOff x="2423161" y="1465686"/>
            <a:chExt cx="4663439" cy="4811289"/>
          </a:xfrm>
        </p:grpSpPr>
        <p:sp>
          <p:nvSpPr>
            <p:cNvPr id="7" name="!!UnderMainText!!">
              <a:extLst>
                <a:ext uri="{FF2B5EF4-FFF2-40B4-BE49-F238E27FC236}">
                  <a16:creationId xmlns:a16="http://schemas.microsoft.com/office/drawing/2014/main" id="{0A0249FA-36C5-9005-57C6-75F5AFB05A06}"/>
                </a:ext>
              </a:extLst>
            </p:cNvPr>
            <p:cNvSpPr txBox="1"/>
            <p:nvPr/>
          </p:nvSpPr>
          <p:spPr>
            <a:xfrm>
              <a:off x="2828689" y="1465686"/>
              <a:ext cx="4071090" cy="264687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600" b="0" i="0" u="none" strike="noStrike" kern="1200" cap="none" spc="-300" normalizeH="0" baseline="0" noProof="0" dirty="0">
                  <a:ln>
                    <a:noFill/>
                  </a:ln>
                  <a:solidFill>
                    <a:srgbClr val="E7E6E6">
                      <a:lumMod val="10000"/>
                    </a:srgbClr>
                  </a:solidFill>
                  <a:effectLst/>
                  <a:uLnTx/>
                  <a:uFillTx/>
                  <a:latin typeface="Cascadia Code SemiBold" panose="020B0609020000020004" pitchFamily="49" charset="0"/>
                  <a:ea typeface="+mn-ea"/>
                  <a:cs typeface="Cascadia Code SemiBold" panose="020B0609020000020004" pitchFamily="49" charset="0"/>
                </a:rPr>
                <a:t>///</a:t>
              </a:r>
              <a:endParaRPr kumimoji="0" lang="ru-RU" sz="16600" b="0" i="0" u="none" strike="noStrike" kern="1200" cap="none" spc="-300" normalizeH="0" baseline="0" noProof="0" dirty="0">
                <a:ln>
                  <a:noFill/>
                </a:ln>
                <a:solidFill>
                  <a:srgbClr val="E7E6E6">
                    <a:lumMod val="10000"/>
                  </a:srgbClr>
                </a:solidFill>
                <a:effectLst/>
                <a:uLnTx/>
                <a:uFillTx/>
                <a:latin typeface="Cascadia Code SemiBold" panose="020B0609020000020004" pitchFamily="49" charset="0"/>
                <a:ea typeface="+mn-ea"/>
                <a:cs typeface="Cascadia Code SemiBold" panose="020B0609020000020004" pitchFamily="49" charset="0"/>
              </a:endParaRPr>
            </a:p>
          </p:txBody>
        </p:sp>
        <p:sp>
          <p:nvSpPr>
            <p:cNvPr id="8" name="!!UnderMainFiller!!">
              <a:extLst>
                <a:ext uri="{FF2B5EF4-FFF2-40B4-BE49-F238E27FC236}">
                  <a16:creationId xmlns:a16="http://schemas.microsoft.com/office/drawing/2014/main" id="{DECC7643-C173-2DEC-28A6-098E677BF872}"/>
                </a:ext>
              </a:extLst>
            </p:cNvPr>
            <p:cNvSpPr txBox="1"/>
            <p:nvPr/>
          </p:nvSpPr>
          <p:spPr>
            <a:xfrm>
              <a:off x="2828689" y="3902777"/>
              <a:ext cx="3503289" cy="230832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7200" b="0" i="0" u="none" strike="noStrike" kern="1200" cap="none" spc="-300" normalizeH="0" baseline="0" noProof="0" dirty="0">
                  <a:ln>
                    <a:noFill/>
                  </a:ln>
                  <a:solidFill>
                    <a:srgbClr val="E7E6E6">
                      <a:lumMod val="10000"/>
                    </a:srgbClr>
                  </a:solidFill>
                  <a:effectLst/>
                  <a:uLnTx/>
                  <a:uFillTx/>
                  <a:latin typeface="Cascadia Code SemiBold" panose="020B0609020000020004" pitchFamily="49" charset="0"/>
                  <a:ea typeface="+mn-ea"/>
                  <a:cs typeface="Cascadia Code SemiBold" panose="020B0609020000020004" pitchFamily="49" charset="0"/>
                </a:rPr>
                <a:t>iiiiiiiiiiii</a:t>
              </a:r>
              <a:endParaRPr kumimoji="0" lang="ru-RU" sz="7200" b="0" i="0" u="none" strike="noStrike" kern="1200" cap="none" spc="-300" normalizeH="0" baseline="0" noProof="0" dirty="0">
                <a:ln>
                  <a:noFill/>
                </a:ln>
                <a:solidFill>
                  <a:srgbClr val="E7E6E6">
                    <a:lumMod val="10000"/>
                  </a:srgbClr>
                </a:solidFill>
                <a:effectLst/>
                <a:uLnTx/>
                <a:uFillTx/>
                <a:latin typeface="Cascadia Code SemiBold" panose="020B0609020000020004" pitchFamily="49" charset="0"/>
                <a:ea typeface="+mn-ea"/>
                <a:cs typeface="Cascadia Code SemiBold" panose="020B0609020000020004" pitchFamily="49" charset="0"/>
              </a:endParaRPr>
            </a:p>
          </p:txBody>
        </p:sp>
        <p:sp>
          <p:nvSpPr>
            <p:cNvPr id="2" name="!!MainText!!">
              <a:extLst>
                <a:ext uri="{FF2B5EF4-FFF2-40B4-BE49-F238E27FC236}">
                  <a16:creationId xmlns:a16="http://schemas.microsoft.com/office/drawing/2014/main" id="{8FEDAAA9-8518-FE3F-0A1D-81A1DFB92DBF}"/>
                </a:ext>
              </a:extLst>
            </p:cNvPr>
            <p:cNvSpPr txBox="1"/>
            <p:nvPr/>
          </p:nvSpPr>
          <p:spPr>
            <a:xfrm>
              <a:off x="2828689" y="1960957"/>
              <a:ext cx="4257911" cy="107721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32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scadia Code SemiBold" panose="020B0609020000020004" pitchFamily="49" charset="0"/>
                  <a:ea typeface="+mn-ea"/>
                  <a:cs typeface="Cascadia Code SemiBold" panose="020B0609020000020004" pitchFamily="49" charset="0"/>
                </a:rPr>
                <a:t>Администрирование и управление</a:t>
              </a:r>
            </a:p>
          </p:txBody>
        </p:sp>
        <p:sp>
          <p:nvSpPr>
            <p:cNvPr id="24" name="!!MainSectionHighlight!!">
              <a:extLst>
                <a:ext uri="{FF2B5EF4-FFF2-40B4-BE49-F238E27FC236}">
                  <a16:creationId xmlns:a16="http://schemas.microsoft.com/office/drawing/2014/main" id="{05C6EBD4-766E-4512-0013-3A20BF1B5AFE}"/>
                </a:ext>
              </a:extLst>
            </p:cNvPr>
            <p:cNvSpPr/>
            <p:nvPr/>
          </p:nvSpPr>
          <p:spPr>
            <a:xfrm>
              <a:off x="2423161" y="1528580"/>
              <a:ext cx="310895" cy="474839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grpSp>
        <p:nvGrpSpPr>
          <p:cNvPr id="19" name="!!TitleSection!!">
            <a:extLst>
              <a:ext uri="{FF2B5EF4-FFF2-40B4-BE49-F238E27FC236}">
                <a16:creationId xmlns:a16="http://schemas.microsoft.com/office/drawing/2014/main" id="{B2DE9695-713C-5F7B-CFF0-BD181389F451}"/>
              </a:ext>
            </a:extLst>
          </p:cNvPr>
          <p:cNvGrpSpPr/>
          <p:nvPr/>
        </p:nvGrpSpPr>
        <p:grpSpPr>
          <a:xfrm>
            <a:off x="2423160" y="0"/>
            <a:ext cx="17163989" cy="1323439"/>
            <a:chOff x="2423160" y="0"/>
            <a:chExt cx="17163989" cy="1323439"/>
          </a:xfrm>
        </p:grpSpPr>
        <p:sp>
          <p:nvSpPr>
            <p:cNvPr id="6" name="!!UnderTitle!!">
              <a:extLst>
                <a:ext uri="{FF2B5EF4-FFF2-40B4-BE49-F238E27FC236}">
                  <a16:creationId xmlns:a16="http://schemas.microsoft.com/office/drawing/2014/main" id="{0F255FD3-7476-A7DB-EFDE-7AC3683B67F7}"/>
                </a:ext>
              </a:extLst>
            </p:cNvPr>
            <p:cNvSpPr txBox="1"/>
            <p:nvPr/>
          </p:nvSpPr>
          <p:spPr>
            <a:xfrm>
              <a:off x="2828689" y="0"/>
              <a:ext cx="16758460" cy="132343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000" b="0" i="0" u="none" strike="noStrike" kern="1200" cap="none" spc="-300" normalizeH="0" baseline="0" noProof="0" dirty="0">
                  <a:ln>
                    <a:noFill/>
                  </a:ln>
                  <a:solidFill>
                    <a:srgbClr val="E7E6E6">
                      <a:lumMod val="10000"/>
                    </a:srgbClr>
                  </a:solidFill>
                  <a:effectLst/>
                  <a:uLnTx/>
                  <a:uFillTx/>
                  <a:latin typeface="Cascadia Code SemiBold" panose="020B0609020000020004" pitchFamily="49" charset="0"/>
                  <a:ea typeface="+mn-ea"/>
                  <a:cs typeface="Cascadia Code SemiBold" panose="020B0609020000020004" pitchFamily="49" charset="0"/>
                </a:rPr>
                <a:t>////////////////////</a:t>
              </a:r>
              <a:endParaRPr kumimoji="0" lang="ru-RU" sz="8000" b="0" i="0" u="none" strike="noStrike" kern="1200" cap="none" spc="-300" normalizeH="0" baseline="0" noProof="0" dirty="0">
                <a:ln>
                  <a:noFill/>
                </a:ln>
                <a:solidFill>
                  <a:srgbClr val="E7E6E6">
                    <a:lumMod val="10000"/>
                  </a:srgbClr>
                </a:solidFill>
                <a:effectLst/>
                <a:uLnTx/>
                <a:uFillTx/>
                <a:latin typeface="Cascadia Code SemiBold" panose="020B0609020000020004" pitchFamily="49" charset="0"/>
                <a:ea typeface="+mn-ea"/>
                <a:cs typeface="Cascadia Code SemiBold" panose="020B0609020000020004" pitchFamily="49" charset="0"/>
              </a:endParaRPr>
            </a:p>
          </p:txBody>
        </p:sp>
        <p:sp>
          <p:nvSpPr>
            <p:cNvPr id="3" name="!!Title!!">
              <a:extLst>
                <a:ext uri="{FF2B5EF4-FFF2-40B4-BE49-F238E27FC236}">
                  <a16:creationId xmlns:a16="http://schemas.microsoft.com/office/drawing/2014/main" id="{366DF601-F490-70A9-1FBB-834AB61685E5}"/>
                </a:ext>
              </a:extLst>
            </p:cNvPr>
            <p:cNvSpPr txBox="1"/>
            <p:nvPr/>
          </p:nvSpPr>
          <p:spPr>
            <a:xfrm>
              <a:off x="2828689" y="284528"/>
              <a:ext cx="6712111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36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scadia Code SemiBold" panose="020B0609020000020004" pitchFamily="49" charset="0"/>
                  <a:ea typeface="+mn-ea"/>
                  <a:cs typeface="Cascadia Code SemiBold" panose="020B0609020000020004" pitchFamily="49" charset="0"/>
                </a:rPr>
                <a:t>Задачи</a:t>
              </a:r>
            </a:p>
          </p:txBody>
        </p:sp>
        <p:sp>
          <p:nvSpPr>
            <p:cNvPr id="4" name="!!TitleHighlighter!!">
              <a:extLst>
                <a:ext uri="{FF2B5EF4-FFF2-40B4-BE49-F238E27FC236}">
                  <a16:creationId xmlns:a16="http://schemas.microsoft.com/office/drawing/2014/main" id="{32B472BF-A5A0-0757-7CE3-517FADD3B606}"/>
                </a:ext>
              </a:extLst>
            </p:cNvPr>
            <p:cNvSpPr/>
            <p:nvPr/>
          </p:nvSpPr>
          <p:spPr>
            <a:xfrm>
              <a:off x="2423160" y="91666"/>
              <a:ext cx="310896" cy="1100757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11" name="!!ShapeBottom!!">
            <a:extLst>
              <a:ext uri="{FF2B5EF4-FFF2-40B4-BE49-F238E27FC236}">
                <a16:creationId xmlns:a16="http://schemas.microsoft.com/office/drawing/2014/main" id="{E87D9A97-8969-393F-1029-E2CB5C61EE62}"/>
              </a:ext>
            </a:extLst>
          </p:cNvPr>
          <p:cNvSpPr/>
          <p:nvPr/>
        </p:nvSpPr>
        <p:spPr>
          <a:xfrm>
            <a:off x="403401" y="4314536"/>
            <a:ext cx="1600200" cy="160020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0" name="!!ShapeTop!!">
            <a:extLst>
              <a:ext uri="{FF2B5EF4-FFF2-40B4-BE49-F238E27FC236}">
                <a16:creationId xmlns:a16="http://schemas.microsoft.com/office/drawing/2014/main" id="{BB8EBBD4-1E31-D276-B742-FFDCBF8A0276}"/>
              </a:ext>
            </a:extLst>
          </p:cNvPr>
          <p:cNvSpPr/>
          <p:nvPr/>
        </p:nvSpPr>
        <p:spPr>
          <a:xfrm rot="10800000">
            <a:off x="403401" y="1844867"/>
            <a:ext cx="1600200" cy="1573270"/>
          </a:xfrm>
          <a:custGeom>
            <a:avLst/>
            <a:gdLst>
              <a:gd name="csX0" fmla="*/ 597336 w 1600200"/>
              <a:gd name="csY0" fmla="*/ 0 h 1573270"/>
              <a:gd name="csX1" fmla="*/ 597336 w 1600200"/>
              <a:gd name="csY1" fmla="*/ 771333 h 1573270"/>
              <a:gd name="csX2" fmla="*/ 1002864 w 1600200"/>
              <a:gd name="csY2" fmla="*/ 771333 h 1573270"/>
              <a:gd name="csX3" fmla="*/ 1002864 w 1600200"/>
              <a:gd name="csY3" fmla="*/ 0 h 1573270"/>
              <a:gd name="csX4" fmla="*/ 1038025 w 1600200"/>
              <a:gd name="csY4" fmla="*/ 9041 h 1573270"/>
              <a:gd name="csX5" fmla="*/ 1600200 w 1600200"/>
              <a:gd name="csY5" fmla="*/ 773170 h 1573270"/>
              <a:gd name="csX6" fmla="*/ 800100 w 1600200"/>
              <a:gd name="csY6" fmla="*/ 1573270 h 1573270"/>
              <a:gd name="csX7" fmla="*/ 0 w 1600200"/>
              <a:gd name="csY7" fmla="*/ 773170 h 1573270"/>
              <a:gd name="csX8" fmla="*/ 562175 w 1600200"/>
              <a:gd name="csY8" fmla="*/ 9041 h 157327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</a:cxnLst>
            <a:rect l="l" t="t" r="r" b="b"/>
            <a:pathLst>
              <a:path w="1600200" h="1573270">
                <a:moveTo>
                  <a:pt x="597336" y="0"/>
                </a:moveTo>
                <a:lnTo>
                  <a:pt x="597336" y="771333"/>
                </a:lnTo>
                <a:lnTo>
                  <a:pt x="1002864" y="771333"/>
                </a:lnTo>
                <a:lnTo>
                  <a:pt x="1002864" y="0"/>
                </a:lnTo>
                <a:lnTo>
                  <a:pt x="1038025" y="9041"/>
                </a:lnTo>
                <a:cubicBezTo>
                  <a:pt x="1363721" y="110343"/>
                  <a:pt x="1600200" y="414140"/>
                  <a:pt x="1600200" y="773170"/>
                </a:cubicBezTo>
                <a:cubicBezTo>
                  <a:pt x="1600200" y="1215053"/>
                  <a:pt x="1241983" y="1573270"/>
                  <a:pt x="800100" y="1573270"/>
                </a:cubicBezTo>
                <a:cubicBezTo>
                  <a:pt x="358217" y="1573270"/>
                  <a:pt x="0" y="1215053"/>
                  <a:pt x="0" y="773170"/>
                </a:cubicBezTo>
                <a:cubicBezTo>
                  <a:pt x="0" y="414140"/>
                  <a:pt x="236479" y="110343"/>
                  <a:pt x="562175" y="9041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pSp>
        <p:nvGrpSpPr>
          <p:cNvPr id="13" name="!!PtpitLogo!!">
            <a:extLst>
              <a:ext uri="{FF2B5EF4-FFF2-40B4-BE49-F238E27FC236}">
                <a16:creationId xmlns:a16="http://schemas.microsoft.com/office/drawing/2014/main" id="{2F80F6CA-05FB-6DA4-6BC3-950AA67052A1}"/>
              </a:ext>
            </a:extLst>
          </p:cNvPr>
          <p:cNvGrpSpPr/>
          <p:nvPr/>
        </p:nvGrpSpPr>
        <p:grpSpPr>
          <a:xfrm>
            <a:off x="42438" y="91666"/>
            <a:ext cx="2208090" cy="1100757"/>
            <a:chOff x="42438" y="91666"/>
            <a:chExt cx="2208090" cy="1100757"/>
          </a:xfrm>
        </p:grpSpPr>
        <p:pic>
          <p:nvPicPr>
            <p:cNvPr id="14" name="!!PtpitLogo2!!">
              <a:extLst>
                <a:ext uri="{FF2B5EF4-FFF2-40B4-BE49-F238E27FC236}">
                  <a16:creationId xmlns:a16="http://schemas.microsoft.com/office/drawing/2014/main" id="{6E1FFCD5-FD5C-1534-8C96-4A3E9247285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biLevel thresh="7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146483" y="91666"/>
              <a:ext cx="1104045" cy="1100757"/>
            </a:xfrm>
            <a:prstGeom prst="rect">
              <a:avLst/>
            </a:prstGeom>
            <a:solidFill>
              <a:schemeClr val="bg1"/>
            </a:solidFill>
          </p:spPr>
        </p:pic>
        <p:pic>
          <p:nvPicPr>
            <p:cNvPr id="15" name="!!PtpitLogo1!!">
              <a:extLst>
                <a:ext uri="{FF2B5EF4-FFF2-40B4-BE49-F238E27FC236}">
                  <a16:creationId xmlns:a16="http://schemas.microsoft.com/office/drawing/2014/main" id="{DF4A8D19-DA2E-0085-DACA-13451D28390A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biLevel thresh="5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2438" y="91666"/>
              <a:ext cx="1104045" cy="1100757"/>
            </a:xfrm>
            <a:prstGeom prst="rect">
              <a:avLst/>
            </a:prstGeom>
            <a:noFill/>
          </p:spPr>
        </p:pic>
      </p:grpSp>
      <p:grpSp>
        <p:nvGrpSpPr>
          <p:cNvPr id="27" name="!!Item6!!">
            <a:extLst>
              <a:ext uri="{FF2B5EF4-FFF2-40B4-BE49-F238E27FC236}">
                <a16:creationId xmlns:a16="http://schemas.microsoft.com/office/drawing/2014/main" id="{544D95EA-A31F-1E3E-7E43-C6908DD5AB51}"/>
              </a:ext>
            </a:extLst>
          </p:cNvPr>
          <p:cNvGrpSpPr/>
          <p:nvPr/>
        </p:nvGrpSpPr>
        <p:grpSpPr>
          <a:xfrm>
            <a:off x="9033761" y="2037294"/>
            <a:ext cx="2324101" cy="8279887"/>
            <a:chOff x="13570189" y="2037294"/>
            <a:chExt cx="2324101" cy="8279887"/>
          </a:xfrm>
        </p:grpSpPr>
        <p:sp>
          <p:nvSpPr>
            <p:cNvPr id="17" name="!!BigT6!!">
              <a:extLst>
                <a:ext uri="{FF2B5EF4-FFF2-40B4-BE49-F238E27FC236}">
                  <a16:creationId xmlns:a16="http://schemas.microsoft.com/office/drawing/2014/main" id="{DB00704A-530B-194E-4E5A-869E8A9D2C85}"/>
                </a:ext>
              </a:extLst>
            </p:cNvPr>
            <p:cNvSpPr txBox="1"/>
            <p:nvPr/>
          </p:nvSpPr>
          <p:spPr>
            <a:xfrm>
              <a:off x="13570190" y="3869262"/>
              <a:ext cx="2324100" cy="644791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41300" b="0" i="0" u="none" strike="noStrike" kern="1200" cap="none" spc="0" normalizeH="0" baseline="0" noProof="0" dirty="0">
                  <a:ln>
                    <a:noFill/>
                  </a:ln>
                  <a:solidFill>
                    <a:schemeClr val="bg2">
                      <a:lumMod val="10000"/>
                    </a:schemeClr>
                  </a:solidFill>
                  <a:effectLst/>
                  <a:uLnTx/>
                  <a:uFillTx/>
                  <a:latin typeface="Cascadia Code SemiBold" panose="020B0609020000020004" pitchFamily="49" charset="0"/>
                  <a:ea typeface="+mn-ea"/>
                  <a:cs typeface="Cascadia Code SemiBold" panose="020B0609020000020004" pitchFamily="49" charset="0"/>
                </a:rPr>
                <a:t>T</a:t>
              </a:r>
              <a:endParaRPr kumimoji="0" lang="ru-RU" sz="41300" b="0" i="0" u="none" strike="noStrike" kern="1200" cap="none" spc="0" normalizeH="0" baseline="0" noProof="0" dirty="0">
                <a:ln>
                  <a:noFill/>
                </a:ln>
                <a:solidFill>
                  <a:schemeClr val="bg2">
                    <a:lumMod val="10000"/>
                  </a:schemeClr>
                </a:solidFill>
                <a:effectLst/>
                <a:uLnTx/>
                <a:uFillTx/>
                <a:latin typeface="Cascadia Code SemiBold" panose="020B0609020000020004" pitchFamily="49" charset="0"/>
                <a:ea typeface="+mn-ea"/>
                <a:cs typeface="Cascadia Code SemiBold" panose="020B0609020000020004" pitchFamily="49" charset="0"/>
              </a:endParaRPr>
            </a:p>
          </p:txBody>
        </p:sp>
        <p:sp>
          <p:nvSpPr>
            <p:cNvPr id="26" name="!!Icon6!!">
              <a:extLst>
                <a:ext uri="{FF2B5EF4-FFF2-40B4-BE49-F238E27FC236}">
                  <a16:creationId xmlns:a16="http://schemas.microsoft.com/office/drawing/2014/main" id="{D41678A1-F341-0D17-DCBE-1D73C6406BA1}"/>
                </a:ext>
              </a:extLst>
            </p:cNvPr>
            <p:cNvSpPr/>
            <p:nvPr/>
          </p:nvSpPr>
          <p:spPr>
            <a:xfrm>
              <a:off x="13570189" y="2037294"/>
              <a:ext cx="2324100" cy="2906107"/>
            </a:xfrm>
            <a:custGeom>
              <a:avLst/>
              <a:gdLst>
                <a:gd name="csX0" fmla="*/ 0 w 2324100"/>
                <a:gd name="csY0" fmla="*/ 1201206 h 2906107"/>
                <a:gd name="csX1" fmla="*/ 2324100 w 2324100"/>
                <a:gd name="csY1" fmla="*/ 1201206 h 2906107"/>
                <a:gd name="csX2" fmla="*/ 2324100 w 2324100"/>
                <a:gd name="csY2" fmla="*/ 2906107 h 2906107"/>
                <a:gd name="csX3" fmla="*/ 0 w 2324100"/>
                <a:gd name="csY3" fmla="*/ 2906107 h 2906107"/>
                <a:gd name="csX4" fmla="*/ 1175089 w 2324100"/>
                <a:gd name="csY4" fmla="*/ 89 h 2906107"/>
                <a:gd name="csX5" fmla="*/ 1652749 w 2324100"/>
                <a:gd name="csY5" fmla="*/ 136300 h 2906107"/>
                <a:gd name="csX6" fmla="*/ 2113136 w 2324100"/>
                <a:gd name="csY6" fmla="*/ 977521 h 2906107"/>
                <a:gd name="csX7" fmla="*/ 1856838 w 2324100"/>
                <a:gd name="csY7" fmla="*/ 970494 h 2906107"/>
                <a:gd name="csX8" fmla="*/ 1520516 w 2324100"/>
                <a:gd name="csY8" fmla="*/ 355965 h 2906107"/>
                <a:gd name="csX9" fmla="*/ 820040 w 2324100"/>
                <a:gd name="csY9" fmla="*/ 346364 h 2906107"/>
                <a:gd name="csX10" fmla="*/ 467001 w 2324100"/>
                <a:gd name="csY10" fmla="*/ 951444 h 2906107"/>
                <a:gd name="csX11" fmla="*/ 210606 w 2324100"/>
                <a:gd name="csY11" fmla="*/ 951444 h 2906107"/>
                <a:gd name="csX12" fmla="*/ 693876 w 2324100"/>
                <a:gd name="csY12" fmla="*/ 123157 h 2906107"/>
                <a:gd name="csX13" fmla="*/ 1175089 w 2324100"/>
                <a:gd name="csY13" fmla="*/ 89 h 2906107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</a:cxnLst>
              <a:rect l="l" t="t" r="r" b="b"/>
              <a:pathLst>
                <a:path w="2324100" h="2906107">
                  <a:moveTo>
                    <a:pt x="0" y="1201206"/>
                  </a:moveTo>
                  <a:lnTo>
                    <a:pt x="2324100" y="1201206"/>
                  </a:lnTo>
                  <a:lnTo>
                    <a:pt x="2324100" y="2906107"/>
                  </a:lnTo>
                  <a:lnTo>
                    <a:pt x="0" y="2906107"/>
                  </a:lnTo>
                  <a:close/>
                  <a:moveTo>
                    <a:pt x="1175089" y="89"/>
                  </a:moveTo>
                  <a:cubicBezTo>
                    <a:pt x="1340744" y="2360"/>
                    <a:pt x="1505806" y="47844"/>
                    <a:pt x="1652749" y="136300"/>
                  </a:cubicBezTo>
                  <a:cubicBezTo>
                    <a:pt x="1946635" y="313213"/>
                    <a:pt x="2122538" y="634624"/>
                    <a:pt x="2113136" y="977521"/>
                  </a:cubicBezTo>
                  <a:lnTo>
                    <a:pt x="1856838" y="970494"/>
                  </a:lnTo>
                  <a:cubicBezTo>
                    <a:pt x="1863706" y="720001"/>
                    <a:pt x="1735205" y="485203"/>
                    <a:pt x="1520516" y="355965"/>
                  </a:cubicBezTo>
                  <a:cubicBezTo>
                    <a:pt x="1305827" y="226727"/>
                    <a:pt x="1038191" y="223058"/>
                    <a:pt x="820040" y="346364"/>
                  </a:cubicBezTo>
                  <a:cubicBezTo>
                    <a:pt x="601889" y="469670"/>
                    <a:pt x="467001" y="700857"/>
                    <a:pt x="467001" y="951444"/>
                  </a:cubicBezTo>
                  <a:lnTo>
                    <a:pt x="210606" y="951444"/>
                  </a:lnTo>
                  <a:cubicBezTo>
                    <a:pt x="210606" y="608418"/>
                    <a:pt x="395253" y="291949"/>
                    <a:pt x="693876" y="123157"/>
                  </a:cubicBezTo>
                  <a:cubicBezTo>
                    <a:pt x="843188" y="38761"/>
                    <a:pt x="1009435" y="-2182"/>
                    <a:pt x="1175089" y="89"/>
                  </a:cubicBezTo>
                  <a:close/>
                </a:path>
              </a:pathLst>
            </a:custGeom>
            <a:solidFill>
              <a:schemeClr val="bg2">
                <a:lumMod val="1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ru-RU">
                <a:solidFill>
                  <a:schemeClr val="tx1"/>
                </a:solidFill>
              </a:endParaRPr>
            </a:p>
          </p:txBody>
        </p:sp>
      </p:grpSp>
      <p:grpSp>
        <p:nvGrpSpPr>
          <p:cNvPr id="37" name="!!Item5!!">
            <a:extLst>
              <a:ext uri="{FF2B5EF4-FFF2-40B4-BE49-F238E27FC236}">
                <a16:creationId xmlns:a16="http://schemas.microsoft.com/office/drawing/2014/main" id="{B0D0528C-E345-9773-2DE2-2728642B04F8}"/>
              </a:ext>
            </a:extLst>
          </p:cNvPr>
          <p:cNvGrpSpPr/>
          <p:nvPr/>
        </p:nvGrpSpPr>
        <p:grpSpPr>
          <a:xfrm>
            <a:off x="7378612" y="2872026"/>
            <a:ext cx="3086755" cy="7445155"/>
            <a:chOff x="13789367" y="1831402"/>
            <a:chExt cx="3086755" cy="7445155"/>
          </a:xfrm>
        </p:grpSpPr>
        <p:sp>
          <p:nvSpPr>
            <p:cNvPr id="23" name="!!BigT5!!">
              <a:extLst>
                <a:ext uri="{FF2B5EF4-FFF2-40B4-BE49-F238E27FC236}">
                  <a16:creationId xmlns:a16="http://schemas.microsoft.com/office/drawing/2014/main" id="{122E13A6-CA80-98E5-32C4-7459ABBAD8D9}"/>
                </a:ext>
              </a:extLst>
            </p:cNvPr>
            <p:cNvSpPr txBox="1"/>
            <p:nvPr/>
          </p:nvSpPr>
          <p:spPr>
            <a:xfrm>
              <a:off x="14170695" y="2828638"/>
              <a:ext cx="2324100" cy="644791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413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scadia Code SemiBold" panose="020B0609020000020004" pitchFamily="49" charset="0"/>
                  <a:ea typeface="+mn-ea"/>
                  <a:cs typeface="Cascadia Code SemiBold" panose="020B0609020000020004" pitchFamily="49" charset="0"/>
                </a:rPr>
                <a:t>T</a:t>
              </a:r>
              <a:endParaRPr kumimoji="0" lang="ru-RU" sz="413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scadia Code SemiBold" panose="020B0609020000020004" pitchFamily="49" charset="0"/>
                <a:ea typeface="+mn-ea"/>
                <a:cs typeface="Cascadia Code SemiBold" panose="020B0609020000020004" pitchFamily="49" charset="0"/>
              </a:endParaRPr>
            </a:p>
          </p:txBody>
        </p:sp>
        <p:sp>
          <p:nvSpPr>
            <p:cNvPr id="33" name="!!Icon5!!">
              <a:extLst>
                <a:ext uri="{FF2B5EF4-FFF2-40B4-BE49-F238E27FC236}">
                  <a16:creationId xmlns:a16="http://schemas.microsoft.com/office/drawing/2014/main" id="{563ADE08-BE4E-DF9A-5689-3EBCCFFD1A5F}"/>
                </a:ext>
              </a:extLst>
            </p:cNvPr>
            <p:cNvSpPr/>
            <p:nvPr/>
          </p:nvSpPr>
          <p:spPr>
            <a:xfrm>
              <a:off x="13789367" y="1831402"/>
              <a:ext cx="3086755" cy="2071375"/>
            </a:xfrm>
            <a:custGeom>
              <a:avLst/>
              <a:gdLst>
                <a:gd name="csX0" fmla="*/ 1542863 w 3086755"/>
                <a:gd name="csY0" fmla="*/ 1264782 h 2071375"/>
                <a:gd name="csX1" fmla="*/ 1427446 w 3086755"/>
                <a:gd name="csY1" fmla="*/ 1380199 h 2071375"/>
                <a:gd name="csX2" fmla="*/ 1542863 w 3086755"/>
                <a:gd name="csY2" fmla="*/ 1495616 h 2071375"/>
                <a:gd name="csX3" fmla="*/ 1658280 w 3086755"/>
                <a:gd name="csY3" fmla="*/ 1380199 h 2071375"/>
                <a:gd name="csX4" fmla="*/ 1542863 w 3086755"/>
                <a:gd name="csY4" fmla="*/ 1264782 h 2071375"/>
                <a:gd name="csX5" fmla="*/ 1542862 w 3086755"/>
                <a:gd name="csY5" fmla="*/ 1131132 h 2071375"/>
                <a:gd name="csX6" fmla="*/ 1791929 w 3086755"/>
                <a:gd name="csY6" fmla="*/ 1380199 h 2071375"/>
                <a:gd name="csX7" fmla="*/ 1542862 w 3086755"/>
                <a:gd name="csY7" fmla="*/ 1629266 h 2071375"/>
                <a:gd name="csX8" fmla="*/ 1293795 w 3086755"/>
                <a:gd name="csY8" fmla="*/ 1380199 h 2071375"/>
                <a:gd name="csX9" fmla="*/ 1542862 w 3086755"/>
                <a:gd name="csY9" fmla="*/ 1131132 h 2071375"/>
                <a:gd name="csX10" fmla="*/ 2315407 w 3086755"/>
                <a:gd name="csY10" fmla="*/ 1026017 h 2071375"/>
                <a:gd name="csX11" fmla="*/ 2480507 w 3086755"/>
                <a:gd name="csY11" fmla="*/ 1026017 h 2071375"/>
                <a:gd name="csX12" fmla="*/ 2480507 w 3086755"/>
                <a:gd name="csY12" fmla="*/ 1629267 h 2071375"/>
                <a:gd name="csX13" fmla="*/ 2315407 w 3086755"/>
                <a:gd name="csY13" fmla="*/ 1629267 h 2071375"/>
                <a:gd name="csX14" fmla="*/ 605215 w 3086755"/>
                <a:gd name="csY14" fmla="*/ 1026015 h 2071375"/>
                <a:gd name="csX15" fmla="*/ 770315 w 3086755"/>
                <a:gd name="csY15" fmla="*/ 1026015 h 2071375"/>
                <a:gd name="csX16" fmla="*/ 770315 w 3086755"/>
                <a:gd name="csY16" fmla="*/ 1629265 h 2071375"/>
                <a:gd name="csX17" fmla="*/ 605215 w 3086755"/>
                <a:gd name="csY17" fmla="*/ 1629265 h 2071375"/>
                <a:gd name="csX18" fmla="*/ 2397957 w 3086755"/>
                <a:gd name="csY18" fmla="*/ 575756 h 2071375"/>
                <a:gd name="csX19" fmla="*/ 2282540 w 3086755"/>
                <a:gd name="csY19" fmla="*/ 691173 h 2071375"/>
                <a:gd name="csX20" fmla="*/ 2397957 w 3086755"/>
                <a:gd name="csY20" fmla="*/ 806590 h 2071375"/>
                <a:gd name="csX21" fmla="*/ 2513374 w 3086755"/>
                <a:gd name="csY21" fmla="*/ 691173 h 2071375"/>
                <a:gd name="csX22" fmla="*/ 2397957 w 3086755"/>
                <a:gd name="csY22" fmla="*/ 575756 h 2071375"/>
                <a:gd name="csX23" fmla="*/ 687765 w 3086755"/>
                <a:gd name="csY23" fmla="*/ 575754 h 2071375"/>
                <a:gd name="csX24" fmla="*/ 572348 w 3086755"/>
                <a:gd name="csY24" fmla="*/ 691171 h 2071375"/>
                <a:gd name="csX25" fmla="*/ 687765 w 3086755"/>
                <a:gd name="csY25" fmla="*/ 806588 h 2071375"/>
                <a:gd name="csX26" fmla="*/ 803182 w 3086755"/>
                <a:gd name="csY26" fmla="*/ 691171 h 2071375"/>
                <a:gd name="csX27" fmla="*/ 687765 w 3086755"/>
                <a:gd name="csY27" fmla="*/ 575754 h 2071375"/>
                <a:gd name="csX28" fmla="*/ 2397958 w 3086755"/>
                <a:gd name="csY28" fmla="*/ 442106 h 2071375"/>
                <a:gd name="csX29" fmla="*/ 2647025 w 3086755"/>
                <a:gd name="csY29" fmla="*/ 691173 h 2071375"/>
                <a:gd name="csX30" fmla="*/ 2397958 w 3086755"/>
                <a:gd name="csY30" fmla="*/ 940240 h 2071375"/>
                <a:gd name="csX31" fmla="*/ 2148891 w 3086755"/>
                <a:gd name="csY31" fmla="*/ 691173 h 2071375"/>
                <a:gd name="csX32" fmla="*/ 2397958 w 3086755"/>
                <a:gd name="csY32" fmla="*/ 442106 h 2071375"/>
                <a:gd name="csX33" fmla="*/ 1460313 w 3086755"/>
                <a:gd name="csY33" fmla="*/ 442105 h 2071375"/>
                <a:gd name="csX34" fmla="*/ 1625413 w 3086755"/>
                <a:gd name="csY34" fmla="*/ 442105 h 2071375"/>
                <a:gd name="csX35" fmla="*/ 1625413 w 3086755"/>
                <a:gd name="csY35" fmla="*/ 1045355 h 2071375"/>
                <a:gd name="csX36" fmla="*/ 1460313 w 3086755"/>
                <a:gd name="csY36" fmla="*/ 1045355 h 2071375"/>
                <a:gd name="csX37" fmla="*/ 687766 w 3086755"/>
                <a:gd name="csY37" fmla="*/ 442104 h 2071375"/>
                <a:gd name="csX38" fmla="*/ 936833 w 3086755"/>
                <a:gd name="csY38" fmla="*/ 691171 h 2071375"/>
                <a:gd name="csX39" fmla="*/ 687766 w 3086755"/>
                <a:gd name="csY39" fmla="*/ 940238 h 2071375"/>
                <a:gd name="csX40" fmla="*/ 438699 w 3086755"/>
                <a:gd name="csY40" fmla="*/ 691171 h 2071375"/>
                <a:gd name="csX41" fmla="*/ 687766 w 3086755"/>
                <a:gd name="csY41" fmla="*/ 442104 h 2071375"/>
                <a:gd name="csX42" fmla="*/ 246245 w 3086755"/>
                <a:gd name="csY42" fmla="*/ 246245 h 2071375"/>
                <a:gd name="csX43" fmla="*/ 246245 w 3086755"/>
                <a:gd name="csY43" fmla="*/ 1825130 h 2071375"/>
                <a:gd name="csX44" fmla="*/ 2840510 w 3086755"/>
                <a:gd name="csY44" fmla="*/ 1825130 h 2071375"/>
                <a:gd name="csX45" fmla="*/ 2840510 w 3086755"/>
                <a:gd name="csY45" fmla="*/ 246245 h 2071375"/>
                <a:gd name="csX46" fmla="*/ 0 w 3086755"/>
                <a:gd name="csY46" fmla="*/ 0 h 2071375"/>
                <a:gd name="csX47" fmla="*/ 3086755 w 3086755"/>
                <a:gd name="csY47" fmla="*/ 0 h 2071375"/>
                <a:gd name="csX48" fmla="*/ 3086755 w 3086755"/>
                <a:gd name="csY48" fmla="*/ 2071375 h 2071375"/>
                <a:gd name="csX49" fmla="*/ 0 w 3086755"/>
                <a:gd name="csY49" fmla="*/ 2071375 h 207137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  <a:cxn ang="0">
                  <a:pos x="csX35" y="csY35"/>
                </a:cxn>
                <a:cxn ang="0">
                  <a:pos x="csX36" y="csY36"/>
                </a:cxn>
                <a:cxn ang="0">
                  <a:pos x="csX37" y="csY37"/>
                </a:cxn>
                <a:cxn ang="0">
                  <a:pos x="csX38" y="csY38"/>
                </a:cxn>
                <a:cxn ang="0">
                  <a:pos x="csX39" y="csY39"/>
                </a:cxn>
                <a:cxn ang="0">
                  <a:pos x="csX40" y="csY40"/>
                </a:cxn>
                <a:cxn ang="0">
                  <a:pos x="csX41" y="csY41"/>
                </a:cxn>
                <a:cxn ang="0">
                  <a:pos x="csX42" y="csY42"/>
                </a:cxn>
                <a:cxn ang="0">
                  <a:pos x="csX43" y="csY43"/>
                </a:cxn>
                <a:cxn ang="0">
                  <a:pos x="csX44" y="csY44"/>
                </a:cxn>
                <a:cxn ang="0">
                  <a:pos x="csX45" y="csY45"/>
                </a:cxn>
                <a:cxn ang="0">
                  <a:pos x="csX46" y="csY46"/>
                </a:cxn>
                <a:cxn ang="0">
                  <a:pos x="csX47" y="csY47"/>
                </a:cxn>
                <a:cxn ang="0">
                  <a:pos x="csX48" y="csY48"/>
                </a:cxn>
                <a:cxn ang="0">
                  <a:pos x="csX49" y="csY49"/>
                </a:cxn>
              </a:cxnLst>
              <a:rect l="l" t="t" r="r" b="b"/>
              <a:pathLst>
                <a:path w="3086755" h="2071375">
                  <a:moveTo>
                    <a:pt x="1542863" y="1264782"/>
                  </a:moveTo>
                  <a:cubicBezTo>
                    <a:pt x="1479120" y="1264782"/>
                    <a:pt x="1427446" y="1316456"/>
                    <a:pt x="1427446" y="1380199"/>
                  </a:cubicBezTo>
                  <a:cubicBezTo>
                    <a:pt x="1427446" y="1443942"/>
                    <a:pt x="1479120" y="1495616"/>
                    <a:pt x="1542863" y="1495616"/>
                  </a:cubicBezTo>
                  <a:cubicBezTo>
                    <a:pt x="1606606" y="1495616"/>
                    <a:pt x="1658280" y="1443942"/>
                    <a:pt x="1658280" y="1380199"/>
                  </a:cubicBezTo>
                  <a:cubicBezTo>
                    <a:pt x="1658280" y="1316456"/>
                    <a:pt x="1606606" y="1264782"/>
                    <a:pt x="1542863" y="1264782"/>
                  </a:cubicBezTo>
                  <a:close/>
                  <a:moveTo>
                    <a:pt x="1542862" y="1131132"/>
                  </a:moveTo>
                  <a:cubicBezTo>
                    <a:pt x="1680418" y="1131132"/>
                    <a:pt x="1791929" y="1242643"/>
                    <a:pt x="1791929" y="1380199"/>
                  </a:cubicBezTo>
                  <a:cubicBezTo>
                    <a:pt x="1791929" y="1517755"/>
                    <a:pt x="1680418" y="1629266"/>
                    <a:pt x="1542862" y="1629266"/>
                  </a:cubicBezTo>
                  <a:cubicBezTo>
                    <a:pt x="1405306" y="1629266"/>
                    <a:pt x="1293795" y="1517755"/>
                    <a:pt x="1293795" y="1380199"/>
                  </a:cubicBezTo>
                  <a:cubicBezTo>
                    <a:pt x="1293795" y="1242643"/>
                    <a:pt x="1405306" y="1131132"/>
                    <a:pt x="1542862" y="1131132"/>
                  </a:cubicBezTo>
                  <a:close/>
                  <a:moveTo>
                    <a:pt x="2315407" y="1026017"/>
                  </a:moveTo>
                  <a:lnTo>
                    <a:pt x="2480507" y="1026017"/>
                  </a:lnTo>
                  <a:lnTo>
                    <a:pt x="2480507" y="1629267"/>
                  </a:lnTo>
                  <a:lnTo>
                    <a:pt x="2315407" y="1629267"/>
                  </a:lnTo>
                  <a:close/>
                  <a:moveTo>
                    <a:pt x="605215" y="1026015"/>
                  </a:moveTo>
                  <a:lnTo>
                    <a:pt x="770315" y="1026015"/>
                  </a:lnTo>
                  <a:lnTo>
                    <a:pt x="770315" y="1629265"/>
                  </a:lnTo>
                  <a:lnTo>
                    <a:pt x="605215" y="1629265"/>
                  </a:lnTo>
                  <a:close/>
                  <a:moveTo>
                    <a:pt x="2397957" y="575756"/>
                  </a:moveTo>
                  <a:cubicBezTo>
                    <a:pt x="2334214" y="575756"/>
                    <a:pt x="2282540" y="627430"/>
                    <a:pt x="2282540" y="691173"/>
                  </a:cubicBezTo>
                  <a:cubicBezTo>
                    <a:pt x="2282540" y="754916"/>
                    <a:pt x="2334214" y="806590"/>
                    <a:pt x="2397957" y="806590"/>
                  </a:cubicBezTo>
                  <a:cubicBezTo>
                    <a:pt x="2461700" y="806590"/>
                    <a:pt x="2513374" y="754916"/>
                    <a:pt x="2513374" y="691173"/>
                  </a:cubicBezTo>
                  <a:cubicBezTo>
                    <a:pt x="2513374" y="627430"/>
                    <a:pt x="2461700" y="575756"/>
                    <a:pt x="2397957" y="575756"/>
                  </a:cubicBezTo>
                  <a:close/>
                  <a:moveTo>
                    <a:pt x="687765" y="575754"/>
                  </a:moveTo>
                  <a:cubicBezTo>
                    <a:pt x="624022" y="575754"/>
                    <a:pt x="572348" y="627428"/>
                    <a:pt x="572348" y="691171"/>
                  </a:cubicBezTo>
                  <a:cubicBezTo>
                    <a:pt x="572348" y="754914"/>
                    <a:pt x="624022" y="806588"/>
                    <a:pt x="687765" y="806588"/>
                  </a:cubicBezTo>
                  <a:cubicBezTo>
                    <a:pt x="751508" y="806588"/>
                    <a:pt x="803182" y="754914"/>
                    <a:pt x="803182" y="691171"/>
                  </a:cubicBezTo>
                  <a:cubicBezTo>
                    <a:pt x="803182" y="627428"/>
                    <a:pt x="751508" y="575754"/>
                    <a:pt x="687765" y="575754"/>
                  </a:cubicBezTo>
                  <a:close/>
                  <a:moveTo>
                    <a:pt x="2397958" y="442106"/>
                  </a:moveTo>
                  <a:cubicBezTo>
                    <a:pt x="2535514" y="442106"/>
                    <a:pt x="2647025" y="553617"/>
                    <a:pt x="2647025" y="691173"/>
                  </a:cubicBezTo>
                  <a:cubicBezTo>
                    <a:pt x="2647025" y="828729"/>
                    <a:pt x="2535514" y="940240"/>
                    <a:pt x="2397958" y="940240"/>
                  </a:cubicBezTo>
                  <a:cubicBezTo>
                    <a:pt x="2260402" y="940240"/>
                    <a:pt x="2148891" y="828729"/>
                    <a:pt x="2148891" y="691173"/>
                  </a:cubicBezTo>
                  <a:cubicBezTo>
                    <a:pt x="2148891" y="553617"/>
                    <a:pt x="2260402" y="442106"/>
                    <a:pt x="2397958" y="442106"/>
                  </a:cubicBezTo>
                  <a:close/>
                  <a:moveTo>
                    <a:pt x="1460313" y="442105"/>
                  </a:moveTo>
                  <a:lnTo>
                    <a:pt x="1625413" y="442105"/>
                  </a:lnTo>
                  <a:lnTo>
                    <a:pt x="1625413" y="1045355"/>
                  </a:lnTo>
                  <a:lnTo>
                    <a:pt x="1460313" y="1045355"/>
                  </a:lnTo>
                  <a:close/>
                  <a:moveTo>
                    <a:pt x="687766" y="442104"/>
                  </a:moveTo>
                  <a:cubicBezTo>
                    <a:pt x="825322" y="442104"/>
                    <a:pt x="936833" y="553615"/>
                    <a:pt x="936833" y="691171"/>
                  </a:cubicBezTo>
                  <a:cubicBezTo>
                    <a:pt x="936833" y="828727"/>
                    <a:pt x="825322" y="940238"/>
                    <a:pt x="687766" y="940238"/>
                  </a:cubicBezTo>
                  <a:cubicBezTo>
                    <a:pt x="550210" y="940238"/>
                    <a:pt x="438699" y="828727"/>
                    <a:pt x="438699" y="691171"/>
                  </a:cubicBezTo>
                  <a:cubicBezTo>
                    <a:pt x="438699" y="553615"/>
                    <a:pt x="550210" y="442104"/>
                    <a:pt x="687766" y="442104"/>
                  </a:cubicBezTo>
                  <a:close/>
                  <a:moveTo>
                    <a:pt x="246245" y="246245"/>
                  </a:moveTo>
                  <a:lnTo>
                    <a:pt x="246245" y="1825130"/>
                  </a:lnTo>
                  <a:lnTo>
                    <a:pt x="2840510" y="1825130"/>
                  </a:lnTo>
                  <a:lnTo>
                    <a:pt x="2840510" y="246245"/>
                  </a:lnTo>
                  <a:close/>
                  <a:moveTo>
                    <a:pt x="0" y="0"/>
                  </a:moveTo>
                  <a:lnTo>
                    <a:pt x="3086755" y="0"/>
                  </a:lnTo>
                  <a:lnTo>
                    <a:pt x="3086755" y="2071375"/>
                  </a:lnTo>
                  <a:lnTo>
                    <a:pt x="0" y="2071375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grpSp>
        <p:nvGrpSpPr>
          <p:cNvPr id="9" name="!!Item4!!">
            <a:extLst>
              <a:ext uri="{FF2B5EF4-FFF2-40B4-BE49-F238E27FC236}">
                <a16:creationId xmlns:a16="http://schemas.microsoft.com/office/drawing/2014/main" id="{5B7F5369-5C7C-C503-3D5E-902660E79131}"/>
              </a:ext>
            </a:extLst>
          </p:cNvPr>
          <p:cNvGrpSpPr/>
          <p:nvPr/>
        </p:nvGrpSpPr>
        <p:grpSpPr>
          <a:xfrm>
            <a:off x="7759940" y="7085095"/>
            <a:ext cx="2324101" cy="8349172"/>
            <a:chOff x="13206168" y="1831402"/>
            <a:chExt cx="2324101" cy="8349172"/>
          </a:xfrm>
        </p:grpSpPr>
        <p:sp>
          <p:nvSpPr>
            <p:cNvPr id="20" name="!!BigT4!!">
              <a:extLst>
                <a:ext uri="{FF2B5EF4-FFF2-40B4-BE49-F238E27FC236}">
                  <a16:creationId xmlns:a16="http://schemas.microsoft.com/office/drawing/2014/main" id="{9B57420C-5A6B-8204-1008-3439CAC8285C}"/>
                </a:ext>
              </a:extLst>
            </p:cNvPr>
            <p:cNvSpPr txBox="1"/>
            <p:nvPr/>
          </p:nvSpPr>
          <p:spPr>
            <a:xfrm>
              <a:off x="13206168" y="3732655"/>
              <a:ext cx="2324100" cy="644791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41300" b="0" i="0" u="none" strike="noStrike" kern="1200" cap="none" spc="0" normalizeH="0" baseline="0" noProof="0" dirty="0">
                  <a:ln>
                    <a:noFill/>
                  </a:ln>
                  <a:solidFill>
                    <a:schemeClr val="bg2">
                      <a:lumMod val="10000"/>
                    </a:schemeClr>
                  </a:solidFill>
                  <a:effectLst/>
                  <a:uLnTx/>
                  <a:uFillTx/>
                  <a:latin typeface="Cascadia Code SemiBold" panose="020B0609020000020004" pitchFamily="49" charset="0"/>
                  <a:ea typeface="+mn-ea"/>
                  <a:cs typeface="Cascadia Code SemiBold" panose="020B0609020000020004" pitchFamily="49" charset="0"/>
                </a:rPr>
                <a:t>T</a:t>
              </a:r>
              <a:endParaRPr kumimoji="0" lang="ru-RU" sz="41300" b="0" i="0" u="none" strike="noStrike" kern="1200" cap="none" spc="0" normalizeH="0" baseline="0" noProof="0" dirty="0">
                <a:ln>
                  <a:noFill/>
                </a:ln>
                <a:solidFill>
                  <a:schemeClr val="bg2">
                    <a:lumMod val="10000"/>
                  </a:schemeClr>
                </a:solidFill>
                <a:effectLst/>
                <a:uLnTx/>
                <a:uFillTx/>
                <a:latin typeface="Cascadia Code SemiBold" panose="020B0609020000020004" pitchFamily="49" charset="0"/>
                <a:ea typeface="+mn-ea"/>
                <a:cs typeface="Cascadia Code SemiBold" panose="020B0609020000020004" pitchFamily="49" charset="0"/>
              </a:endParaRPr>
            </a:p>
          </p:txBody>
        </p:sp>
        <p:sp>
          <p:nvSpPr>
            <p:cNvPr id="21" name="!!Icon4!!">
              <a:extLst>
                <a:ext uri="{FF2B5EF4-FFF2-40B4-BE49-F238E27FC236}">
                  <a16:creationId xmlns:a16="http://schemas.microsoft.com/office/drawing/2014/main" id="{79896D81-F1BC-CC97-4299-4930FD73347E}"/>
                </a:ext>
              </a:extLst>
            </p:cNvPr>
            <p:cNvSpPr/>
            <p:nvPr/>
          </p:nvSpPr>
          <p:spPr>
            <a:xfrm>
              <a:off x="13235165" y="1831402"/>
              <a:ext cx="2295104" cy="3145019"/>
            </a:xfrm>
            <a:custGeom>
              <a:avLst/>
              <a:gdLst>
                <a:gd name="csX0" fmla="*/ 1133053 w 2295104"/>
                <a:gd name="csY0" fmla="*/ 2483134 h 3145019"/>
                <a:gd name="csX1" fmla="*/ 1323553 w 2295104"/>
                <a:gd name="csY1" fmla="*/ 2673634 h 3145019"/>
                <a:gd name="csX2" fmla="*/ 1133053 w 2295104"/>
                <a:gd name="csY2" fmla="*/ 2864134 h 3145019"/>
                <a:gd name="csX3" fmla="*/ 942553 w 2295104"/>
                <a:gd name="csY3" fmla="*/ 2673634 h 3145019"/>
                <a:gd name="csX4" fmla="*/ 1133053 w 2295104"/>
                <a:gd name="csY4" fmla="*/ 2483134 h 3145019"/>
                <a:gd name="csX5" fmla="*/ 480802 w 2295104"/>
                <a:gd name="csY5" fmla="*/ 1773472 h 3145019"/>
                <a:gd name="csX6" fmla="*/ 1814302 w 2295104"/>
                <a:gd name="csY6" fmla="*/ 1773472 h 3145019"/>
                <a:gd name="csX7" fmla="*/ 1814302 w 2295104"/>
                <a:gd name="csY7" fmla="*/ 2116372 h 3145019"/>
                <a:gd name="csX8" fmla="*/ 480802 w 2295104"/>
                <a:gd name="csY8" fmla="*/ 2116372 h 3145019"/>
                <a:gd name="csX9" fmla="*/ 480802 w 2295104"/>
                <a:gd name="csY9" fmla="*/ 1103229 h 3145019"/>
                <a:gd name="csX10" fmla="*/ 1814302 w 2295104"/>
                <a:gd name="csY10" fmla="*/ 1103229 h 3145019"/>
                <a:gd name="csX11" fmla="*/ 1814302 w 2295104"/>
                <a:gd name="csY11" fmla="*/ 1446129 h 3145019"/>
                <a:gd name="csX12" fmla="*/ 480802 w 2295104"/>
                <a:gd name="csY12" fmla="*/ 1446129 h 3145019"/>
                <a:gd name="csX13" fmla="*/ 480802 w 2295104"/>
                <a:gd name="csY13" fmla="*/ 432986 h 3145019"/>
                <a:gd name="csX14" fmla="*/ 1814302 w 2295104"/>
                <a:gd name="csY14" fmla="*/ 432986 h 3145019"/>
                <a:gd name="csX15" fmla="*/ 1814302 w 2295104"/>
                <a:gd name="csY15" fmla="*/ 775886 h 3145019"/>
                <a:gd name="csX16" fmla="*/ 480802 w 2295104"/>
                <a:gd name="csY16" fmla="*/ 775886 h 3145019"/>
                <a:gd name="csX17" fmla="*/ 229740 w 2295104"/>
                <a:gd name="csY17" fmla="*/ 229740 h 3145019"/>
                <a:gd name="csX18" fmla="*/ 229740 w 2295104"/>
                <a:gd name="csY18" fmla="*/ 2915279 h 3145019"/>
                <a:gd name="csX19" fmla="*/ 2065364 w 2295104"/>
                <a:gd name="csY19" fmla="*/ 2915279 h 3145019"/>
                <a:gd name="csX20" fmla="*/ 2065364 w 2295104"/>
                <a:gd name="csY20" fmla="*/ 229740 h 3145019"/>
                <a:gd name="csX21" fmla="*/ 0 w 2295104"/>
                <a:gd name="csY21" fmla="*/ 0 h 3145019"/>
                <a:gd name="csX22" fmla="*/ 2295104 w 2295104"/>
                <a:gd name="csY22" fmla="*/ 0 h 3145019"/>
                <a:gd name="csX23" fmla="*/ 2295104 w 2295104"/>
                <a:gd name="csY23" fmla="*/ 3145019 h 3145019"/>
                <a:gd name="csX24" fmla="*/ 0 w 2295104"/>
                <a:gd name="csY24" fmla="*/ 3145019 h 314501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</a:cxnLst>
              <a:rect l="l" t="t" r="r" b="b"/>
              <a:pathLst>
                <a:path w="2295104" h="3145019">
                  <a:moveTo>
                    <a:pt x="1133053" y="2483134"/>
                  </a:moveTo>
                  <a:cubicBezTo>
                    <a:pt x="1238263" y="2483134"/>
                    <a:pt x="1323553" y="2568424"/>
                    <a:pt x="1323553" y="2673634"/>
                  </a:cubicBezTo>
                  <a:cubicBezTo>
                    <a:pt x="1323553" y="2778844"/>
                    <a:pt x="1238263" y="2864134"/>
                    <a:pt x="1133053" y="2864134"/>
                  </a:cubicBezTo>
                  <a:cubicBezTo>
                    <a:pt x="1027843" y="2864134"/>
                    <a:pt x="942553" y="2778844"/>
                    <a:pt x="942553" y="2673634"/>
                  </a:cubicBezTo>
                  <a:cubicBezTo>
                    <a:pt x="942553" y="2568424"/>
                    <a:pt x="1027843" y="2483134"/>
                    <a:pt x="1133053" y="2483134"/>
                  </a:cubicBezTo>
                  <a:close/>
                  <a:moveTo>
                    <a:pt x="480802" y="1773472"/>
                  </a:moveTo>
                  <a:lnTo>
                    <a:pt x="1814302" y="1773472"/>
                  </a:lnTo>
                  <a:lnTo>
                    <a:pt x="1814302" y="2116372"/>
                  </a:lnTo>
                  <a:lnTo>
                    <a:pt x="480802" y="2116372"/>
                  </a:lnTo>
                  <a:close/>
                  <a:moveTo>
                    <a:pt x="480802" y="1103229"/>
                  </a:moveTo>
                  <a:lnTo>
                    <a:pt x="1814302" y="1103229"/>
                  </a:lnTo>
                  <a:lnTo>
                    <a:pt x="1814302" y="1446129"/>
                  </a:lnTo>
                  <a:lnTo>
                    <a:pt x="480802" y="1446129"/>
                  </a:lnTo>
                  <a:close/>
                  <a:moveTo>
                    <a:pt x="480802" y="432986"/>
                  </a:moveTo>
                  <a:lnTo>
                    <a:pt x="1814302" y="432986"/>
                  </a:lnTo>
                  <a:lnTo>
                    <a:pt x="1814302" y="775886"/>
                  </a:lnTo>
                  <a:lnTo>
                    <a:pt x="480802" y="775886"/>
                  </a:lnTo>
                  <a:close/>
                  <a:moveTo>
                    <a:pt x="229740" y="229740"/>
                  </a:moveTo>
                  <a:lnTo>
                    <a:pt x="229740" y="2915279"/>
                  </a:lnTo>
                  <a:lnTo>
                    <a:pt x="2065364" y="2915279"/>
                  </a:lnTo>
                  <a:lnTo>
                    <a:pt x="2065364" y="229740"/>
                  </a:lnTo>
                  <a:close/>
                  <a:moveTo>
                    <a:pt x="0" y="0"/>
                  </a:moveTo>
                  <a:lnTo>
                    <a:pt x="2295104" y="0"/>
                  </a:lnTo>
                  <a:lnTo>
                    <a:pt x="2295104" y="3145019"/>
                  </a:lnTo>
                  <a:lnTo>
                    <a:pt x="0" y="3145019"/>
                  </a:lnTo>
                  <a:close/>
                </a:path>
              </a:pathLst>
            </a:custGeom>
            <a:solidFill>
              <a:schemeClr val="bg2">
                <a:lumMod val="1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10" name="!!Perm2026!!">
            <a:extLst>
              <a:ext uri="{FF2B5EF4-FFF2-40B4-BE49-F238E27FC236}">
                <a16:creationId xmlns:a16="http://schemas.microsoft.com/office/drawing/2014/main" id="{011831E7-8E3A-67BD-D3F7-436A49F33C24}"/>
              </a:ext>
            </a:extLst>
          </p:cNvPr>
          <p:cNvSpPr txBox="1"/>
          <p:nvPr/>
        </p:nvSpPr>
        <p:spPr>
          <a:xfrm>
            <a:off x="10639724" y="6425327"/>
            <a:ext cx="210312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scadia Code SemiBold" panose="020B0609020000020004" pitchFamily="49" charset="0"/>
                <a:ea typeface="+mn-ea"/>
                <a:cs typeface="Cascadia Code SemiBold" panose="020B0609020000020004" pitchFamily="49" charset="0"/>
              </a:rPr>
              <a:t>Пермь, 2026</a:t>
            </a:r>
          </a:p>
        </p:txBody>
      </p:sp>
      <p:sp>
        <p:nvSpPr>
          <p:cNvPr id="12" name="!!MainSectionRemoval!!">
            <a:extLst>
              <a:ext uri="{FF2B5EF4-FFF2-40B4-BE49-F238E27FC236}">
                <a16:creationId xmlns:a16="http://schemas.microsoft.com/office/drawing/2014/main" id="{FBCF38AB-E8A5-CEE2-9600-E508D684B598}"/>
              </a:ext>
            </a:extLst>
          </p:cNvPr>
          <p:cNvSpPr/>
          <p:nvPr/>
        </p:nvSpPr>
        <p:spPr>
          <a:xfrm>
            <a:off x="2423161" y="1528580"/>
            <a:ext cx="310895" cy="474839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24121914"/>
      </p:ext>
    </p:extLst>
  </p:cSld>
  <p:clrMapOvr>
    <a:masterClrMapping/>
  </p:clrMapOvr>
  <p:transition spd="slow">
    <p:push dir="u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95000"/>
            <a:lumOff val="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D45A7D3-2CB2-ED7C-4762-7C5352280A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!!MainSection!!">
            <a:extLst>
              <a:ext uri="{FF2B5EF4-FFF2-40B4-BE49-F238E27FC236}">
                <a16:creationId xmlns:a16="http://schemas.microsoft.com/office/drawing/2014/main" id="{31448921-2386-27D9-8879-4A2E25FA0205}"/>
              </a:ext>
            </a:extLst>
          </p:cNvPr>
          <p:cNvGrpSpPr/>
          <p:nvPr/>
        </p:nvGrpSpPr>
        <p:grpSpPr>
          <a:xfrm>
            <a:off x="2423161" y="1465686"/>
            <a:ext cx="4663439" cy="4811289"/>
            <a:chOff x="2423161" y="1465686"/>
            <a:chExt cx="4663439" cy="4811289"/>
          </a:xfrm>
        </p:grpSpPr>
        <p:sp>
          <p:nvSpPr>
            <p:cNvPr id="7" name="!!UnderMainText!!">
              <a:extLst>
                <a:ext uri="{FF2B5EF4-FFF2-40B4-BE49-F238E27FC236}">
                  <a16:creationId xmlns:a16="http://schemas.microsoft.com/office/drawing/2014/main" id="{53463A2D-1480-1E9E-80E2-70E2CECD6CF8}"/>
                </a:ext>
              </a:extLst>
            </p:cNvPr>
            <p:cNvSpPr txBox="1"/>
            <p:nvPr/>
          </p:nvSpPr>
          <p:spPr>
            <a:xfrm>
              <a:off x="2828689" y="1465686"/>
              <a:ext cx="4071090" cy="264687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600" b="0" i="0" u="none" strike="noStrike" kern="1200" cap="none" spc="-300" normalizeH="0" baseline="0" noProof="0" dirty="0">
                  <a:ln>
                    <a:noFill/>
                  </a:ln>
                  <a:solidFill>
                    <a:srgbClr val="E7E6E6">
                      <a:lumMod val="10000"/>
                    </a:srgbClr>
                  </a:solidFill>
                  <a:effectLst/>
                  <a:uLnTx/>
                  <a:uFillTx/>
                  <a:latin typeface="Cascadia Code SemiBold" panose="020B0609020000020004" pitchFamily="49" charset="0"/>
                  <a:ea typeface="+mn-ea"/>
                  <a:cs typeface="Cascadia Code SemiBold" panose="020B0609020000020004" pitchFamily="49" charset="0"/>
                </a:rPr>
                <a:t>///</a:t>
              </a:r>
              <a:endParaRPr kumimoji="0" lang="ru-RU" sz="16600" b="0" i="0" u="none" strike="noStrike" kern="1200" cap="none" spc="-300" normalizeH="0" baseline="0" noProof="0" dirty="0">
                <a:ln>
                  <a:noFill/>
                </a:ln>
                <a:solidFill>
                  <a:srgbClr val="E7E6E6">
                    <a:lumMod val="10000"/>
                  </a:srgbClr>
                </a:solidFill>
                <a:effectLst/>
                <a:uLnTx/>
                <a:uFillTx/>
                <a:latin typeface="Cascadia Code SemiBold" panose="020B0609020000020004" pitchFamily="49" charset="0"/>
                <a:ea typeface="+mn-ea"/>
                <a:cs typeface="Cascadia Code SemiBold" panose="020B0609020000020004" pitchFamily="49" charset="0"/>
              </a:endParaRPr>
            </a:p>
          </p:txBody>
        </p:sp>
        <p:sp>
          <p:nvSpPr>
            <p:cNvPr id="8" name="!!UnderMainFiller!!">
              <a:extLst>
                <a:ext uri="{FF2B5EF4-FFF2-40B4-BE49-F238E27FC236}">
                  <a16:creationId xmlns:a16="http://schemas.microsoft.com/office/drawing/2014/main" id="{249CBE41-5650-BA3F-DC5A-1156324CD54A}"/>
                </a:ext>
              </a:extLst>
            </p:cNvPr>
            <p:cNvSpPr txBox="1"/>
            <p:nvPr/>
          </p:nvSpPr>
          <p:spPr>
            <a:xfrm>
              <a:off x="2828689" y="3902777"/>
              <a:ext cx="3503289" cy="230832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7200" b="0" i="0" u="none" strike="noStrike" kern="1200" cap="none" spc="-300" normalizeH="0" baseline="0" noProof="0" dirty="0">
                  <a:ln>
                    <a:noFill/>
                  </a:ln>
                  <a:solidFill>
                    <a:srgbClr val="E7E6E6">
                      <a:lumMod val="10000"/>
                    </a:srgbClr>
                  </a:solidFill>
                  <a:effectLst/>
                  <a:uLnTx/>
                  <a:uFillTx/>
                  <a:latin typeface="Cascadia Code SemiBold" panose="020B0609020000020004" pitchFamily="49" charset="0"/>
                  <a:ea typeface="+mn-ea"/>
                  <a:cs typeface="Cascadia Code SemiBold" panose="020B0609020000020004" pitchFamily="49" charset="0"/>
                </a:rPr>
                <a:t>iiiiiiiiiiii</a:t>
              </a:r>
              <a:endParaRPr kumimoji="0" lang="ru-RU" sz="7200" b="0" i="0" u="none" strike="noStrike" kern="1200" cap="none" spc="-300" normalizeH="0" baseline="0" noProof="0" dirty="0">
                <a:ln>
                  <a:noFill/>
                </a:ln>
                <a:solidFill>
                  <a:srgbClr val="E7E6E6">
                    <a:lumMod val="10000"/>
                  </a:srgbClr>
                </a:solidFill>
                <a:effectLst/>
                <a:uLnTx/>
                <a:uFillTx/>
                <a:latin typeface="Cascadia Code SemiBold" panose="020B0609020000020004" pitchFamily="49" charset="0"/>
                <a:ea typeface="+mn-ea"/>
                <a:cs typeface="Cascadia Code SemiBold" panose="020B0609020000020004" pitchFamily="49" charset="0"/>
              </a:endParaRPr>
            </a:p>
          </p:txBody>
        </p:sp>
        <p:sp>
          <p:nvSpPr>
            <p:cNvPr id="2" name="!!MainText!!">
              <a:extLst>
                <a:ext uri="{FF2B5EF4-FFF2-40B4-BE49-F238E27FC236}">
                  <a16:creationId xmlns:a16="http://schemas.microsoft.com/office/drawing/2014/main" id="{0C94E5AB-1ED2-817D-EEC9-824C1B26D7AB}"/>
                </a:ext>
              </a:extLst>
            </p:cNvPr>
            <p:cNvSpPr txBox="1"/>
            <p:nvPr/>
          </p:nvSpPr>
          <p:spPr>
            <a:xfrm>
              <a:off x="2828689" y="1960957"/>
              <a:ext cx="4257911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40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scadia Code SemiBold" panose="020B0609020000020004" pitchFamily="49" charset="0"/>
                  <a:ea typeface="+mn-ea"/>
                  <a:cs typeface="Cascadia Code SemiBold" panose="020B0609020000020004" pitchFamily="49" charset="0"/>
                </a:rPr>
                <a:t>Безопасность</a:t>
              </a:r>
            </a:p>
          </p:txBody>
        </p:sp>
        <p:sp>
          <p:nvSpPr>
            <p:cNvPr id="24" name="!!MainSectionHighlight!!">
              <a:extLst>
                <a:ext uri="{FF2B5EF4-FFF2-40B4-BE49-F238E27FC236}">
                  <a16:creationId xmlns:a16="http://schemas.microsoft.com/office/drawing/2014/main" id="{85FF5E8C-E238-E76E-1A82-167C8873B1BC}"/>
                </a:ext>
              </a:extLst>
            </p:cNvPr>
            <p:cNvSpPr/>
            <p:nvPr/>
          </p:nvSpPr>
          <p:spPr>
            <a:xfrm>
              <a:off x="2423161" y="1528580"/>
              <a:ext cx="310895" cy="474839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grpSp>
        <p:nvGrpSpPr>
          <p:cNvPr id="19" name="!!TitleSection!!">
            <a:extLst>
              <a:ext uri="{FF2B5EF4-FFF2-40B4-BE49-F238E27FC236}">
                <a16:creationId xmlns:a16="http://schemas.microsoft.com/office/drawing/2014/main" id="{289BFDD9-211D-1186-0D8C-49E2C96754DB}"/>
              </a:ext>
            </a:extLst>
          </p:cNvPr>
          <p:cNvGrpSpPr/>
          <p:nvPr/>
        </p:nvGrpSpPr>
        <p:grpSpPr>
          <a:xfrm>
            <a:off x="2423160" y="0"/>
            <a:ext cx="17163989" cy="1323439"/>
            <a:chOff x="2423160" y="0"/>
            <a:chExt cx="17163989" cy="1323439"/>
          </a:xfrm>
        </p:grpSpPr>
        <p:sp>
          <p:nvSpPr>
            <p:cNvPr id="6" name="!!UnderTitle!!">
              <a:extLst>
                <a:ext uri="{FF2B5EF4-FFF2-40B4-BE49-F238E27FC236}">
                  <a16:creationId xmlns:a16="http://schemas.microsoft.com/office/drawing/2014/main" id="{0E4DA8F7-83D9-D69F-7A63-38492AF17BDF}"/>
                </a:ext>
              </a:extLst>
            </p:cNvPr>
            <p:cNvSpPr txBox="1"/>
            <p:nvPr/>
          </p:nvSpPr>
          <p:spPr>
            <a:xfrm>
              <a:off x="2828689" y="0"/>
              <a:ext cx="16758460" cy="132343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000" b="0" i="0" u="none" strike="noStrike" kern="1200" cap="none" spc="-300" normalizeH="0" baseline="0" noProof="0" dirty="0">
                  <a:ln>
                    <a:noFill/>
                  </a:ln>
                  <a:solidFill>
                    <a:srgbClr val="E7E6E6">
                      <a:lumMod val="10000"/>
                    </a:srgbClr>
                  </a:solidFill>
                  <a:effectLst/>
                  <a:uLnTx/>
                  <a:uFillTx/>
                  <a:latin typeface="Cascadia Code SemiBold" panose="020B0609020000020004" pitchFamily="49" charset="0"/>
                  <a:ea typeface="+mn-ea"/>
                  <a:cs typeface="Cascadia Code SemiBold" panose="020B0609020000020004" pitchFamily="49" charset="0"/>
                </a:rPr>
                <a:t>////////////////////</a:t>
              </a:r>
              <a:endParaRPr kumimoji="0" lang="ru-RU" sz="8000" b="0" i="0" u="none" strike="noStrike" kern="1200" cap="none" spc="-300" normalizeH="0" baseline="0" noProof="0" dirty="0">
                <a:ln>
                  <a:noFill/>
                </a:ln>
                <a:solidFill>
                  <a:srgbClr val="E7E6E6">
                    <a:lumMod val="10000"/>
                  </a:srgbClr>
                </a:solidFill>
                <a:effectLst/>
                <a:uLnTx/>
                <a:uFillTx/>
                <a:latin typeface="Cascadia Code SemiBold" panose="020B0609020000020004" pitchFamily="49" charset="0"/>
                <a:ea typeface="+mn-ea"/>
                <a:cs typeface="Cascadia Code SemiBold" panose="020B0609020000020004" pitchFamily="49" charset="0"/>
              </a:endParaRPr>
            </a:p>
          </p:txBody>
        </p:sp>
        <p:sp>
          <p:nvSpPr>
            <p:cNvPr id="3" name="!!Title!!">
              <a:extLst>
                <a:ext uri="{FF2B5EF4-FFF2-40B4-BE49-F238E27FC236}">
                  <a16:creationId xmlns:a16="http://schemas.microsoft.com/office/drawing/2014/main" id="{CB57B1EC-A2FD-E3BD-2F4B-F0B93C15D465}"/>
                </a:ext>
              </a:extLst>
            </p:cNvPr>
            <p:cNvSpPr txBox="1"/>
            <p:nvPr/>
          </p:nvSpPr>
          <p:spPr>
            <a:xfrm>
              <a:off x="2828689" y="284528"/>
              <a:ext cx="6712111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36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scadia Code SemiBold" panose="020B0609020000020004" pitchFamily="49" charset="0"/>
                  <a:ea typeface="+mn-ea"/>
                  <a:cs typeface="Cascadia Code SemiBold" panose="020B0609020000020004" pitchFamily="49" charset="0"/>
                </a:rPr>
                <a:t>Задачи</a:t>
              </a:r>
            </a:p>
          </p:txBody>
        </p:sp>
        <p:sp>
          <p:nvSpPr>
            <p:cNvPr id="4" name="!!TitleHighlighter!!">
              <a:extLst>
                <a:ext uri="{FF2B5EF4-FFF2-40B4-BE49-F238E27FC236}">
                  <a16:creationId xmlns:a16="http://schemas.microsoft.com/office/drawing/2014/main" id="{EE0C7ED6-1D50-BC62-250C-1CBCA8F80E35}"/>
                </a:ext>
              </a:extLst>
            </p:cNvPr>
            <p:cNvSpPr/>
            <p:nvPr/>
          </p:nvSpPr>
          <p:spPr>
            <a:xfrm>
              <a:off x="2423160" y="91666"/>
              <a:ext cx="310896" cy="1100757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11" name="!!ShapeBottom!!">
            <a:extLst>
              <a:ext uri="{FF2B5EF4-FFF2-40B4-BE49-F238E27FC236}">
                <a16:creationId xmlns:a16="http://schemas.microsoft.com/office/drawing/2014/main" id="{11DB9170-9690-3ADE-81C8-2D59A5B54F2E}"/>
              </a:ext>
            </a:extLst>
          </p:cNvPr>
          <p:cNvSpPr/>
          <p:nvPr/>
        </p:nvSpPr>
        <p:spPr>
          <a:xfrm>
            <a:off x="403401" y="4314536"/>
            <a:ext cx="1600200" cy="160020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0" name="!!ShapeTop!!">
            <a:extLst>
              <a:ext uri="{FF2B5EF4-FFF2-40B4-BE49-F238E27FC236}">
                <a16:creationId xmlns:a16="http://schemas.microsoft.com/office/drawing/2014/main" id="{FD9EA546-23B1-F44C-B7F7-64DF4DB83CE6}"/>
              </a:ext>
            </a:extLst>
          </p:cNvPr>
          <p:cNvSpPr/>
          <p:nvPr/>
        </p:nvSpPr>
        <p:spPr>
          <a:xfrm rot="13500000">
            <a:off x="403401" y="1844867"/>
            <a:ext cx="1600200" cy="1573270"/>
          </a:xfrm>
          <a:custGeom>
            <a:avLst/>
            <a:gdLst>
              <a:gd name="csX0" fmla="*/ 597336 w 1600200"/>
              <a:gd name="csY0" fmla="*/ 0 h 1573270"/>
              <a:gd name="csX1" fmla="*/ 597336 w 1600200"/>
              <a:gd name="csY1" fmla="*/ 771333 h 1573270"/>
              <a:gd name="csX2" fmla="*/ 1002864 w 1600200"/>
              <a:gd name="csY2" fmla="*/ 771333 h 1573270"/>
              <a:gd name="csX3" fmla="*/ 1002864 w 1600200"/>
              <a:gd name="csY3" fmla="*/ 0 h 1573270"/>
              <a:gd name="csX4" fmla="*/ 1038025 w 1600200"/>
              <a:gd name="csY4" fmla="*/ 9041 h 1573270"/>
              <a:gd name="csX5" fmla="*/ 1600200 w 1600200"/>
              <a:gd name="csY5" fmla="*/ 773170 h 1573270"/>
              <a:gd name="csX6" fmla="*/ 800100 w 1600200"/>
              <a:gd name="csY6" fmla="*/ 1573270 h 1573270"/>
              <a:gd name="csX7" fmla="*/ 0 w 1600200"/>
              <a:gd name="csY7" fmla="*/ 773170 h 1573270"/>
              <a:gd name="csX8" fmla="*/ 562175 w 1600200"/>
              <a:gd name="csY8" fmla="*/ 9041 h 157327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</a:cxnLst>
            <a:rect l="l" t="t" r="r" b="b"/>
            <a:pathLst>
              <a:path w="1600200" h="1573270">
                <a:moveTo>
                  <a:pt x="597336" y="0"/>
                </a:moveTo>
                <a:lnTo>
                  <a:pt x="597336" y="771333"/>
                </a:lnTo>
                <a:lnTo>
                  <a:pt x="1002864" y="771333"/>
                </a:lnTo>
                <a:lnTo>
                  <a:pt x="1002864" y="0"/>
                </a:lnTo>
                <a:lnTo>
                  <a:pt x="1038025" y="9041"/>
                </a:lnTo>
                <a:cubicBezTo>
                  <a:pt x="1363721" y="110343"/>
                  <a:pt x="1600200" y="414140"/>
                  <a:pt x="1600200" y="773170"/>
                </a:cubicBezTo>
                <a:cubicBezTo>
                  <a:pt x="1600200" y="1215053"/>
                  <a:pt x="1241983" y="1573270"/>
                  <a:pt x="800100" y="1573270"/>
                </a:cubicBezTo>
                <a:cubicBezTo>
                  <a:pt x="358217" y="1573270"/>
                  <a:pt x="0" y="1215053"/>
                  <a:pt x="0" y="773170"/>
                </a:cubicBezTo>
                <a:cubicBezTo>
                  <a:pt x="0" y="414140"/>
                  <a:pt x="236479" y="110343"/>
                  <a:pt x="562175" y="9041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pSp>
        <p:nvGrpSpPr>
          <p:cNvPr id="13" name="!!PtpitLogo!!">
            <a:extLst>
              <a:ext uri="{FF2B5EF4-FFF2-40B4-BE49-F238E27FC236}">
                <a16:creationId xmlns:a16="http://schemas.microsoft.com/office/drawing/2014/main" id="{AFA9409B-6926-4D8D-C471-1C25DD1AC4E3}"/>
              </a:ext>
            </a:extLst>
          </p:cNvPr>
          <p:cNvGrpSpPr/>
          <p:nvPr/>
        </p:nvGrpSpPr>
        <p:grpSpPr>
          <a:xfrm>
            <a:off x="42438" y="91666"/>
            <a:ext cx="2208090" cy="1100757"/>
            <a:chOff x="42438" y="91666"/>
            <a:chExt cx="2208090" cy="1100757"/>
          </a:xfrm>
        </p:grpSpPr>
        <p:pic>
          <p:nvPicPr>
            <p:cNvPr id="14" name="!!PtpitLogo2!!">
              <a:extLst>
                <a:ext uri="{FF2B5EF4-FFF2-40B4-BE49-F238E27FC236}">
                  <a16:creationId xmlns:a16="http://schemas.microsoft.com/office/drawing/2014/main" id="{E8C4E60A-68E5-18E8-7BF6-3C919E42CD91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biLevel thresh="7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146483" y="91666"/>
              <a:ext cx="1104045" cy="1100757"/>
            </a:xfrm>
            <a:prstGeom prst="rect">
              <a:avLst/>
            </a:prstGeom>
            <a:solidFill>
              <a:schemeClr val="bg1"/>
            </a:solidFill>
          </p:spPr>
        </p:pic>
        <p:pic>
          <p:nvPicPr>
            <p:cNvPr id="15" name="!!PtpitLogo1!!">
              <a:extLst>
                <a:ext uri="{FF2B5EF4-FFF2-40B4-BE49-F238E27FC236}">
                  <a16:creationId xmlns:a16="http://schemas.microsoft.com/office/drawing/2014/main" id="{8C93DF32-6A8B-121A-3315-F60140CE7CF0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biLevel thresh="5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2438" y="91666"/>
              <a:ext cx="1104045" cy="1100757"/>
            </a:xfrm>
            <a:prstGeom prst="rect">
              <a:avLst/>
            </a:prstGeom>
            <a:noFill/>
          </p:spPr>
        </p:pic>
      </p:grpSp>
      <p:sp>
        <p:nvSpPr>
          <p:cNvPr id="9" name="!!Item7!!">
            <a:extLst>
              <a:ext uri="{FF2B5EF4-FFF2-40B4-BE49-F238E27FC236}">
                <a16:creationId xmlns:a16="http://schemas.microsoft.com/office/drawing/2014/main" id="{0204AB58-72B0-B39D-8A1B-3DE657634BF7}"/>
              </a:ext>
            </a:extLst>
          </p:cNvPr>
          <p:cNvSpPr txBox="1"/>
          <p:nvPr/>
        </p:nvSpPr>
        <p:spPr>
          <a:xfrm>
            <a:off x="8785460" y="1640361"/>
            <a:ext cx="3140201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>
                <a:solidFill>
                  <a:schemeClr val="bg2">
                    <a:lumMod val="10000"/>
                  </a:schemeClr>
                </a:solidFill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?????????????????????????????????????????????????????????????????????????????</a:t>
            </a:r>
            <a:endParaRPr lang="ru-RU" sz="3600" dirty="0">
              <a:solidFill>
                <a:schemeClr val="bg2">
                  <a:lumMod val="10000"/>
                </a:schemeClr>
              </a:solidFill>
              <a:latin typeface="Cascadia Code SemiBold" panose="020B0609020000020004" pitchFamily="49" charset="0"/>
              <a:cs typeface="Cascadia Code SemiBold" panose="020B0609020000020004" pitchFamily="49" charset="0"/>
            </a:endParaRPr>
          </a:p>
        </p:txBody>
      </p:sp>
      <p:grpSp>
        <p:nvGrpSpPr>
          <p:cNvPr id="27" name="!!Item6!!">
            <a:extLst>
              <a:ext uri="{FF2B5EF4-FFF2-40B4-BE49-F238E27FC236}">
                <a16:creationId xmlns:a16="http://schemas.microsoft.com/office/drawing/2014/main" id="{A720752F-FBD6-3CE3-F271-8082C34A2215}"/>
              </a:ext>
            </a:extLst>
          </p:cNvPr>
          <p:cNvGrpSpPr/>
          <p:nvPr/>
        </p:nvGrpSpPr>
        <p:grpSpPr>
          <a:xfrm>
            <a:off x="7759938" y="2600396"/>
            <a:ext cx="2324101" cy="8279887"/>
            <a:chOff x="13570189" y="2037294"/>
            <a:chExt cx="2324101" cy="8279887"/>
          </a:xfrm>
        </p:grpSpPr>
        <p:sp>
          <p:nvSpPr>
            <p:cNvPr id="17" name="!!BigT6!!">
              <a:extLst>
                <a:ext uri="{FF2B5EF4-FFF2-40B4-BE49-F238E27FC236}">
                  <a16:creationId xmlns:a16="http://schemas.microsoft.com/office/drawing/2014/main" id="{3D2877FC-B82C-B2F8-BB1B-D36D9B53CA36}"/>
                </a:ext>
              </a:extLst>
            </p:cNvPr>
            <p:cNvSpPr txBox="1"/>
            <p:nvPr/>
          </p:nvSpPr>
          <p:spPr>
            <a:xfrm>
              <a:off x="13570190" y="3869262"/>
              <a:ext cx="2324100" cy="644791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413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scadia Code SemiBold" panose="020B0609020000020004" pitchFamily="49" charset="0"/>
                  <a:ea typeface="+mn-ea"/>
                  <a:cs typeface="Cascadia Code SemiBold" panose="020B0609020000020004" pitchFamily="49" charset="0"/>
                </a:rPr>
                <a:t>T</a:t>
              </a:r>
              <a:endParaRPr kumimoji="0" lang="ru-RU" sz="413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scadia Code SemiBold" panose="020B0609020000020004" pitchFamily="49" charset="0"/>
                <a:ea typeface="+mn-ea"/>
                <a:cs typeface="Cascadia Code SemiBold" panose="020B0609020000020004" pitchFamily="49" charset="0"/>
              </a:endParaRPr>
            </a:p>
          </p:txBody>
        </p:sp>
        <p:sp>
          <p:nvSpPr>
            <p:cNvPr id="26" name="!!Icon6!!">
              <a:extLst>
                <a:ext uri="{FF2B5EF4-FFF2-40B4-BE49-F238E27FC236}">
                  <a16:creationId xmlns:a16="http://schemas.microsoft.com/office/drawing/2014/main" id="{B40F978A-D954-473A-1039-C7EA5272B6CB}"/>
                </a:ext>
              </a:extLst>
            </p:cNvPr>
            <p:cNvSpPr/>
            <p:nvPr/>
          </p:nvSpPr>
          <p:spPr>
            <a:xfrm>
              <a:off x="13570189" y="2037294"/>
              <a:ext cx="2324100" cy="2906107"/>
            </a:xfrm>
            <a:custGeom>
              <a:avLst/>
              <a:gdLst>
                <a:gd name="csX0" fmla="*/ 0 w 2324100"/>
                <a:gd name="csY0" fmla="*/ 1201206 h 2906107"/>
                <a:gd name="csX1" fmla="*/ 2324100 w 2324100"/>
                <a:gd name="csY1" fmla="*/ 1201206 h 2906107"/>
                <a:gd name="csX2" fmla="*/ 2324100 w 2324100"/>
                <a:gd name="csY2" fmla="*/ 2906107 h 2906107"/>
                <a:gd name="csX3" fmla="*/ 0 w 2324100"/>
                <a:gd name="csY3" fmla="*/ 2906107 h 2906107"/>
                <a:gd name="csX4" fmla="*/ 1175089 w 2324100"/>
                <a:gd name="csY4" fmla="*/ 89 h 2906107"/>
                <a:gd name="csX5" fmla="*/ 1652749 w 2324100"/>
                <a:gd name="csY5" fmla="*/ 136300 h 2906107"/>
                <a:gd name="csX6" fmla="*/ 2113136 w 2324100"/>
                <a:gd name="csY6" fmla="*/ 977521 h 2906107"/>
                <a:gd name="csX7" fmla="*/ 1856838 w 2324100"/>
                <a:gd name="csY7" fmla="*/ 970494 h 2906107"/>
                <a:gd name="csX8" fmla="*/ 1520516 w 2324100"/>
                <a:gd name="csY8" fmla="*/ 355965 h 2906107"/>
                <a:gd name="csX9" fmla="*/ 820040 w 2324100"/>
                <a:gd name="csY9" fmla="*/ 346364 h 2906107"/>
                <a:gd name="csX10" fmla="*/ 467001 w 2324100"/>
                <a:gd name="csY10" fmla="*/ 951444 h 2906107"/>
                <a:gd name="csX11" fmla="*/ 210606 w 2324100"/>
                <a:gd name="csY11" fmla="*/ 951444 h 2906107"/>
                <a:gd name="csX12" fmla="*/ 693876 w 2324100"/>
                <a:gd name="csY12" fmla="*/ 123157 h 2906107"/>
                <a:gd name="csX13" fmla="*/ 1175089 w 2324100"/>
                <a:gd name="csY13" fmla="*/ 89 h 2906107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</a:cxnLst>
              <a:rect l="l" t="t" r="r" b="b"/>
              <a:pathLst>
                <a:path w="2324100" h="2906107">
                  <a:moveTo>
                    <a:pt x="0" y="1201206"/>
                  </a:moveTo>
                  <a:lnTo>
                    <a:pt x="2324100" y="1201206"/>
                  </a:lnTo>
                  <a:lnTo>
                    <a:pt x="2324100" y="2906107"/>
                  </a:lnTo>
                  <a:lnTo>
                    <a:pt x="0" y="2906107"/>
                  </a:lnTo>
                  <a:close/>
                  <a:moveTo>
                    <a:pt x="1175089" y="89"/>
                  </a:moveTo>
                  <a:cubicBezTo>
                    <a:pt x="1340744" y="2360"/>
                    <a:pt x="1505806" y="47844"/>
                    <a:pt x="1652749" y="136300"/>
                  </a:cubicBezTo>
                  <a:cubicBezTo>
                    <a:pt x="1946635" y="313213"/>
                    <a:pt x="2122538" y="634624"/>
                    <a:pt x="2113136" y="977521"/>
                  </a:cubicBezTo>
                  <a:lnTo>
                    <a:pt x="1856838" y="970494"/>
                  </a:lnTo>
                  <a:cubicBezTo>
                    <a:pt x="1863706" y="720001"/>
                    <a:pt x="1735205" y="485203"/>
                    <a:pt x="1520516" y="355965"/>
                  </a:cubicBezTo>
                  <a:cubicBezTo>
                    <a:pt x="1305827" y="226727"/>
                    <a:pt x="1038191" y="223058"/>
                    <a:pt x="820040" y="346364"/>
                  </a:cubicBezTo>
                  <a:cubicBezTo>
                    <a:pt x="601889" y="469670"/>
                    <a:pt x="467001" y="700857"/>
                    <a:pt x="467001" y="951444"/>
                  </a:cubicBezTo>
                  <a:lnTo>
                    <a:pt x="210606" y="951444"/>
                  </a:lnTo>
                  <a:cubicBezTo>
                    <a:pt x="210606" y="608418"/>
                    <a:pt x="395253" y="291949"/>
                    <a:pt x="693876" y="123157"/>
                  </a:cubicBezTo>
                  <a:cubicBezTo>
                    <a:pt x="843188" y="38761"/>
                    <a:pt x="1009435" y="-2182"/>
                    <a:pt x="1175089" y="89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grpSp>
        <p:nvGrpSpPr>
          <p:cNvPr id="37" name="!!Item5!!">
            <a:extLst>
              <a:ext uri="{FF2B5EF4-FFF2-40B4-BE49-F238E27FC236}">
                <a16:creationId xmlns:a16="http://schemas.microsoft.com/office/drawing/2014/main" id="{5518E8B6-D66C-6643-A8F2-EE50F91C098A}"/>
              </a:ext>
            </a:extLst>
          </p:cNvPr>
          <p:cNvGrpSpPr/>
          <p:nvPr/>
        </p:nvGrpSpPr>
        <p:grpSpPr>
          <a:xfrm>
            <a:off x="7378612" y="6961426"/>
            <a:ext cx="3086755" cy="7445155"/>
            <a:chOff x="13789367" y="1831402"/>
            <a:chExt cx="3086755" cy="7445155"/>
          </a:xfrm>
        </p:grpSpPr>
        <p:sp>
          <p:nvSpPr>
            <p:cNvPr id="23" name="!!BigT5!!">
              <a:extLst>
                <a:ext uri="{FF2B5EF4-FFF2-40B4-BE49-F238E27FC236}">
                  <a16:creationId xmlns:a16="http://schemas.microsoft.com/office/drawing/2014/main" id="{9B9C81E3-5013-7252-9B4A-AE242BC34BFA}"/>
                </a:ext>
              </a:extLst>
            </p:cNvPr>
            <p:cNvSpPr txBox="1"/>
            <p:nvPr/>
          </p:nvSpPr>
          <p:spPr>
            <a:xfrm>
              <a:off x="14170695" y="2828638"/>
              <a:ext cx="2324100" cy="644791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41300" b="0" i="0" u="none" strike="noStrike" kern="1200" cap="none" spc="0" normalizeH="0" baseline="0" noProof="0" dirty="0">
                  <a:ln>
                    <a:noFill/>
                  </a:ln>
                  <a:solidFill>
                    <a:srgbClr val="E7E6E6">
                      <a:lumMod val="10000"/>
                    </a:srgbClr>
                  </a:solidFill>
                  <a:effectLst/>
                  <a:uLnTx/>
                  <a:uFillTx/>
                  <a:latin typeface="Cascadia Code SemiBold" panose="020B0609020000020004" pitchFamily="49" charset="0"/>
                  <a:ea typeface="+mn-ea"/>
                  <a:cs typeface="Cascadia Code SemiBold" panose="020B0609020000020004" pitchFamily="49" charset="0"/>
                </a:rPr>
                <a:t>T</a:t>
              </a:r>
              <a:endParaRPr kumimoji="0" lang="ru-RU" sz="41300" b="0" i="0" u="none" strike="noStrike" kern="1200" cap="none" spc="0" normalizeH="0" baseline="0" noProof="0" dirty="0">
                <a:ln>
                  <a:noFill/>
                </a:ln>
                <a:solidFill>
                  <a:srgbClr val="E7E6E6">
                    <a:lumMod val="10000"/>
                  </a:srgbClr>
                </a:solidFill>
                <a:effectLst/>
                <a:uLnTx/>
                <a:uFillTx/>
                <a:latin typeface="Cascadia Code SemiBold" panose="020B0609020000020004" pitchFamily="49" charset="0"/>
                <a:ea typeface="+mn-ea"/>
                <a:cs typeface="Cascadia Code SemiBold" panose="020B0609020000020004" pitchFamily="49" charset="0"/>
              </a:endParaRPr>
            </a:p>
          </p:txBody>
        </p:sp>
        <p:sp>
          <p:nvSpPr>
            <p:cNvPr id="33" name="!!Icon5!!">
              <a:extLst>
                <a:ext uri="{FF2B5EF4-FFF2-40B4-BE49-F238E27FC236}">
                  <a16:creationId xmlns:a16="http://schemas.microsoft.com/office/drawing/2014/main" id="{A6ACCEAB-CE7F-C2BC-D5FD-4874436B4F65}"/>
                </a:ext>
              </a:extLst>
            </p:cNvPr>
            <p:cNvSpPr/>
            <p:nvPr/>
          </p:nvSpPr>
          <p:spPr>
            <a:xfrm>
              <a:off x="13789367" y="1831402"/>
              <a:ext cx="3086755" cy="2071375"/>
            </a:xfrm>
            <a:custGeom>
              <a:avLst/>
              <a:gdLst>
                <a:gd name="csX0" fmla="*/ 1542863 w 3086755"/>
                <a:gd name="csY0" fmla="*/ 1264782 h 2071375"/>
                <a:gd name="csX1" fmla="*/ 1427446 w 3086755"/>
                <a:gd name="csY1" fmla="*/ 1380199 h 2071375"/>
                <a:gd name="csX2" fmla="*/ 1542863 w 3086755"/>
                <a:gd name="csY2" fmla="*/ 1495616 h 2071375"/>
                <a:gd name="csX3" fmla="*/ 1658280 w 3086755"/>
                <a:gd name="csY3" fmla="*/ 1380199 h 2071375"/>
                <a:gd name="csX4" fmla="*/ 1542863 w 3086755"/>
                <a:gd name="csY4" fmla="*/ 1264782 h 2071375"/>
                <a:gd name="csX5" fmla="*/ 1542862 w 3086755"/>
                <a:gd name="csY5" fmla="*/ 1131132 h 2071375"/>
                <a:gd name="csX6" fmla="*/ 1791929 w 3086755"/>
                <a:gd name="csY6" fmla="*/ 1380199 h 2071375"/>
                <a:gd name="csX7" fmla="*/ 1542862 w 3086755"/>
                <a:gd name="csY7" fmla="*/ 1629266 h 2071375"/>
                <a:gd name="csX8" fmla="*/ 1293795 w 3086755"/>
                <a:gd name="csY8" fmla="*/ 1380199 h 2071375"/>
                <a:gd name="csX9" fmla="*/ 1542862 w 3086755"/>
                <a:gd name="csY9" fmla="*/ 1131132 h 2071375"/>
                <a:gd name="csX10" fmla="*/ 2315407 w 3086755"/>
                <a:gd name="csY10" fmla="*/ 1026017 h 2071375"/>
                <a:gd name="csX11" fmla="*/ 2480507 w 3086755"/>
                <a:gd name="csY11" fmla="*/ 1026017 h 2071375"/>
                <a:gd name="csX12" fmla="*/ 2480507 w 3086755"/>
                <a:gd name="csY12" fmla="*/ 1629267 h 2071375"/>
                <a:gd name="csX13" fmla="*/ 2315407 w 3086755"/>
                <a:gd name="csY13" fmla="*/ 1629267 h 2071375"/>
                <a:gd name="csX14" fmla="*/ 605215 w 3086755"/>
                <a:gd name="csY14" fmla="*/ 1026015 h 2071375"/>
                <a:gd name="csX15" fmla="*/ 770315 w 3086755"/>
                <a:gd name="csY15" fmla="*/ 1026015 h 2071375"/>
                <a:gd name="csX16" fmla="*/ 770315 w 3086755"/>
                <a:gd name="csY16" fmla="*/ 1629265 h 2071375"/>
                <a:gd name="csX17" fmla="*/ 605215 w 3086755"/>
                <a:gd name="csY17" fmla="*/ 1629265 h 2071375"/>
                <a:gd name="csX18" fmla="*/ 2397957 w 3086755"/>
                <a:gd name="csY18" fmla="*/ 575756 h 2071375"/>
                <a:gd name="csX19" fmla="*/ 2282540 w 3086755"/>
                <a:gd name="csY19" fmla="*/ 691173 h 2071375"/>
                <a:gd name="csX20" fmla="*/ 2397957 w 3086755"/>
                <a:gd name="csY20" fmla="*/ 806590 h 2071375"/>
                <a:gd name="csX21" fmla="*/ 2513374 w 3086755"/>
                <a:gd name="csY21" fmla="*/ 691173 h 2071375"/>
                <a:gd name="csX22" fmla="*/ 2397957 w 3086755"/>
                <a:gd name="csY22" fmla="*/ 575756 h 2071375"/>
                <a:gd name="csX23" fmla="*/ 687765 w 3086755"/>
                <a:gd name="csY23" fmla="*/ 575754 h 2071375"/>
                <a:gd name="csX24" fmla="*/ 572348 w 3086755"/>
                <a:gd name="csY24" fmla="*/ 691171 h 2071375"/>
                <a:gd name="csX25" fmla="*/ 687765 w 3086755"/>
                <a:gd name="csY25" fmla="*/ 806588 h 2071375"/>
                <a:gd name="csX26" fmla="*/ 803182 w 3086755"/>
                <a:gd name="csY26" fmla="*/ 691171 h 2071375"/>
                <a:gd name="csX27" fmla="*/ 687765 w 3086755"/>
                <a:gd name="csY27" fmla="*/ 575754 h 2071375"/>
                <a:gd name="csX28" fmla="*/ 2397958 w 3086755"/>
                <a:gd name="csY28" fmla="*/ 442106 h 2071375"/>
                <a:gd name="csX29" fmla="*/ 2647025 w 3086755"/>
                <a:gd name="csY29" fmla="*/ 691173 h 2071375"/>
                <a:gd name="csX30" fmla="*/ 2397958 w 3086755"/>
                <a:gd name="csY30" fmla="*/ 940240 h 2071375"/>
                <a:gd name="csX31" fmla="*/ 2148891 w 3086755"/>
                <a:gd name="csY31" fmla="*/ 691173 h 2071375"/>
                <a:gd name="csX32" fmla="*/ 2397958 w 3086755"/>
                <a:gd name="csY32" fmla="*/ 442106 h 2071375"/>
                <a:gd name="csX33" fmla="*/ 1460313 w 3086755"/>
                <a:gd name="csY33" fmla="*/ 442105 h 2071375"/>
                <a:gd name="csX34" fmla="*/ 1625413 w 3086755"/>
                <a:gd name="csY34" fmla="*/ 442105 h 2071375"/>
                <a:gd name="csX35" fmla="*/ 1625413 w 3086755"/>
                <a:gd name="csY35" fmla="*/ 1045355 h 2071375"/>
                <a:gd name="csX36" fmla="*/ 1460313 w 3086755"/>
                <a:gd name="csY36" fmla="*/ 1045355 h 2071375"/>
                <a:gd name="csX37" fmla="*/ 687766 w 3086755"/>
                <a:gd name="csY37" fmla="*/ 442104 h 2071375"/>
                <a:gd name="csX38" fmla="*/ 936833 w 3086755"/>
                <a:gd name="csY38" fmla="*/ 691171 h 2071375"/>
                <a:gd name="csX39" fmla="*/ 687766 w 3086755"/>
                <a:gd name="csY39" fmla="*/ 940238 h 2071375"/>
                <a:gd name="csX40" fmla="*/ 438699 w 3086755"/>
                <a:gd name="csY40" fmla="*/ 691171 h 2071375"/>
                <a:gd name="csX41" fmla="*/ 687766 w 3086755"/>
                <a:gd name="csY41" fmla="*/ 442104 h 2071375"/>
                <a:gd name="csX42" fmla="*/ 246245 w 3086755"/>
                <a:gd name="csY42" fmla="*/ 246245 h 2071375"/>
                <a:gd name="csX43" fmla="*/ 246245 w 3086755"/>
                <a:gd name="csY43" fmla="*/ 1825130 h 2071375"/>
                <a:gd name="csX44" fmla="*/ 2840510 w 3086755"/>
                <a:gd name="csY44" fmla="*/ 1825130 h 2071375"/>
                <a:gd name="csX45" fmla="*/ 2840510 w 3086755"/>
                <a:gd name="csY45" fmla="*/ 246245 h 2071375"/>
                <a:gd name="csX46" fmla="*/ 0 w 3086755"/>
                <a:gd name="csY46" fmla="*/ 0 h 2071375"/>
                <a:gd name="csX47" fmla="*/ 3086755 w 3086755"/>
                <a:gd name="csY47" fmla="*/ 0 h 2071375"/>
                <a:gd name="csX48" fmla="*/ 3086755 w 3086755"/>
                <a:gd name="csY48" fmla="*/ 2071375 h 2071375"/>
                <a:gd name="csX49" fmla="*/ 0 w 3086755"/>
                <a:gd name="csY49" fmla="*/ 2071375 h 207137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  <a:cxn ang="0">
                  <a:pos x="csX35" y="csY35"/>
                </a:cxn>
                <a:cxn ang="0">
                  <a:pos x="csX36" y="csY36"/>
                </a:cxn>
                <a:cxn ang="0">
                  <a:pos x="csX37" y="csY37"/>
                </a:cxn>
                <a:cxn ang="0">
                  <a:pos x="csX38" y="csY38"/>
                </a:cxn>
                <a:cxn ang="0">
                  <a:pos x="csX39" y="csY39"/>
                </a:cxn>
                <a:cxn ang="0">
                  <a:pos x="csX40" y="csY40"/>
                </a:cxn>
                <a:cxn ang="0">
                  <a:pos x="csX41" y="csY41"/>
                </a:cxn>
                <a:cxn ang="0">
                  <a:pos x="csX42" y="csY42"/>
                </a:cxn>
                <a:cxn ang="0">
                  <a:pos x="csX43" y="csY43"/>
                </a:cxn>
                <a:cxn ang="0">
                  <a:pos x="csX44" y="csY44"/>
                </a:cxn>
                <a:cxn ang="0">
                  <a:pos x="csX45" y="csY45"/>
                </a:cxn>
                <a:cxn ang="0">
                  <a:pos x="csX46" y="csY46"/>
                </a:cxn>
                <a:cxn ang="0">
                  <a:pos x="csX47" y="csY47"/>
                </a:cxn>
                <a:cxn ang="0">
                  <a:pos x="csX48" y="csY48"/>
                </a:cxn>
                <a:cxn ang="0">
                  <a:pos x="csX49" y="csY49"/>
                </a:cxn>
              </a:cxnLst>
              <a:rect l="l" t="t" r="r" b="b"/>
              <a:pathLst>
                <a:path w="3086755" h="2071375">
                  <a:moveTo>
                    <a:pt x="1542863" y="1264782"/>
                  </a:moveTo>
                  <a:cubicBezTo>
                    <a:pt x="1479120" y="1264782"/>
                    <a:pt x="1427446" y="1316456"/>
                    <a:pt x="1427446" y="1380199"/>
                  </a:cubicBezTo>
                  <a:cubicBezTo>
                    <a:pt x="1427446" y="1443942"/>
                    <a:pt x="1479120" y="1495616"/>
                    <a:pt x="1542863" y="1495616"/>
                  </a:cubicBezTo>
                  <a:cubicBezTo>
                    <a:pt x="1606606" y="1495616"/>
                    <a:pt x="1658280" y="1443942"/>
                    <a:pt x="1658280" y="1380199"/>
                  </a:cubicBezTo>
                  <a:cubicBezTo>
                    <a:pt x="1658280" y="1316456"/>
                    <a:pt x="1606606" y="1264782"/>
                    <a:pt x="1542863" y="1264782"/>
                  </a:cubicBezTo>
                  <a:close/>
                  <a:moveTo>
                    <a:pt x="1542862" y="1131132"/>
                  </a:moveTo>
                  <a:cubicBezTo>
                    <a:pt x="1680418" y="1131132"/>
                    <a:pt x="1791929" y="1242643"/>
                    <a:pt x="1791929" y="1380199"/>
                  </a:cubicBezTo>
                  <a:cubicBezTo>
                    <a:pt x="1791929" y="1517755"/>
                    <a:pt x="1680418" y="1629266"/>
                    <a:pt x="1542862" y="1629266"/>
                  </a:cubicBezTo>
                  <a:cubicBezTo>
                    <a:pt x="1405306" y="1629266"/>
                    <a:pt x="1293795" y="1517755"/>
                    <a:pt x="1293795" y="1380199"/>
                  </a:cubicBezTo>
                  <a:cubicBezTo>
                    <a:pt x="1293795" y="1242643"/>
                    <a:pt x="1405306" y="1131132"/>
                    <a:pt x="1542862" y="1131132"/>
                  </a:cubicBezTo>
                  <a:close/>
                  <a:moveTo>
                    <a:pt x="2315407" y="1026017"/>
                  </a:moveTo>
                  <a:lnTo>
                    <a:pt x="2480507" y="1026017"/>
                  </a:lnTo>
                  <a:lnTo>
                    <a:pt x="2480507" y="1629267"/>
                  </a:lnTo>
                  <a:lnTo>
                    <a:pt x="2315407" y="1629267"/>
                  </a:lnTo>
                  <a:close/>
                  <a:moveTo>
                    <a:pt x="605215" y="1026015"/>
                  </a:moveTo>
                  <a:lnTo>
                    <a:pt x="770315" y="1026015"/>
                  </a:lnTo>
                  <a:lnTo>
                    <a:pt x="770315" y="1629265"/>
                  </a:lnTo>
                  <a:lnTo>
                    <a:pt x="605215" y="1629265"/>
                  </a:lnTo>
                  <a:close/>
                  <a:moveTo>
                    <a:pt x="2397957" y="575756"/>
                  </a:moveTo>
                  <a:cubicBezTo>
                    <a:pt x="2334214" y="575756"/>
                    <a:pt x="2282540" y="627430"/>
                    <a:pt x="2282540" y="691173"/>
                  </a:cubicBezTo>
                  <a:cubicBezTo>
                    <a:pt x="2282540" y="754916"/>
                    <a:pt x="2334214" y="806590"/>
                    <a:pt x="2397957" y="806590"/>
                  </a:cubicBezTo>
                  <a:cubicBezTo>
                    <a:pt x="2461700" y="806590"/>
                    <a:pt x="2513374" y="754916"/>
                    <a:pt x="2513374" y="691173"/>
                  </a:cubicBezTo>
                  <a:cubicBezTo>
                    <a:pt x="2513374" y="627430"/>
                    <a:pt x="2461700" y="575756"/>
                    <a:pt x="2397957" y="575756"/>
                  </a:cubicBezTo>
                  <a:close/>
                  <a:moveTo>
                    <a:pt x="687765" y="575754"/>
                  </a:moveTo>
                  <a:cubicBezTo>
                    <a:pt x="624022" y="575754"/>
                    <a:pt x="572348" y="627428"/>
                    <a:pt x="572348" y="691171"/>
                  </a:cubicBezTo>
                  <a:cubicBezTo>
                    <a:pt x="572348" y="754914"/>
                    <a:pt x="624022" y="806588"/>
                    <a:pt x="687765" y="806588"/>
                  </a:cubicBezTo>
                  <a:cubicBezTo>
                    <a:pt x="751508" y="806588"/>
                    <a:pt x="803182" y="754914"/>
                    <a:pt x="803182" y="691171"/>
                  </a:cubicBezTo>
                  <a:cubicBezTo>
                    <a:pt x="803182" y="627428"/>
                    <a:pt x="751508" y="575754"/>
                    <a:pt x="687765" y="575754"/>
                  </a:cubicBezTo>
                  <a:close/>
                  <a:moveTo>
                    <a:pt x="2397958" y="442106"/>
                  </a:moveTo>
                  <a:cubicBezTo>
                    <a:pt x="2535514" y="442106"/>
                    <a:pt x="2647025" y="553617"/>
                    <a:pt x="2647025" y="691173"/>
                  </a:cubicBezTo>
                  <a:cubicBezTo>
                    <a:pt x="2647025" y="828729"/>
                    <a:pt x="2535514" y="940240"/>
                    <a:pt x="2397958" y="940240"/>
                  </a:cubicBezTo>
                  <a:cubicBezTo>
                    <a:pt x="2260402" y="940240"/>
                    <a:pt x="2148891" y="828729"/>
                    <a:pt x="2148891" y="691173"/>
                  </a:cubicBezTo>
                  <a:cubicBezTo>
                    <a:pt x="2148891" y="553617"/>
                    <a:pt x="2260402" y="442106"/>
                    <a:pt x="2397958" y="442106"/>
                  </a:cubicBezTo>
                  <a:close/>
                  <a:moveTo>
                    <a:pt x="1460313" y="442105"/>
                  </a:moveTo>
                  <a:lnTo>
                    <a:pt x="1625413" y="442105"/>
                  </a:lnTo>
                  <a:lnTo>
                    <a:pt x="1625413" y="1045355"/>
                  </a:lnTo>
                  <a:lnTo>
                    <a:pt x="1460313" y="1045355"/>
                  </a:lnTo>
                  <a:close/>
                  <a:moveTo>
                    <a:pt x="687766" y="442104"/>
                  </a:moveTo>
                  <a:cubicBezTo>
                    <a:pt x="825322" y="442104"/>
                    <a:pt x="936833" y="553615"/>
                    <a:pt x="936833" y="691171"/>
                  </a:cubicBezTo>
                  <a:cubicBezTo>
                    <a:pt x="936833" y="828727"/>
                    <a:pt x="825322" y="940238"/>
                    <a:pt x="687766" y="940238"/>
                  </a:cubicBezTo>
                  <a:cubicBezTo>
                    <a:pt x="550210" y="940238"/>
                    <a:pt x="438699" y="828727"/>
                    <a:pt x="438699" y="691171"/>
                  </a:cubicBezTo>
                  <a:cubicBezTo>
                    <a:pt x="438699" y="553615"/>
                    <a:pt x="550210" y="442104"/>
                    <a:pt x="687766" y="442104"/>
                  </a:cubicBezTo>
                  <a:close/>
                  <a:moveTo>
                    <a:pt x="246245" y="246245"/>
                  </a:moveTo>
                  <a:lnTo>
                    <a:pt x="246245" y="1825130"/>
                  </a:lnTo>
                  <a:lnTo>
                    <a:pt x="2840510" y="1825130"/>
                  </a:lnTo>
                  <a:lnTo>
                    <a:pt x="2840510" y="246245"/>
                  </a:lnTo>
                  <a:close/>
                  <a:moveTo>
                    <a:pt x="0" y="0"/>
                  </a:moveTo>
                  <a:lnTo>
                    <a:pt x="3086755" y="0"/>
                  </a:lnTo>
                  <a:lnTo>
                    <a:pt x="3086755" y="2071375"/>
                  </a:lnTo>
                  <a:lnTo>
                    <a:pt x="0" y="2071375"/>
                  </a:lnTo>
                  <a:close/>
                </a:path>
              </a:pathLst>
            </a:custGeom>
            <a:solidFill>
              <a:schemeClr val="bg2">
                <a:lumMod val="1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10" name="!!Perm2026!!">
            <a:extLst>
              <a:ext uri="{FF2B5EF4-FFF2-40B4-BE49-F238E27FC236}">
                <a16:creationId xmlns:a16="http://schemas.microsoft.com/office/drawing/2014/main" id="{2E50D5C3-FE03-3B83-BE0B-2A76E14D4C0D}"/>
              </a:ext>
            </a:extLst>
          </p:cNvPr>
          <p:cNvSpPr txBox="1"/>
          <p:nvPr/>
        </p:nvSpPr>
        <p:spPr>
          <a:xfrm>
            <a:off x="10639724" y="6425327"/>
            <a:ext cx="210312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scadia Code SemiBold" panose="020B0609020000020004" pitchFamily="49" charset="0"/>
                <a:ea typeface="+mn-ea"/>
                <a:cs typeface="Cascadia Code SemiBold" panose="020B0609020000020004" pitchFamily="49" charset="0"/>
              </a:rPr>
              <a:t>Пермь, 2026</a:t>
            </a:r>
          </a:p>
        </p:txBody>
      </p:sp>
      <p:sp>
        <p:nvSpPr>
          <p:cNvPr id="12" name="!!MainSectionRemoval!!">
            <a:extLst>
              <a:ext uri="{FF2B5EF4-FFF2-40B4-BE49-F238E27FC236}">
                <a16:creationId xmlns:a16="http://schemas.microsoft.com/office/drawing/2014/main" id="{1A756F4D-70B0-C069-9657-5FB3B9C55098}"/>
              </a:ext>
            </a:extLst>
          </p:cNvPr>
          <p:cNvSpPr/>
          <p:nvPr/>
        </p:nvSpPr>
        <p:spPr>
          <a:xfrm>
            <a:off x="2423161" y="1528580"/>
            <a:ext cx="310895" cy="474839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!!ShapesRemoverW!!">
            <a:extLst>
              <a:ext uri="{FF2B5EF4-FFF2-40B4-BE49-F238E27FC236}">
                <a16:creationId xmlns:a16="http://schemas.microsoft.com/office/drawing/2014/main" id="{8EA6FB37-E1DB-F9B0-C2C9-860A7662966D}"/>
              </a:ext>
            </a:extLst>
          </p:cNvPr>
          <p:cNvSpPr/>
          <p:nvPr/>
        </p:nvSpPr>
        <p:spPr>
          <a:xfrm>
            <a:off x="81508" y="6276974"/>
            <a:ext cx="2152483" cy="476746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8" name="!!ShapesRemoverB!!">
            <a:extLst>
              <a:ext uri="{FF2B5EF4-FFF2-40B4-BE49-F238E27FC236}">
                <a16:creationId xmlns:a16="http://schemas.microsoft.com/office/drawing/2014/main" id="{B5AA3DFD-2532-5C57-3C4D-C193841B76CD}"/>
              </a:ext>
            </a:extLst>
          </p:cNvPr>
          <p:cNvSpPr/>
          <p:nvPr/>
        </p:nvSpPr>
        <p:spPr>
          <a:xfrm>
            <a:off x="81508" y="6276974"/>
            <a:ext cx="2243984" cy="4767465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0" name="!!TitleRemover!!">
            <a:extLst>
              <a:ext uri="{FF2B5EF4-FFF2-40B4-BE49-F238E27FC236}">
                <a16:creationId xmlns:a16="http://schemas.microsoft.com/office/drawing/2014/main" id="{B6FAA90E-A35A-284B-EA0C-8D47F35A0BD1}"/>
              </a:ext>
            </a:extLst>
          </p:cNvPr>
          <p:cNvSpPr/>
          <p:nvPr/>
        </p:nvSpPr>
        <p:spPr>
          <a:xfrm>
            <a:off x="2423160" y="91665"/>
            <a:ext cx="310896" cy="110075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583870527"/>
      </p:ext>
    </p:extLst>
  </p:cSld>
  <p:clrMapOvr>
    <a:masterClrMapping/>
  </p:clrMapOvr>
  <p:transition spd="slow">
    <p:push dir="u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95000"/>
            <a:lumOff val="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688E7FB-F7E9-CA3D-A299-9A55E9386B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!!TitleSection!!">
            <a:extLst>
              <a:ext uri="{FF2B5EF4-FFF2-40B4-BE49-F238E27FC236}">
                <a16:creationId xmlns:a16="http://schemas.microsoft.com/office/drawing/2014/main" id="{DAC5D1E4-C32E-2C7D-5EA4-E24F865D23E6}"/>
              </a:ext>
            </a:extLst>
          </p:cNvPr>
          <p:cNvGrpSpPr/>
          <p:nvPr/>
        </p:nvGrpSpPr>
        <p:grpSpPr>
          <a:xfrm>
            <a:off x="2423161" y="0"/>
            <a:ext cx="17163988" cy="1323439"/>
            <a:chOff x="2423161" y="0"/>
            <a:chExt cx="17163988" cy="1323439"/>
          </a:xfrm>
        </p:grpSpPr>
        <p:sp>
          <p:nvSpPr>
            <p:cNvPr id="6" name="!!UnderTitle!!">
              <a:extLst>
                <a:ext uri="{FF2B5EF4-FFF2-40B4-BE49-F238E27FC236}">
                  <a16:creationId xmlns:a16="http://schemas.microsoft.com/office/drawing/2014/main" id="{FDA911BA-E65F-0A83-80CC-2DA2ECFD51DE}"/>
                </a:ext>
              </a:extLst>
            </p:cNvPr>
            <p:cNvSpPr txBox="1"/>
            <p:nvPr/>
          </p:nvSpPr>
          <p:spPr>
            <a:xfrm>
              <a:off x="2828689" y="0"/>
              <a:ext cx="16758460" cy="132343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000" b="0" i="0" u="none" strike="noStrike" kern="1200" cap="none" spc="-300" normalizeH="0" baseline="0" noProof="0" dirty="0">
                  <a:ln>
                    <a:noFill/>
                  </a:ln>
                  <a:solidFill>
                    <a:srgbClr val="E7E6E6">
                      <a:lumMod val="10000"/>
                    </a:srgbClr>
                  </a:solidFill>
                  <a:effectLst/>
                  <a:uLnTx/>
                  <a:uFillTx/>
                  <a:latin typeface="Cascadia Code SemiBold" panose="020B0609020000020004" pitchFamily="49" charset="0"/>
                  <a:ea typeface="+mn-ea"/>
                  <a:cs typeface="Cascadia Code SemiBold" panose="020B0609020000020004" pitchFamily="49" charset="0"/>
                </a:rPr>
                <a:t>////////////////////</a:t>
              </a:r>
              <a:endParaRPr kumimoji="0" lang="ru-RU" sz="8000" b="0" i="0" u="none" strike="noStrike" kern="1200" cap="none" spc="-300" normalizeH="0" baseline="0" noProof="0" dirty="0">
                <a:ln>
                  <a:noFill/>
                </a:ln>
                <a:solidFill>
                  <a:srgbClr val="E7E6E6">
                    <a:lumMod val="10000"/>
                  </a:srgbClr>
                </a:solidFill>
                <a:effectLst/>
                <a:uLnTx/>
                <a:uFillTx/>
                <a:latin typeface="Cascadia Code SemiBold" panose="020B0609020000020004" pitchFamily="49" charset="0"/>
                <a:ea typeface="+mn-ea"/>
                <a:cs typeface="Cascadia Code SemiBold" panose="020B0609020000020004" pitchFamily="49" charset="0"/>
              </a:endParaRPr>
            </a:p>
          </p:txBody>
        </p:sp>
        <p:sp>
          <p:nvSpPr>
            <p:cNvPr id="3" name="!!Title!!">
              <a:extLst>
                <a:ext uri="{FF2B5EF4-FFF2-40B4-BE49-F238E27FC236}">
                  <a16:creationId xmlns:a16="http://schemas.microsoft.com/office/drawing/2014/main" id="{730BE6B4-77D6-60F7-056F-09EBECEE5673}"/>
                </a:ext>
              </a:extLst>
            </p:cNvPr>
            <p:cNvSpPr txBox="1"/>
            <p:nvPr/>
          </p:nvSpPr>
          <p:spPr>
            <a:xfrm>
              <a:off x="2828689" y="284528"/>
              <a:ext cx="6712111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36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scadia Code SemiBold" panose="020B0609020000020004" pitchFamily="49" charset="0"/>
                  <a:ea typeface="+mn-ea"/>
                  <a:cs typeface="Cascadia Code SemiBold" panose="020B0609020000020004" pitchFamily="49" charset="0"/>
                </a:rPr>
                <a:t>Предпроектный анализ</a:t>
              </a:r>
            </a:p>
          </p:txBody>
        </p:sp>
        <p:sp>
          <p:nvSpPr>
            <p:cNvPr id="4" name="!!TitleHighlighter!!">
              <a:extLst>
                <a:ext uri="{FF2B5EF4-FFF2-40B4-BE49-F238E27FC236}">
                  <a16:creationId xmlns:a16="http://schemas.microsoft.com/office/drawing/2014/main" id="{6F78B177-FE45-352C-AA82-EFBE06A046AE}"/>
                </a:ext>
              </a:extLst>
            </p:cNvPr>
            <p:cNvSpPr/>
            <p:nvPr/>
          </p:nvSpPr>
          <p:spPr>
            <a:xfrm>
              <a:off x="2423161" y="91666"/>
              <a:ext cx="309600" cy="1100757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grpSp>
        <p:nvGrpSpPr>
          <p:cNvPr id="13" name="!!PtpitLogo!!">
            <a:extLst>
              <a:ext uri="{FF2B5EF4-FFF2-40B4-BE49-F238E27FC236}">
                <a16:creationId xmlns:a16="http://schemas.microsoft.com/office/drawing/2014/main" id="{31E9C441-3913-4C16-4B84-57C89D2B4938}"/>
              </a:ext>
            </a:extLst>
          </p:cNvPr>
          <p:cNvGrpSpPr/>
          <p:nvPr/>
        </p:nvGrpSpPr>
        <p:grpSpPr>
          <a:xfrm>
            <a:off x="42438" y="91666"/>
            <a:ext cx="2208090" cy="1100757"/>
            <a:chOff x="42438" y="91666"/>
            <a:chExt cx="2208090" cy="1100757"/>
          </a:xfrm>
        </p:grpSpPr>
        <p:pic>
          <p:nvPicPr>
            <p:cNvPr id="14" name="!!PtpitLogo2!!">
              <a:extLst>
                <a:ext uri="{FF2B5EF4-FFF2-40B4-BE49-F238E27FC236}">
                  <a16:creationId xmlns:a16="http://schemas.microsoft.com/office/drawing/2014/main" id="{68B46ED3-E8EA-DAF4-5C5B-BF6B61E8CAEB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biLevel thresh="7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146483" y="91666"/>
              <a:ext cx="1104045" cy="1100757"/>
            </a:xfrm>
            <a:prstGeom prst="rect">
              <a:avLst/>
            </a:prstGeom>
            <a:solidFill>
              <a:schemeClr val="bg1"/>
            </a:solidFill>
          </p:spPr>
        </p:pic>
        <p:pic>
          <p:nvPicPr>
            <p:cNvPr id="15" name="!!PtpitLogo1!!">
              <a:extLst>
                <a:ext uri="{FF2B5EF4-FFF2-40B4-BE49-F238E27FC236}">
                  <a16:creationId xmlns:a16="http://schemas.microsoft.com/office/drawing/2014/main" id="{0C2BB04D-080E-19D2-CE0C-93E2AEB69BCA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biLevel thresh="5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2438" y="91666"/>
              <a:ext cx="1104045" cy="1100757"/>
            </a:xfrm>
            <a:prstGeom prst="rect">
              <a:avLst/>
            </a:prstGeom>
            <a:noFill/>
          </p:spPr>
        </p:pic>
      </p:grpSp>
      <p:sp>
        <p:nvSpPr>
          <p:cNvPr id="10" name="!!Perm2026!!">
            <a:extLst>
              <a:ext uri="{FF2B5EF4-FFF2-40B4-BE49-F238E27FC236}">
                <a16:creationId xmlns:a16="http://schemas.microsoft.com/office/drawing/2014/main" id="{808098D0-F346-9AF9-B23E-DDE34550EAAD}"/>
              </a:ext>
            </a:extLst>
          </p:cNvPr>
          <p:cNvSpPr txBox="1"/>
          <p:nvPr/>
        </p:nvSpPr>
        <p:spPr>
          <a:xfrm>
            <a:off x="10639724" y="6425327"/>
            <a:ext cx="210312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scadia Code SemiBold" panose="020B0609020000020004" pitchFamily="49" charset="0"/>
                <a:ea typeface="+mn-ea"/>
                <a:cs typeface="Cascadia Code SemiBold" panose="020B0609020000020004" pitchFamily="49" charset="0"/>
              </a:rPr>
              <a:t>Пермь, 2026</a:t>
            </a:r>
          </a:p>
        </p:txBody>
      </p:sp>
      <p:grpSp>
        <p:nvGrpSpPr>
          <p:cNvPr id="23" name="!!Item1!!">
            <a:extLst>
              <a:ext uri="{FF2B5EF4-FFF2-40B4-BE49-F238E27FC236}">
                <a16:creationId xmlns:a16="http://schemas.microsoft.com/office/drawing/2014/main" id="{D959F002-1D2F-50A0-AF4B-60E10DDE9FBB}"/>
              </a:ext>
            </a:extLst>
          </p:cNvPr>
          <p:cNvGrpSpPr/>
          <p:nvPr/>
        </p:nvGrpSpPr>
        <p:grpSpPr>
          <a:xfrm>
            <a:off x="1125846" y="1178562"/>
            <a:ext cx="9940308" cy="5394910"/>
            <a:chOff x="12495195" y="1178562"/>
            <a:chExt cx="9940308" cy="5394910"/>
          </a:xfrm>
        </p:grpSpPr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0CF0DCF0-B26E-4FCF-FE6E-C6DBDDA5BBFA}"/>
                </a:ext>
              </a:extLst>
            </p:cNvPr>
            <p:cNvSpPr txBox="1"/>
            <p:nvPr/>
          </p:nvSpPr>
          <p:spPr>
            <a:xfrm>
              <a:off x="12742845" y="1178562"/>
              <a:ext cx="9568834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3200" b="0" i="0" u="none" strike="noStrike" kern="1200" cap="none" spc="0" normalizeH="0" baseline="0" noProof="0" dirty="0">
                  <a:ln>
                    <a:noFill/>
                  </a:ln>
                  <a:solidFill>
                    <a:srgbClr val="E7E6E6">
                      <a:lumMod val="10000"/>
                    </a:srgbClr>
                  </a:solidFill>
                  <a:effectLst/>
                  <a:uLnTx/>
                  <a:uFillTx/>
                  <a:latin typeface="Cascadia Code SemiBold" panose="020B0609020000020004" pitchFamily="49" charset="0"/>
                  <a:ea typeface="+mn-ea"/>
                  <a:cs typeface="Cascadia Code SemiBold" panose="020B0609020000020004" pitchFamily="49" charset="0"/>
                </a:rPr>
                <a:t>111111111111111111111111111111111111111</a:t>
              </a: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196602DD-1C24-2F68-3ABF-C8C8EAD591F0}"/>
                </a:ext>
              </a:extLst>
            </p:cNvPr>
            <p:cNvSpPr txBox="1"/>
            <p:nvPr/>
          </p:nvSpPr>
          <p:spPr>
            <a:xfrm>
              <a:off x="12742844" y="5988697"/>
              <a:ext cx="9568834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3200" b="0" i="0" u="none" strike="noStrike" kern="1200" cap="none" spc="0" normalizeH="0" baseline="0" noProof="0" dirty="0">
                  <a:ln>
                    <a:noFill/>
                  </a:ln>
                  <a:solidFill>
                    <a:srgbClr val="E7E6E6">
                      <a:lumMod val="10000"/>
                    </a:srgbClr>
                  </a:solidFill>
                  <a:effectLst/>
                  <a:uLnTx/>
                  <a:uFillTx/>
                  <a:latin typeface="Cascadia Code SemiBold" panose="020B0609020000020004" pitchFamily="49" charset="0"/>
                  <a:ea typeface="+mn-ea"/>
                  <a:cs typeface="Cascadia Code SemiBold" panose="020B0609020000020004" pitchFamily="49" charset="0"/>
                </a:rPr>
                <a:t>111111111111111111111111111111111111111</a:t>
              </a:r>
            </a:p>
          </p:txBody>
        </p:sp>
        <p:sp>
          <p:nvSpPr>
            <p:cNvPr id="17" name="Прямоугольник 16">
              <a:extLst>
                <a:ext uri="{FF2B5EF4-FFF2-40B4-BE49-F238E27FC236}">
                  <a16:creationId xmlns:a16="http://schemas.microsoft.com/office/drawing/2014/main" id="{AB480156-242B-85E7-3286-CE69870146F6}"/>
                </a:ext>
              </a:extLst>
            </p:cNvPr>
            <p:cNvSpPr/>
            <p:nvPr/>
          </p:nvSpPr>
          <p:spPr>
            <a:xfrm>
              <a:off x="12495195" y="1323439"/>
              <a:ext cx="247649" cy="5101888"/>
            </a:xfrm>
            <a:prstGeom prst="rect">
              <a:avLst/>
            </a:prstGeom>
            <a:solidFill>
              <a:schemeClr val="bg2">
                <a:lumMod val="1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0" name="Прямоугольник 19">
              <a:extLst>
                <a:ext uri="{FF2B5EF4-FFF2-40B4-BE49-F238E27FC236}">
                  <a16:creationId xmlns:a16="http://schemas.microsoft.com/office/drawing/2014/main" id="{03F3CD13-5CED-BE42-778D-2333530D62EA}"/>
                </a:ext>
              </a:extLst>
            </p:cNvPr>
            <p:cNvSpPr/>
            <p:nvPr/>
          </p:nvSpPr>
          <p:spPr>
            <a:xfrm>
              <a:off x="22187853" y="1323439"/>
              <a:ext cx="247650" cy="5101888"/>
            </a:xfrm>
            <a:prstGeom prst="rect">
              <a:avLst/>
            </a:prstGeom>
            <a:solidFill>
              <a:schemeClr val="bg2">
                <a:lumMod val="1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pic>
          <p:nvPicPr>
            <p:cNvPr id="22" name="Рисунок 21">
              <a:extLst>
                <a:ext uri="{FF2B5EF4-FFF2-40B4-BE49-F238E27FC236}">
                  <a16:creationId xmlns:a16="http://schemas.microsoft.com/office/drawing/2014/main" id="{8CF0B9ED-CB7C-5AA4-2B5A-169564DCEEC4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3473436" y="1763337"/>
              <a:ext cx="8107649" cy="4227284"/>
            </a:xfrm>
            <a:prstGeom prst="rect">
              <a:avLst/>
            </a:prstGeom>
          </p:spPr>
        </p:pic>
      </p:grpSp>
      <p:grpSp>
        <p:nvGrpSpPr>
          <p:cNvPr id="2" name="!!Item2!!">
            <a:extLst>
              <a:ext uri="{FF2B5EF4-FFF2-40B4-BE49-F238E27FC236}">
                <a16:creationId xmlns:a16="http://schemas.microsoft.com/office/drawing/2014/main" id="{50297ED0-4015-5E2A-8836-2E69BC2016AD}"/>
              </a:ext>
            </a:extLst>
          </p:cNvPr>
          <p:cNvGrpSpPr/>
          <p:nvPr/>
        </p:nvGrpSpPr>
        <p:grpSpPr>
          <a:xfrm>
            <a:off x="12742844" y="1178562"/>
            <a:ext cx="9940308" cy="5394910"/>
            <a:chOff x="12495195" y="1178562"/>
            <a:chExt cx="9940308" cy="5394910"/>
          </a:xfrm>
        </p:grpSpPr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8C64CB7D-A483-615F-0854-CECBBC6DFF2C}"/>
                </a:ext>
              </a:extLst>
            </p:cNvPr>
            <p:cNvSpPr txBox="1"/>
            <p:nvPr/>
          </p:nvSpPr>
          <p:spPr>
            <a:xfrm>
              <a:off x="12742845" y="1178562"/>
              <a:ext cx="9568834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3200" b="0" i="0" u="none" strike="noStrike" kern="1200" cap="none" spc="0" normalizeH="0" baseline="0" noProof="0" dirty="0">
                  <a:ln>
                    <a:noFill/>
                  </a:ln>
                  <a:solidFill>
                    <a:srgbClr val="E7E6E6">
                      <a:lumMod val="10000"/>
                    </a:srgbClr>
                  </a:solidFill>
                  <a:effectLst/>
                  <a:uLnTx/>
                  <a:uFillTx/>
                  <a:latin typeface="Cascadia Code SemiBold" panose="020B0609020000020004" pitchFamily="49" charset="0"/>
                  <a:ea typeface="+mn-ea"/>
                  <a:cs typeface="Cascadia Code SemiBold" panose="020B0609020000020004" pitchFamily="49" charset="0"/>
                </a:rPr>
                <a:t>222222222222222222222222222222222222222</a:t>
              </a:r>
              <a:endPara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srgbClr val="E7E6E6">
                    <a:lumMod val="10000"/>
                  </a:srgbClr>
                </a:solidFill>
                <a:effectLst/>
                <a:uLnTx/>
                <a:uFillTx/>
                <a:latin typeface="Cascadia Code SemiBold" panose="020B0609020000020004" pitchFamily="49" charset="0"/>
                <a:ea typeface="+mn-ea"/>
                <a:cs typeface="Cascadia Code SemiBold" panose="020B0609020000020004" pitchFamily="49" charset="0"/>
              </a:endParaRP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BCC3C060-D458-F207-E929-B31FB666F6D3}"/>
                </a:ext>
              </a:extLst>
            </p:cNvPr>
            <p:cNvSpPr txBox="1"/>
            <p:nvPr/>
          </p:nvSpPr>
          <p:spPr>
            <a:xfrm>
              <a:off x="12742844" y="5988697"/>
              <a:ext cx="9568834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3200" b="0" i="0" u="none" strike="noStrike" kern="1200" cap="none" spc="0" normalizeH="0" baseline="0" noProof="0" dirty="0">
                  <a:ln>
                    <a:noFill/>
                  </a:ln>
                  <a:solidFill>
                    <a:srgbClr val="E7E6E6">
                      <a:lumMod val="10000"/>
                    </a:srgbClr>
                  </a:solidFill>
                  <a:effectLst/>
                  <a:uLnTx/>
                  <a:uFillTx/>
                  <a:latin typeface="Cascadia Code SemiBold" panose="020B0609020000020004" pitchFamily="49" charset="0"/>
                  <a:ea typeface="+mn-ea"/>
                  <a:cs typeface="Cascadia Code SemiBold" panose="020B0609020000020004" pitchFamily="49" charset="0"/>
                </a:rPr>
                <a:t>222222222222222222222222222222222222222</a:t>
              </a:r>
              <a:endPara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srgbClr val="E7E6E6">
                    <a:lumMod val="10000"/>
                  </a:srgbClr>
                </a:solidFill>
                <a:effectLst/>
                <a:uLnTx/>
                <a:uFillTx/>
                <a:latin typeface="Cascadia Code SemiBold" panose="020B0609020000020004" pitchFamily="49" charset="0"/>
                <a:ea typeface="+mn-ea"/>
                <a:cs typeface="Cascadia Code SemiBold" panose="020B0609020000020004" pitchFamily="49" charset="0"/>
              </a:endParaRPr>
            </a:p>
          </p:txBody>
        </p:sp>
        <p:sp>
          <p:nvSpPr>
            <p:cNvPr id="11" name="Прямоугольник 10">
              <a:extLst>
                <a:ext uri="{FF2B5EF4-FFF2-40B4-BE49-F238E27FC236}">
                  <a16:creationId xmlns:a16="http://schemas.microsoft.com/office/drawing/2014/main" id="{0C4CECA9-3A78-3D84-FA5B-853194917A4E}"/>
                </a:ext>
              </a:extLst>
            </p:cNvPr>
            <p:cNvSpPr/>
            <p:nvPr/>
          </p:nvSpPr>
          <p:spPr>
            <a:xfrm>
              <a:off x="12495195" y="1323439"/>
              <a:ext cx="247649" cy="5101888"/>
            </a:xfrm>
            <a:prstGeom prst="rect">
              <a:avLst/>
            </a:prstGeom>
            <a:solidFill>
              <a:schemeClr val="bg2">
                <a:lumMod val="1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2" name="Прямоугольник 11">
              <a:extLst>
                <a:ext uri="{FF2B5EF4-FFF2-40B4-BE49-F238E27FC236}">
                  <a16:creationId xmlns:a16="http://schemas.microsoft.com/office/drawing/2014/main" id="{6400ED53-86EB-4973-063E-FC43456EE680}"/>
                </a:ext>
              </a:extLst>
            </p:cNvPr>
            <p:cNvSpPr/>
            <p:nvPr/>
          </p:nvSpPr>
          <p:spPr>
            <a:xfrm>
              <a:off x="22187853" y="1323439"/>
              <a:ext cx="247650" cy="5101888"/>
            </a:xfrm>
            <a:prstGeom prst="rect">
              <a:avLst/>
            </a:prstGeom>
            <a:solidFill>
              <a:schemeClr val="bg2">
                <a:lumMod val="1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pic>
          <p:nvPicPr>
            <p:cNvPr id="16" name="Рисунок 15">
              <a:extLst>
                <a:ext uri="{FF2B5EF4-FFF2-40B4-BE49-F238E27FC236}">
                  <a16:creationId xmlns:a16="http://schemas.microsoft.com/office/drawing/2014/main" id="{7D443D6B-0EEA-6926-60A1-A559489B4997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13473436" y="1774285"/>
              <a:ext cx="8107649" cy="4205388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142640134"/>
      </p:ext>
    </p:extLst>
  </p:cSld>
  <p:clrMapOvr>
    <a:masterClrMapping/>
  </p:clrMapOvr>
  <p:transition spd="slow">
    <p:push dir="u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95000"/>
            <a:lumOff val="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377F0C3-4603-177E-70C5-00347C24D0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!!TitleSection!!">
            <a:extLst>
              <a:ext uri="{FF2B5EF4-FFF2-40B4-BE49-F238E27FC236}">
                <a16:creationId xmlns:a16="http://schemas.microsoft.com/office/drawing/2014/main" id="{76A06C7C-8747-2659-8563-A16A13090F11}"/>
              </a:ext>
            </a:extLst>
          </p:cNvPr>
          <p:cNvGrpSpPr/>
          <p:nvPr/>
        </p:nvGrpSpPr>
        <p:grpSpPr>
          <a:xfrm>
            <a:off x="2423161" y="0"/>
            <a:ext cx="17163988" cy="1323439"/>
            <a:chOff x="2423161" y="0"/>
            <a:chExt cx="17163988" cy="1323439"/>
          </a:xfrm>
        </p:grpSpPr>
        <p:sp>
          <p:nvSpPr>
            <p:cNvPr id="6" name="!!UnderTitle!!">
              <a:extLst>
                <a:ext uri="{FF2B5EF4-FFF2-40B4-BE49-F238E27FC236}">
                  <a16:creationId xmlns:a16="http://schemas.microsoft.com/office/drawing/2014/main" id="{9CD7059F-AE4A-3C8E-BCD4-7E7260FD42E2}"/>
                </a:ext>
              </a:extLst>
            </p:cNvPr>
            <p:cNvSpPr txBox="1"/>
            <p:nvPr/>
          </p:nvSpPr>
          <p:spPr>
            <a:xfrm>
              <a:off x="2828689" y="0"/>
              <a:ext cx="16758460" cy="132343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000" b="0" i="0" u="none" strike="noStrike" kern="1200" cap="none" spc="-300" normalizeH="0" baseline="0" noProof="0" dirty="0">
                  <a:ln>
                    <a:noFill/>
                  </a:ln>
                  <a:solidFill>
                    <a:srgbClr val="E7E6E6">
                      <a:lumMod val="10000"/>
                    </a:srgbClr>
                  </a:solidFill>
                  <a:effectLst/>
                  <a:uLnTx/>
                  <a:uFillTx/>
                  <a:latin typeface="Cascadia Code SemiBold" panose="020B0609020000020004" pitchFamily="49" charset="0"/>
                  <a:ea typeface="+mn-ea"/>
                  <a:cs typeface="Cascadia Code SemiBold" panose="020B0609020000020004" pitchFamily="49" charset="0"/>
                </a:rPr>
                <a:t>////////////////////</a:t>
              </a:r>
              <a:endParaRPr kumimoji="0" lang="ru-RU" sz="8000" b="0" i="0" u="none" strike="noStrike" kern="1200" cap="none" spc="-300" normalizeH="0" baseline="0" noProof="0" dirty="0">
                <a:ln>
                  <a:noFill/>
                </a:ln>
                <a:solidFill>
                  <a:srgbClr val="E7E6E6">
                    <a:lumMod val="10000"/>
                  </a:srgbClr>
                </a:solidFill>
                <a:effectLst/>
                <a:uLnTx/>
                <a:uFillTx/>
                <a:latin typeface="Cascadia Code SemiBold" panose="020B0609020000020004" pitchFamily="49" charset="0"/>
                <a:ea typeface="+mn-ea"/>
                <a:cs typeface="Cascadia Code SemiBold" panose="020B0609020000020004" pitchFamily="49" charset="0"/>
              </a:endParaRPr>
            </a:p>
          </p:txBody>
        </p:sp>
        <p:sp>
          <p:nvSpPr>
            <p:cNvPr id="3" name="!!Title!!">
              <a:extLst>
                <a:ext uri="{FF2B5EF4-FFF2-40B4-BE49-F238E27FC236}">
                  <a16:creationId xmlns:a16="http://schemas.microsoft.com/office/drawing/2014/main" id="{65C1477A-C31F-3801-AA6C-31F81C12F585}"/>
                </a:ext>
              </a:extLst>
            </p:cNvPr>
            <p:cNvSpPr txBox="1"/>
            <p:nvPr/>
          </p:nvSpPr>
          <p:spPr>
            <a:xfrm>
              <a:off x="2828689" y="284528"/>
              <a:ext cx="6712111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36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scadia Code SemiBold" panose="020B0609020000020004" pitchFamily="49" charset="0"/>
                  <a:ea typeface="+mn-ea"/>
                  <a:cs typeface="Cascadia Code SemiBold" panose="020B0609020000020004" pitchFamily="49" charset="0"/>
                </a:rPr>
                <a:t>Предпроектный анализ</a:t>
              </a:r>
            </a:p>
          </p:txBody>
        </p:sp>
        <p:sp>
          <p:nvSpPr>
            <p:cNvPr id="4" name="!!TitleHighlighter!!">
              <a:extLst>
                <a:ext uri="{FF2B5EF4-FFF2-40B4-BE49-F238E27FC236}">
                  <a16:creationId xmlns:a16="http://schemas.microsoft.com/office/drawing/2014/main" id="{2875A6A4-C1C2-1A93-D45C-61C549D394E8}"/>
                </a:ext>
              </a:extLst>
            </p:cNvPr>
            <p:cNvSpPr/>
            <p:nvPr/>
          </p:nvSpPr>
          <p:spPr>
            <a:xfrm>
              <a:off x="2423161" y="91666"/>
              <a:ext cx="309600" cy="1100757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grpSp>
        <p:nvGrpSpPr>
          <p:cNvPr id="13" name="!!PtpitLogo!!">
            <a:extLst>
              <a:ext uri="{FF2B5EF4-FFF2-40B4-BE49-F238E27FC236}">
                <a16:creationId xmlns:a16="http://schemas.microsoft.com/office/drawing/2014/main" id="{25ACFB76-7957-42C2-4570-36110938C2DF}"/>
              </a:ext>
            </a:extLst>
          </p:cNvPr>
          <p:cNvGrpSpPr/>
          <p:nvPr/>
        </p:nvGrpSpPr>
        <p:grpSpPr>
          <a:xfrm>
            <a:off x="42438" y="91666"/>
            <a:ext cx="2208090" cy="1100757"/>
            <a:chOff x="42438" y="91666"/>
            <a:chExt cx="2208090" cy="1100757"/>
          </a:xfrm>
        </p:grpSpPr>
        <p:pic>
          <p:nvPicPr>
            <p:cNvPr id="14" name="!!PtpitLogo2!!">
              <a:extLst>
                <a:ext uri="{FF2B5EF4-FFF2-40B4-BE49-F238E27FC236}">
                  <a16:creationId xmlns:a16="http://schemas.microsoft.com/office/drawing/2014/main" id="{74569512-8DAD-8A53-1431-749382E11ED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biLevel thresh="7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146483" y="91666"/>
              <a:ext cx="1104045" cy="1100757"/>
            </a:xfrm>
            <a:prstGeom prst="rect">
              <a:avLst/>
            </a:prstGeom>
            <a:solidFill>
              <a:schemeClr val="bg1"/>
            </a:solidFill>
          </p:spPr>
        </p:pic>
        <p:pic>
          <p:nvPicPr>
            <p:cNvPr id="15" name="!!PtpitLogo1!!">
              <a:extLst>
                <a:ext uri="{FF2B5EF4-FFF2-40B4-BE49-F238E27FC236}">
                  <a16:creationId xmlns:a16="http://schemas.microsoft.com/office/drawing/2014/main" id="{11C1616D-2BB6-47B7-4B86-0BDA46E35FA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biLevel thresh="5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2438" y="91666"/>
              <a:ext cx="1104045" cy="1100757"/>
            </a:xfrm>
            <a:prstGeom prst="rect">
              <a:avLst/>
            </a:prstGeom>
            <a:noFill/>
          </p:spPr>
        </p:pic>
      </p:grpSp>
      <p:sp>
        <p:nvSpPr>
          <p:cNvPr id="10" name="!!Perm2026!!">
            <a:extLst>
              <a:ext uri="{FF2B5EF4-FFF2-40B4-BE49-F238E27FC236}">
                <a16:creationId xmlns:a16="http://schemas.microsoft.com/office/drawing/2014/main" id="{71347521-E76C-C47E-0B3A-32BACB5898EC}"/>
              </a:ext>
            </a:extLst>
          </p:cNvPr>
          <p:cNvSpPr txBox="1"/>
          <p:nvPr/>
        </p:nvSpPr>
        <p:spPr>
          <a:xfrm>
            <a:off x="10639724" y="6425327"/>
            <a:ext cx="210312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scadia Code SemiBold" panose="020B0609020000020004" pitchFamily="49" charset="0"/>
                <a:ea typeface="+mn-ea"/>
                <a:cs typeface="Cascadia Code SemiBold" panose="020B0609020000020004" pitchFamily="49" charset="0"/>
              </a:rPr>
              <a:t>Пермь, 2026</a:t>
            </a:r>
          </a:p>
        </p:txBody>
      </p:sp>
      <p:grpSp>
        <p:nvGrpSpPr>
          <p:cNvPr id="23" name="!!Item1!!">
            <a:extLst>
              <a:ext uri="{FF2B5EF4-FFF2-40B4-BE49-F238E27FC236}">
                <a16:creationId xmlns:a16="http://schemas.microsoft.com/office/drawing/2014/main" id="{F4665D9E-7928-66AB-FF45-632C6B854339}"/>
              </a:ext>
            </a:extLst>
          </p:cNvPr>
          <p:cNvGrpSpPr/>
          <p:nvPr/>
        </p:nvGrpSpPr>
        <p:grpSpPr>
          <a:xfrm>
            <a:off x="-10365500" y="1178562"/>
            <a:ext cx="9940308" cy="5394910"/>
            <a:chOff x="12495195" y="1178562"/>
            <a:chExt cx="9940308" cy="5394910"/>
          </a:xfrm>
        </p:grpSpPr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7AAA8A2F-80BB-6598-223A-2FD83983FB83}"/>
                </a:ext>
              </a:extLst>
            </p:cNvPr>
            <p:cNvSpPr txBox="1"/>
            <p:nvPr/>
          </p:nvSpPr>
          <p:spPr>
            <a:xfrm>
              <a:off x="12742845" y="1178562"/>
              <a:ext cx="9568834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3200" b="0" i="0" u="none" strike="noStrike" kern="1200" cap="none" spc="0" normalizeH="0" baseline="0" noProof="0" dirty="0">
                  <a:ln>
                    <a:noFill/>
                  </a:ln>
                  <a:solidFill>
                    <a:srgbClr val="E7E6E6">
                      <a:lumMod val="10000"/>
                    </a:srgbClr>
                  </a:solidFill>
                  <a:effectLst/>
                  <a:uLnTx/>
                  <a:uFillTx/>
                  <a:latin typeface="Cascadia Code SemiBold" panose="020B0609020000020004" pitchFamily="49" charset="0"/>
                  <a:ea typeface="+mn-ea"/>
                  <a:cs typeface="Cascadia Code SemiBold" panose="020B0609020000020004" pitchFamily="49" charset="0"/>
                </a:rPr>
                <a:t>111111111111111111111111111111111111111</a:t>
              </a: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B8AE643C-F97D-5623-27A2-42EED0F1A352}"/>
                </a:ext>
              </a:extLst>
            </p:cNvPr>
            <p:cNvSpPr txBox="1"/>
            <p:nvPr/>
          </p:nvSpPr>
          <p:spPr>
            <a:xfrm>
              <a:off x="12742844" y="5988697"/>
              <a:ext cx="9568834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3200" b="0" i="0" u="none" strike="noStrike" kern="1200" cap="none" spc="0" normalizeH="0" baseline="0" noProof="0" dirty="0">
                  <a:ln>
                    <a:noFill/>
                  </a:ln>
                  <a:solidFill>
                    <a:srgbClr val="E7E6E6">
                      <a:lumMod val="10000"/>
                    </a:srgbClr>
                  </a:solidFill>
                  <a:effectLst/>
                  <a:uLnTx/>
                  <a:uFillTx/>
                  <a:latin typeface="Cascadia Code SemiBold" panose="020B0609020000020004" pitchFamily="49" charset="0"/>
                  <a:ea typeface="+mn-ea"/>
                  <a:cs typeface="Cascadia Code SemiBold" panose="020B0609020000020004" pitchFamily="49" charset="0"/>
                </a:rPr>
                <a:t>111111111111111111111111111111111111111</a:t>
              </a:r>
            </a:p>
          </p:txBody>
        </p:sp>
        <p:sp>
          <p:nvSpPr>
            <p:cNvPr id="17" name="Прямоугольник 16">
              <a:extLst>
                <a:ext uri="{FF2B5EF4-FFF2-40B4-BE49-F238E27FC236}">
                  <a16:creationId xmlns:a16="http://schemas.microsoft.com/office/drawing/2014/main" id="{BF48ADDD-B6EC-30E7-B3B5-8287CEBE7E93}"/>
                </a:ext>
              </a:extLst>
            </p:cNvPr>
            <p:cNvSpPr/>
            <p:nvPr/>
          </p:nvSpPr>
          <p:spPr>
            <a:xfrm>
              <a:off x="12495195" y="1323439"/>
              <a:ext cx="247649" cy="5101888"/>
            </a:xfrm>
            <a:prstGeom prst="rect">
              <a:avLst/>
            </a:prstGeom>
            <a:solidFill>
              <a:schemeClr val="bg2">
                <a:lumMod val="1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0" name="Прямоугольник 19">
              <a:extLst>
                <a:ext uri="{FF2B5EF4-FFF2-40B4-BE49-F238E27FC236}">
                  <a16:creationId xmlns:a16="http://schemas.microsoft.com/office/drawing/2014/main" id="{F126D136-C137-BA66-49A6-4724BFF11560}"/>
                </a:ext>
              </a:extLst>
            </p:cNvPr>
            <p:cNvSpPr/>
            <p:nvPr/>
          </p:nvSpPr>
          <p:spPr>
            <a:xfrm>
              <a:off x="22187853" y="1323439"/>
              <a:ext cx="247650" cy="5101888"/>
            </a:xfrm>
            <a:prstGeom prst="rect">
              <a:avLst/>
            </a:prstGeom>
            <a:solidFill>
              <a:schemeClr val="bg2">
                <a:lumMod val="1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pic>
          <p:nvPicPr>
            <p:cNvPr id="22" name="Рисунок 21">
              <a:extLst>
                <a:ext uri="{FF2B5EF4-FFF2-40B4-BE49-F238E27FC236}">
                  <a16:creationId xmlns:a16="http://schemas.microsoft.com/office/drawing/2014/main" id="{1D40C7EE-6941-D3E7-12AC-29E3A5DDDD8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3473436" y="1763337"/>
              <a:ext cx="8107649" cy="4227284"/>
            </a:xfrm>
            <a:prstGeom prst="rect">
              <a:avLst/>
            </a:prstGeom>
          </p:spPr>
        </p:pic>
      </p:grpSp>
      <p:grpSp>
        <p:nvGrpSpPr>
          <p:cNvPr id="2" name="!!Item2!!">
            <a:extLst>
              <a:ext uri="{FF2B5EF4-FFF2-40B4-BE49-F238E27FC236}">
                <a16:creationId xmlns:a16="http://schemas.microsoft.com/office/drawing/2014/main" id="{A6941170-1790-79F6-4803-3F0C29B86648}"/>
              </a:ext>
            </a:extLst>
          </p:cNvPr>
          <p:cNvGrpSpPr/>
          <p:nvPr/>
        </p:nvGrpSpPr>
        <p:grpSpPr>
          <a:xfrm>
            <a:off x="1120365" y="1178562"/>
            <a:ext cx="9940308" cy="5394910"/>
            <a:chOff x="12495195" y="1178562"/>
            <a:chExt cx="9940308" cy="5394910"/>
          </a:xfrm>
        </p:grpSpPr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B2B8E561-6340-D34A-1DE3-6889A0573043}"/>
                </a:ext>
              </a:extLst>
            </p:cNvPr>
            <p:cNvSpPr txBox="1"/>
            <p:nvPr/>
          </p:nvSpPr>
          <p:spPr>
            <a:xfrm>
              <a:off x="12742845" y="1178562"/>
              <a:ext cx="9568834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3200" b="0" i="0" u="none" strike="noStrike" kern="1200" cap="none" spc="0" normalizeH="0" baseline="0" noProof="0" dirty="0">
                  <a:ln>
                    <a:noFill/>
                  </a:ln>
                  <a:solidFill>
                    <a:srgbClr val="E7E6E6">
                      <a:lumMod val="10000"/>
                    </a:srgbClr>
                  </a:solidFill>
                  <a:effectLst/>
                  <a:uLnTx/>
                  <a:uFillTx/>
                  <a:latin typeface="Cascadia Code SemiBold" panose="020B0609020000020004" pitchFamily="49" charset="0"/>
                  <a:ea typeface="+mn-ea"/>
                  <a:cs typeface="Cascadia Code SemiBold" panose="020B0609020000020004" pitchFamily="49" charset="0"/>
                </a:rPr>
                <a:t>222222222222222222222222222222222222222</a:t>
              </a:r>
              <a:endPara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srgbClr val="E7E6E6">
                    <a:lumMod val="10000"/>
                  </a:srgbClr>
                </a:solidFill>
                <a:effectLst/>
                <a:uLnTx/>
                <a:uFillTx/>
                <a:latin typeface="Cascadia Code SemiBold" panose="020B0609020000020004" pitchFamily="49" charset="0"/>
                <a:ea typeface="+mn-ea"/>
                <a:cs typeface="Cascadia Code SemiBold" panose="020B0609020000020004" pitchFamily="49" charset="0"/>
              </a:endParaRP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52EC8163-3615-BC0F-B77B-4A4EDA04EE45}"/>
                </a:ext>
              </a:extLst>
            </p:cNvPr>
            <p:cNvSpPr txBox="1"/>
            <p:nvPr/>
          </p:nvSpPr>
          <p:spPr>
            <a:xfrm>
              <a:off x="12742844" y="5988697"/>
              <a:ext cx="9568834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3200" b="0" i="0" u="none" strike="noStrike" kern="1200" cap="none" spc="0" normalizeH="0" baseline="0" noProof="0" dirty="0">
                  <a:ln>
                    <a:noFill/>
                  </a:ln>
                  <a:solidFill>
                    <a:srgbClr val="E7E6E6">
                      <a:lumMod val="10000"/>
                    </a:srgbClr>
                  </a:solidFill>
                  <a:effectLst/>
                  <a:uLnTx/>
                  <a:uFillTx/>
                  <a:latin typeface="Cascadia Code SemiBold" panose="020B0609020000020004" pitchFamily="49" charset="0"/>
                  <a:ea typeface="+mn-ea"/>
                  <a:cs typeface="Cascadia Code SemiBold" panose="020B0609020000020004" pitchFamily="49" charset="0"/>
                </a:rPr>
                <a:t>222222222222222222222222222222222222222</a:t>
              </a:r>
              <a:endPara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srgbClr val="E7E6E6">
                    <a:lumMod val="10000"/>
                  </a:srgbClr>
                </a:solidFill>
                <a:effectLst/>
                <a:uLnTx/>
                <a:uFillTx/>
                <a:latin typeface="Cascadia Code SemiBold" panose="020B0609020000020004" pitchFamily="49" charset="0"/>
                <a:ea typeface="+mn-ea"/>
                <a:cs typeface="Cascadia Code SemiBold" panose="020B0609020000020004" pitchFamily="49" charset="0"/>
              </a:endParaRPr>
            </a:p>
          </p:txBody>
        </p:sp>
        <p:sp>
          <p:nvSpPr>
            <p:cNvPr id="11" name="Прямоугольник 10">
              <a:extLst>
                <a:ext uri="{FF2B5EF4-FFF2-40B4-BE49-F238E27FC236}">
                  <a16:creationId xmlns:a16="http://schemas.microsoft.com/office/drawing/2014/main" id="{84A0AC14-7366-6ACA-25E8-9CBFC872FB5D}"/>
                </a:ext>
              </a:extLst>
            </p:cNvPr>
            <p:cNvSpPr/>
            <p:nvPr/>
          </p:nvSpPr>
          <p:spPr>
            <a:xfrm>
              <a:off x="12495195" y="1323439"/>
              <a:ext cx="247649" cy="5101888"/>
            </a:xfrm>
            <a:prstGeom prst="rect">
              <a:avLst/>
            </a:prstGeom>
            <a:solidFill>
              <a:schemeClr val="bg2">
                <a:lumMod val="1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2" name="Прямоугольник 11">
              <a:extLst>
                <a:ext uri="{FF2B5EF4-FFF2-40B4-BE49-F238E27FC236}">
                  <a16:creationId xmlns:a16="http://schemas.microsoft.com/office/drawing/2014/main" id="{10105211-AD61-6AFC-2395-3D8DD158747A}"/>
                </a:ext>
              </a:extLst>
            </p:cNvPr>
            <p:cNvSpPr/>
            <p:nvPr/>
          </p:nvSpPr>
          <p:spPr>
            <a:xfrm>
              <a:off x="22187853" y="1323439"/>
              <a:ext cx="247650" cy="5101888"/>
            </a:xfrm>
            <a:prstGeom prst="rect">
              <a:avLst/>
            </a:prstGeom>
            <a:solidFill>
              <a:schemeClr val="bg2">
                <a:lumMod val="1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pic>
          <p:nvPicPr>
            <p:cNvPr id="16" name="Рисунок 15">
              <a:extLst>
                <a:ext uri="{FF2B5EF4-FFF2-40B4-BE49-F238E27FC236}">
                  <a16:creationId xmlns:a16="http://schemas.microsoft.com/office/drawing/2014/main" id="{11C11892-DACD-C545-6E64-F7A7F7B75CF8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13473436" y="1774285"/>
              <a:ext cx="8107649" cy="4205388"/>
            </a:xfrm>
            <a:prstGeom prst="rect">
              <a:avLst/>
            </a:prstGeom>
          </p:spPr>
        </p:pic>
      </p:grpSp>
      <p:grpSp>
        <p:nvGrpSpPr>
          <p:cNvPr id="18" name="!!Item3!!">
            <a:extLst>
              <a:ext uri="{FF2B5EF4-FFF2-40B4-BE49-F238E27FC236}">
                <a16:creationId xmlns:a16="http://schemas.microsoft.com/office/drawing/2014/main" id="{22F6533A-62F7-0936-EF48-5B4922DB5E51}"/>
              </a:ext>
            </a:extLst>
          </p:cNvPr>
          <p:cNvGrpSpPr/>
          <p:nvPr/>
        </p:nvGrpSpPr>
        <p:grpSpPr>
          <a:xfrm>
            <a:off x="12528594" y="1178562"/>
            <a:ext cx="9940308" cy="5394910"/>
            <a:chOff x="12495195" y="1178562"/>
            <a:chExt cx="9940308" cy="5394910"/>
          </a:xfrm>
        </p:grpSpPr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2215D370-2175-B070-4AB7-E620C2257F4C}"/>
                </a:ext>
              </a:extLst>
            </p:cNvPr>
            <p:cNvSpPr txBox="1"/>
            <p:nvPr/>
          </p:nvSpPr>
          <p:spPr>
            <a:xfrm>
              <a:off x="12742845" y="1178562"/>
              <a:ext cx="9568834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3200" b="0" i="0" u="none" strike="noStrike" kern="1200" cap="none" spc="0" normalizeH="0" baseline="0" noProof="0" dirty="0">
                  <a:ln>
                    <a:noFill/>
                  </a:ln>
                  <a:solidFill>
                    <a:srgbClr val="E7E6E6">
                      <a:lumMod val="10000"/>
                    </a:srgbClr>
                  </a:solidFill>
                  <a:effectLst/>
                  <a:uLnTx/>
                  <a:uFillTx/>
                  <a:latin typeface="Cascadia Code SemiBold" panose="020B0609020000020004" pitchFamily="49" charset="0"/>
                  <a:ea typeface="+mn-ea"/>
                  <a:cs typeface="Cascadia Code SemiBold" panose="020B0609020000020004" pitchFamily="49" charset="0"/>
                </a:rPr>
                <a:t>333333333333333333333333333333333333333</a:t>
              </a:r>
              <a:endPara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srgbClr val="E7E6E6">
                    <a:lumMod val="10000"/>
                  </a:srgbClr>
                </a:solidFill>
                <a:effectLst/>
                <a:uLnTx/>
                <a:uFillTx/>
                <a:latin typeface="Cascadia Code SemiBold" panose="020B0609020000020004" pitchFamily="49" charset="0"/>
                <a:ea typeface="+mn-ea"/>
                <a:cs typeface="Cascadia Code SemiBold" panose="020B0609020000020004" pitchFamily="49" charset="0"/>
              </a:endParaRPr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4C50B03E-13F0-5278-9C57-BCCD706E6EB5}"/>
                </a:ext>
              </a:extLst>
            </p:cNvPr>
            <p:cNvSpPr txBox="1"/>
            <p:nvPr/>
          </p:nvSpPr>
          <p:spPr>
            <a:xfrm>
              <a:off x="12742844" y="5988697"/>
              <a:ext cx="9568834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3200" b="0" i="0" u="none" strike="noStrike" kern="1200" cap="none" spc="0" normalizeH="0" baseline="0" noProof="0" dirty="0">
                  <a:ln>
                    <a:noFill/>
                  </a:ln>
                  <a:solidFill>
                    <a:srgbClr val="E7E6E6">
                      <a:lumMod val="10000"/>
                    </a:srgbClr>
                  </a:solidFill>
                  <a:effectLst/>
                  <a:uLnTx/>
                  <a:uFillTx/>
                  <a:latin typeface="Cascadia Code SemiBold" panose="020B0609020000020004" pitchFamily="49" charset="0"/>
                  <a:ea typeface="+mn-ea"/>
                  <a:cs typeface="Cascadia Code SemiBold" panose="020B0609020000020004" pitchFamily="49" charset="0"/>
                </a:rPr>
                <a:t>333333333333333333333333333333333333333</a:t>
              </a:r>
              <a:endPara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srgbClr val="E7E6E6">
                    <a:lumMod val="10000"/>
                  </a:srgbClr>
                </a:solidFill>
                <a:effectLst/>
                <a:uLnTx/>
                <a:uFillTx/>
                <a:latin typeface="Cascadia Code SemiBold" panose="020B0609020000020004" pitchFamily="49" charset="0"/>
                <a:ea typeface="+mn-ea"/>
                <a:cs typeface="Cascadia Code SemiBold" panose="020B0609020000020004" pitchFamily="49" charset="0"/>
              </a:endParaRPr>
            </a:p>
          </p:txBody>
        </p:sp>
        <p:sp>
          <p:nvSpPr>
            <p:cNvPr id="25" name="Прямоугольник 24">
              <a:extLst>
                <a:ext uri="{FF2B5EF4-FFF2-40B4-BE49-F238E27FC236}">
                  <a16:creationId xmlns:a16="http://schemas.microsoft.com/office/drawing/2014/main" id="{FD3ECAF6-87BD-4FDD-9A31-423DFE4E3585}"/>
                </a:ext>
              </a:extLst>
            </p:cNvPr>
            <p:cNvSpPr/>
            <p:nvPr/>
          </p:nvSpPr>
          <p:spPr>
            <a:xfrm>
              <a:off x="12495195" y="1323439"/>
              <a:ext cx="247649" cy="5101888"/>
            </a:xfrm>
            <a:prstGeom prst="rect">
              <a:avLst/>
            </a:prstGeom>
            <a:solidFill>
              <a:schemeClr val="bg2">
                <a:lumMod val="1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6" name="Прямоугольник 25">
              <a:extLst>
                <a:ext uri="{FF2B5EF4-FFF2-40B4-BE49-F238E27FC236}">
                  <a16:creationId xmlns:a16="http://schemas.microsoft.com/office/drawing/2014/main" id="{A1524641-2514-30B3-7569-4F0A9CE9BE50}"/>
                </a:ext>
              </a:extLst>
            </p:cNvPr>
            <p:cNvSpPr/>
            <p:nvPr/>
          </p:nvSpPr>
          <p:spPr>
            <a:xfrm>
              <a:off x="22187853" y="1323439"/>
              <a:ext cx="247650" cy="5101888"/>
            </a:xfrm>
            <a:prstGeom prst="rect">
              <a:avLst/>
            </a:prstGeom>
            <a:solidFill>
              <a:schemeClr val="bg2">
                <a:lumMod val="1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pic>
          <p:nvPicPr>
            <p:cNvPr id="27" name="Рисунок 26">
              <a:extLst>
                <a:ext uri="{FF2B5EF4-FFF2-40B4-BE49-F238E27FC236}">
                  <a16:creationId xmlns:a16="http://schemas.microsoft.com/office/drawing/2014/main" id="{1FB34EAE-3F8F-DF91-A42C-A925C0FE64FC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13487875" y="1774285"/>
              <a:ext cx="8078771" cy="4205388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666178161"/>
      </p:ext>
    </p:extLst>
  </p:cSld>
  <p:clrMapOvr>
    <a:masterClrMapping/>
  </p:clrMapOvr>
  <p:transition spd="slow">
    <p:push dir="u"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95000"/>
            <a:lumOff val="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F89E683-C06C-14A1-6D50-F226FC1608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!!TitleSection!!">
            <a:extLst>
              <a:ext uri="{FF2B5EF4-FFF2-40B4-BE49-F238E27FC236}">
                <a16:creationId xmlns:a16="http://schemas.microsoft.com/office/drawing/2014/main" id="{4CF741D6-1F6B-6DA4-DE77-5DFA1B7272BA}"/>
              </a:ext>
            </a:extLst>
          </p:cNvPr>
          <p:cNvGrpSpPr/>
          <p:nvPr/>
        </p:nvGrpSpPr>
        <p:grpSpPr>
          <a:xfrm>
            <a:off x="2423161" y="0"/>
            <a:ext cx="17163988" cy="1323439"/>
            <a:chOff x="2423161" y="0"/>
            <a:chExt cx="17163988" cy="1323439"/>
          </a:xfrm>
        </p:grpSpPr>
        <p:sp>
          <p:nvSpPr>
            <p:cNvPr id="6" name="!!UnderTitle!!">
              <a:extLst>
                <a:ext uri="{FF2B5EF4-FFF2-40B4-BE49-F238E27FC236}">
                  <a16:creationId xmlns:a16="http://schemas.microsoft.com/office/drawing/2014/main" id="{F09DC0D0-8A74-F373-021E-A13915429D24}"/>
                </a:ext>
              </a:extLst>
            </p:cNvPr>
            <p:cNvSpPr txBox="1"/>
            <p:nvPr/>
          </p:nvSpPr>
          <p:spPr>
            <a:xfrm>
              <a:off x="2828689" y="0"/>
              <a:ext cx="16758460" cy="132343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000" b="0" i="0" u="none" strike="noStrike" kern="1200" cap="none" spc="-300" normalizeH="0" baseline="0" noProof="0" dirty="0">
                  <a:ln>
                    <a:noFill/>
                  </a:ln>
                  <a:solidFill>
                    <a:srgbClr val="E7E6E6">
                      <a:lumMod val="10000"/>
                    </a:srgbClr>
                  </a:solidFill>
                  <a:effectLst/>
                  <a:uLnTx/>
                  <a:uFillTx/>
                  <a:latin typeface="Cascadia Code SemiBold" panose="020B0609020000020004" pitchFamily="49" charset="0"/>
                  <a:ea typeface="+mn-ea"/>
                  <a:cs typeface="Cascadia Code SemiBold" panose="020B0609020000020004" pitchFamily="49" charset="0"/>
                </a:rPr>
                <a:t>////////////////////</a:t>
              </a:r>
              <a:endParaRPr kumimoji="0" lang="ru-RU" sz="8000" b="0" i="0" u="none" strike="noStrike" kern="1200" cap="none" spc="-300" normalizeH="0" baseline="0" noProof="0" dirty="0">
                <a:ln>
                  <a:noFill/>
                </a:ln>
                <a:solidFill>
                  <a:srgbClr val="E7E6E6">
                    <a:lumMod val="10000"/>
                  </a:srgbClr>
                </a:solidFill>
                <a:effectLst/>
                <a:uLnTx/>
                <a:uFillTx/>
                <a:latin typeface="Cascadia Code SemiBold" panose="020B0609020000020004" pitchFamily="49" charset="0"/>
                <a:ea typeface="+mn-ea"/>
                <a:cs typeface="Cascadia Code SemiBold" panose="020B0609020000020004" pitchFamily="49" charset="0"/>
              </a:endParaRPr>
            </a:p>
          </p:txBody>
        </p:sp>
        <p:sp>
          <p:nvSpPr>
            <p:cNvPr id="3" name="!!Title!!">
              <a:extLst>
                <a:ext uri="{FF2B5EF4-FFF2-40B4-BE49-F238E27FC236}">
                  <a16:creationId xmlns:a16="http://schemas.microsoft.com/office/drawing/2014/main" id="{65821985-EFB0-A928-D239-49FC0A3D3154}"/>
                </a:ext>
              </a:extLst>
            </p:cNvPr>
            <p:cNvSpPr txBox="1"/>
            <p:nvPr/>
          </p:nvSpPr>
          <p:spPr>
            <a:xfrm>
              <a:off x="2828689" y="284528"/>
              <a:ext cx="6712111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36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scadia Code SemiBold" panose="020B0609020000020004" pitchFamily="49" charset="0"/>
                  <a:ea typeface="+mn-ea"/>
                  <a:cs typeface="Cascadia Code SemiBold" panose="020B0609020000020004" pitchFamily="49" charset="0"/>
                </a:rPr>
                <a:t>Предпроектный анализ</a:t>
              </a:r>
            </a:p>
          </p:txBody>
        </p:sp>
        <p:sp>
          <p:nvSpPr>
            <p:cNvPr id="4" name="!!TitleHighlighter!!">
              <a:extLst>
                <a:ext uri="{FF2B5EF4-FFF2-40B4-BE49-F238E27FC236}">
                  <a16:creationId xmlns:a16="http://schemas.microsoft.com/office/drawing/2014/main" id="{721B756E-6431-A473-6556-E1188F2DEDBB}"/>
                </a:ext>
              </a:extLst>
            </p:cNvPr>
            <p:cNvSpPr/>
            <p:nvPr/>
          </p:nvSpPr>
          <p:spPr>
            <a:xfrm>
              <a:off x="2423161" y="91666"/>
              <a:ext cx="309600" cy="1100757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grpSp>
        <p:nvGrpSpPr>
          <p:cNvPr id="13" name="!!PtpitLogo!!">
            <a:extLst>
              <a:ext uri="{FF2B5EF4-FFF2-40B4-BE49-F238E27FC236}">
                <a16:creationId xmlns:a16="http://schemas.microsoft.com/office/drawing/2014/main" id="{C13530CE-C07C-D89B-DD14-F31115416586}"/>
              </a:ext>
            </a:extLst>
          </p:cNvPr>
          <p:cNvGrpSpPr/>
          <p:nvPr/>
        </p:nvGrpSpPr>
        <p:grpSpPr>
          <a:xfrm>
            <a:off x="42438" y="91666"/>
            <a:ext cx="2208090" cy="1100757"/>
            <a:chOff x="42438" y="91666"/>
            <a:chExt cx="2208090" cy="1100757"/>
          </a:xfrm>
        </p:grpSpPr>
        <p:pic>
          <p:nvPicPr>
            <p:cNvPr id="14" name="!!PtpitLogo2!!">
              <a:extLst>
                <a:ext uri="{FF2B5EF4-FFF2-40B4-BE49-F238E27FC236}">
                  <a16:creationId xmlns:a16="http://schemas.microsoft.com/office/drawing/2014/main" id="{7B1729C9-7E94-E67D-1291-FB88BF43419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biLevel thresh="7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146483" y="91666"/>
              <a:ext cx="1104045" cy="1100757"/>
            </a:xfrm>
            <a:prstGeom prst="rect">
              <a:avLst/>
            </a:prstGeom>
            <a:solidFill>
              <a:schemeClr val="bg1"/>
            </a:solidFill>
          </p:spPr>
        </p:pic>
        <p:pic>
          <p:nvPicPr>
            <p:cNvPr id="15" name="!!PtpitLogo1!!">
              <a:extLst>
                <a:ext uri="{FF2B5EF4-FFF2-40B4-BE49-F238E27FC236}">
                  <a16:creationId xmlns:a16="http://schemas.microsoft.com/office/drawing/2014/main" id="{E07B25E7-1518-23AC-69E3-A47F93DB07B4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biLevel thresh="5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2438" y="91666"/>
              <a:ext cx="1104045" cy="1100757"/>
            </a:xfrm>
            <a:prstGeom prst="rect">
              <a:avLst/>
            </a:prstGeom>
            <a:noFill/>
          </p:spPr>
        </p:pic>
      </p:grpSp>
      <p:sp>
        <p:nvSpPr>
          <p:cNvPr id="10" name="!!Perm2026!!">
            <a:extLst>
              <a:ext uri="{FF2B5EF4-FFF2-40B4-BE49-F238E27FC236}">
                <a16:creationId xmlns:a16="http://schemas.microsoft.com/office/drawing/2014/main" id="{3BA27E29-0D38-56FA-E352-F3AD8EC027C1}"/>
              </a:ext>
            </a:extLst>
          </p:cNvPr>
          <p:cNvSpPr txBox="1"/>
          <p:nvPr/>
        </p:nvSpPr>
        <p:spPr>
          <a:xfrm>
            <a:off x="10639724" y="6425327"/>
            <a:ext cx="210312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scadia Code SemiBold" panose="020B0609020000020004" pitchFamily="49" charset="0"/>
                <a:ea typeface="+mn-ea"/>
                <a:cs typeface="Cascadia Code SemiBold" panose="020B0609020000020004" pitchFamily="49" charset="0"/>
              </a:rPr>
              <a:t>Пермь, 2026</a:t>
            </a:r>
          </a:p>
        </p:txBody>
      </p:sp>
      <p:grpSp>
        <p:nvGrpSpPr>
          <p:cNvPr id="2" name="!!Item2!!">
            <a:extLst>
              <a:ext uri="{FF2B5EF4-FFF2-40B4-BE49-F238E27FC236}">
                <a16:creationId xmlns:a16="http://schemas.microsoft.com/office/drawing/2014/main" id="{27649789-4CF4-BE7D-BFCC-A6A5383D8CC5}"/>
              </a:ext>
            </a:extLst>
          </p:cNvPr>
          <p:cNvGrpSpPr/>
          <p:nvPr/>
        </p:nvGrpSpPr>
        <p:grpSpPr>
          <a:xfrm>
            <a:off x="-10275076" y="1178562"/>
            <a:ext cx="9940308" cy="5394910"/>
            <a:chOff x="12495195" y="1178562"/>
            <a:chExt cx="9940308" cy="5394910"/>
          </a:xfrm>
        </p:grpSpPr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591A609A-6932-4B61-BDF6-47404466F5CF}"/>
                </a:ext>
              </a:extLst>
            </p:cNvPr>
            <p:cNvSpPr txBox="1"/>
            <p:nvPr/>
          </p:nvSpPr>
          <p:spPr>
            <a:xfrm>
              <a:off x="12742845" y="1178562"/>
              <a:ext cx="9568834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3200" b="0" i="0" u="none" strike="noStrike" kern="1200" cap="none" spc="0" normalizeH="0" baseline="0" noProof="0" dirty="0">
                  <a:ln>
                    <a:noFill/>
                  </a:ln>
                  <a:solidFill>
                    <a:srgbClr val="E7E6E6">
                      <a:lumMod val="10000"/>
                    </a:srgbClr>
                  </a:solidFill>
                  <a:effectLst/>
                  <a:uLnTx/>
                  <a:uFillTx/>
                  <a:latin typeface="Cascadia Code SemiBold" panose="020B0609020000020004" pitchFamily="49" charset="0"/>
                  <a:ea typeface="+mn-ea"/>
                  <a:cs typeface="Cascadia Code SemiBold" panose="020B0609020000020004" pitchFamily="49" charset="0"/>
                </a:rPr>
                <a:t>222222222222222222222222222222222222222</a:t>
              </a:r>
              <a:endPara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srgbClr val="E7E6E6">
                    <a:lumMod val="10000"/>
                  </a:srgbClr>
                </a:solidFill>
                <a:effectLst/>
                <a:uLnTx/>
                <a:uFillTx/>
                <a:latin typeface="Cascadia Code SemiBold" panose="020B0609020000020004" pitchFamily="49" charset="0"/>
                <a:ea typeface="+mn-ea"/>
                <a:cs typeface="Cascadia Code SemiBold" panose="020B0609020000020004" pitchFamily="49" charset="0"/>
              </a:endParaRP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3B6013BF-EC38-8C0B-E5A1-149C817B77F4}"/>
                </a:ext>
              </a:extLst>
            </p:cNvPr>
            <p:cNvSpPr txBox="1"/>
            <p:nvPr/>
          </p:nvSpPr>
          <p:spPr>
            <a:xfrm>
              <a:off x="12742844" y="5988697"/>
              <a:ext cx="9568834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3200" b="0" i="0" u="none" strike="noStrike" kern="1200" cap="none" spc="0" normalizeH="0" baseline="0" noProof="0" dirty="0">
                  <a:ln>
                    <a:noFill/>
                  </a:ln>
                  <a:solidFill>
                    <a:srgbClr val="E7E6E6">
                      <a:lumMod val="10000"/>
                    </a:srgbClr>
                  </a:solidFill>
                  <a:effectLst/>
                  <a:uLnTx/>
                  <a:uFillTx/>
                  <a:latin typeface="Cascadia Code SemiBold" panose="020B0609020000020004" pitchFamily="49" charset="0"/>
                  <a:ea typeface="+mn-ea"/>
                  <a:cs typeface="Cascadia Code SemiBold" panose="020B0609020000020004" pitchFamily="49" charset="0"/>
                </a:rPr>
                <a:t>222222222222222222222222222222222222222</a:t>
              </a:r>
              <a:endPara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srgbClr val="E7E6E6">
                    <a:lumMod val="10000"/>
                  </a:srgbClr>
                </a:solidFill>
                <a:effectLst/>
                <a:uLnTx/>
                <a:uFillTx/>
                <a:latin typeface="Cascadia Code SemiBold" panose="020B0609020000020004" pitchFamily="49" charset="0"/>
                <a:ea typeface="+mn-ea"/>
                <a:cs typeface="Cascadia Code SemiBold" panose="020B0609020000020004" pitchFamily="49" charset="0"/>
              </a:endParaRPr>
            </a:p>
          </p:txBody>
        </p:sp>
        <p:sp>
          <p:nvSpPr>
            <p:cNvPr id="11" name="Прямоугольник 10">
              <a:extLst>
                <a:ext uri="{FF2B5EF4-FFF2-40B4-BE49-F238E27FC236}">
                  <a16:creationId xmlns:a16="http://schemas.microsoft.com/office/drawing/2014/main" id="{A612358A-8AD3-CBF3-7CF2-B436B953D6E0}"/>
                </a:ext>
              </a:extLst>
            </p:cNvPr>
            <p:cNvSpPr/>
            <p:nvPr/>
          </p:nvSpPr>
          <p:spPr>
            <a:xfrm>
              <a:off x="12495195" y="1323439"/>
              <a:ext cx="247649" cy="5101888"/>
            </a:xfrm>
            <a:prstGeom prst="rect">
              <a:avLst/>
            </a:prstGeom>
            <a:solidFill>
              <a:schemeClr val="bg2">
                <a:lumMod val="1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2" name="Прямоугольник 11">
              <a:extLst>
                <a:ext uri="{FF2B5EF4-FFF2-40B4-BE49-F238E27FC236}">
                  <a16:creationId xmlns:a16="http://schemas.microsoft.com/office/drawing/2014/main" id="{E07BC984-11B7-9799-CC05-583052545EBD}"/>
                </a:ext>
              </a:extLst>
            </p:cNvPr>
            <p:cNvSpPr/>
            <p:nvPr/>
          </p:nvSpPr>
          <p:spPr>
            <a:xfrm>
              <a:off x="22187853" y="1323439"/>
              <a:ext cx="247650" cy="5101888"/>
            </a:xfrm>
            <a:prstGeom prst="rect">
              <a:avLst/>
            </a:prstGeom>
            <a:solidFill>
              <a:schemeClr val="bg2">
                <a:lumMod val="1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pic>
          <p:nvPicPr>
            <p:cNvPr id="16" name="Рисунок 15">
              <a:extLst>
                <a:ext uri="{FF2B5EF4-FFF2-40B4-BE49-F238E27FC236}">
                  <a16:creationId xmlns:a16="http://schemas.microsoft.com/office/drawing/2014/main" id="{964E6AF0-BAB8-13A8-DE3D-A8F06FB7A833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13473436" y="1774285"/>
              <a:ext cx="8107649" cy="4205388"/>
            </a:xfrm>
            <a:prstGeom prst="rect">
              <a:avLst/>
            </a:prstGeom>
          </p:spPr>
        </p:pic>
      </p:grpSp>
      <p:grpSp>
        <p:nvGrpSpPr>
          <p:cNvPr id="18" name="!!Item3!!">
            <a:extLst>
              <a:ext uri="{FF2B5EF4-FFF2-40B4-BE49-F238E27FC236}">
                <a16:creationId xmlns:a16="http://schemas.microsoft.com/office/drawing/2014/main" id="{9281BA2C-8DBE-C581-049C-FA0D795F6448}"/>
              </a:ext>
            </a:extLst>
          </p:cNvPr>
          <p:cNvGrpSpPr/>
          <p:nvPr/>
        </p:nvGrpSpPr>
        <p:grpSpPr>
          <a:xfrm>
            <a:off x="1125846" y="1178562"/>
            <a:ext cx="9940308" cy="5394910"/>
            <a:chOff x="12495195" y="1178562"/>
            <a:chExt cx="9940308" cy="5394910"/>
          </a:xfrm>
        </p:grpSpPr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FB1C9F98-8ED8-C149-F5B0-616C00C0BCDB}"/>
                </a:ext>
              </a:extLst>
            </p:cNvPr>
            <p:cNvSpPr txBox="1"/>
            <p:nvPr/>
          </p:nvSpPr>
          <p:spPr>
            <a:xfrm>
              <a:off x="12742845" y="1178562"/>
              <a:ext cx="9568834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3200" b="0" i="0" u="none" strike="noStrike" kern="1200" cap="none" spc="0" normalizeH="0" baseline="0" noProof="0" dirty="0">
                  <a:ln>
                    <a:noFill/>
                  </a:ln>
                  <a:solidFill>
                    <a:srgbClr val="E7E6E6">
                      <a:lumMod val="10000"/>
                    </a:srgbClr>
                  </a:solidFill>
                  <a:effectLst/>
                  <a:uLnTx/>
                  <a:uFillTx/>
                  <a:latin typeface="Cascadia Code SemiBold" panose="020B0609020000020004" pitchFamily="49" charset="0"/>
                  <a:ea typeface="+mn-ea"/>
                  <a:cs typeface="Cascadia Code SemiBold" panose="020B0609020000020004" pitchFamily="49" charset="0"/>
                </a:rPr>
                <a:t>333333333333333333333333333333333333333</a:t>
              </a:r>
              <a:endPara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srgbClr val="E7E6E6">
                    <a:lumMod val="10000"/>
                  </a:srgbClr>
                </a:solidFill>
                <a:effectLst/>
                <a:uLnTx/>
                <a:uFillTx/>
                <a:latin typeface="Cascadia Code SemiBold" panose="020B0609020000020004" pitchFamily="49" charset="0"/>
                <a:ea typeface="+mn-ea"/>
                <a:cs typeface="Cascadia Code SemiBold" panose="020B0609020000020004" pitchFamily="49" charset="0"/>
              </a:endParaRPr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C58C5A19-1FE3-C830-1F07-4EC5C16F4381}"/>
                </a:ext>
              </a:extLst>
            </p:cNvPr>
            <p:cNvSpPr txBox="1"/>
            <p:nvPr/>
          </p:nvSpPr>
          <p:spPr>
            <a:xfrm>
              <a:off x="12742844" y="5988697"/>
              <a:ext cx="9568834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3200" b="0" i="0" u="none" strike="noStrike" kern="1200" cap="none" spc="0" normalizeH="0" baseline="0" noProof="0" dirty="0">
                  <a:ln>
                    <a:noFill/>
                  </a:ln>
                  <a:solidFill>
                    <a:srgbClr val="E7E6E6">
                      <a:lumMod val="10000"/>
                    </a:srgbClr>
                  </a:solidFill>
                  <a:effectLst/>
                  <a:uLnTx/>
                  <a:uFillTx/>
                  <a:latin typeface="Cascadia Code SemiBold" panose="020B0609020000020004" pitchFamily="49" charset="0"/>
                  <a:ea typeface="+mn-ea"/>
                  <a:cs typeface="Cascadia Code SemiBold" panose="020B0609020000020004" pitchFamily="49" charset="0"/>
                </a:rPr>
                <a:t>333333333333333333333333333333333333333</a:t>
              </a:r>
              <a:endPara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srgbClr val="E7E6E6">
                    <a:lumMod val="10000"/>
                  </a:srgbClr>
                </a:solidFill>
                <a:effectLst/>
                <a:uLnTx/>
                <a:uFillTx/>
                <a:latin typeface="Cascadia Code SemiBold" panose="020B0609020000020004" pitchFamily="49" charset="0"/>
                <a:ea typeface="+mn-ea"/>
                <a:cs typeface="Cascadia Code SemiBold" panose="020B0609020000020004" pitchFamily="49" charset="0"/>
              </a:endParaRPr>
            </a:p>
          </p:txBody>
        </p:sp>
        <p:sp>
          <p:nvSpPr>
            <p:cNvPr id="25" name="Прямоугольник 24">
              <a:extLst>
                <a:ext uri="{FF2B5EF4-FFF2-40B4-BE49-F238E27FC236}">
                  <a16:creationId xmlns:a16="http://schemas.microsoft.com/office/drawing/2014/main" id="{726AF073-A000-2156-2926-F43E6A36A5CA}"/>
                </a:ext>
              </a:extLst>
            </p:cNvPr>
            <p:cNvSpPr/>
            <p:nvPr/>
          </p:nvSpPr>
          <p:spPr>
            <a:xfrm>
              <a:off x="12495195" y="1323439"/>
              <a:ext cx="247649" cy="5101888"/>
            </a:xfrm>
            <a:prstGeom prst="rect">
              <a:avLst/>
            </a:prstGeom>
            <a:solidFill>
              <a:schemeClr val="bg2">
                <a:lumMod val="1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6" name="Прямоугольник 25">
              <a:extLst>
                <a:ext uri="{FF2B5EF4-FFF2-40B4-BE49-F238E27FC236}">
                  <a16:creationId xmlns:a16="http://schemas.microsoft.com/office/drawing/2014/main" id="{6FDF7262-E6C6-D6E3-4630-9BDEE3F78818}"/>
                </a:ext>
              </a:extLst>
            </p:cNvPr>
            <p:cNvSpPr/>
            <p:nvPr/>
          </p:nvSpPr>
          <p:spPr>
            <a:xfrm>
              <a:off x="22187853" y="1323439"/>
              <a:ext cx="247650" cy="5101888"/>
            </a:xfrm>
            <a:prstGeom prst="rect">
              <a:avLst/>
            </a:prstGeom>
            <a:solidFill>
              <a:schemeClr val="bg2">
                <a:lumMod val="1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pic>
          <p:nvPicPr>
            <p:cNvPr id="27" name="Рисунок 26">
              <a:extLst>
                <a:ext uri="{FF2B5EF4-FFF2-40B4-BE49-F238E27FC236}">
                  <a16:creationId xmlns:a16="http://schemas.microsoft.com/office/drawing/2014/main" id="{4E0023D7-471E-4942-0643-7E26F7C36112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13487875" y="1774285"/>
              <a:ext cx="8078771" cy="4205388"/>
            </a:xfrm>
            <a:prstGeom prst="rect">
              <a:avLst/>
            </a:prstGeom>
          </p:spPr>
        </p:pic>
      </p:grpSp>
      <p:grpSp>
        <p:nvGrpSpPr>
          <p:cNvPr id="28" name="!!Item4!!">
            <a:extLst>
              <a:ext uri="{FF2B5EF4-FFF2-40B4-BE49-F238E27FC236}">
                <a16:creationId xmlns:a16="http://schemas.microsoft.com/office/drawing/2014/main" id="{D58E3719-84C9-B7E6-2926-2A542622BD66}"/>
              </a:ext>
            </a:extLst>
          </p:cNvPr>
          <p:cNvGrpSpPr/>
          <p:nvPr/>
        </p:nvGrpSpPr>
        <p:grpSpPr>
          <a:xfrm>
            <a:off x="12742844" y="1178562"/>
            <a:ext cx="9940308" cy="5394910"/>
            <a:chOff x="12495195" y="1178562"/>
            <a:chExt cx="9940308" cy="5394910"/>
          </a:xfrm>
        </p:grpSpPr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1837F3F7-05B8-DF5B-AE60-F94D894C1AF4}"/>
                </a:ext>
              </a:extLst>
            </p:cNvPr>
            <p:cNvSpPr txBox="1"/>
            <p:nvPr/>
          </p:nvSpPr>
          <p:spPr>
            <a:xfrm>
              <a:off x="12742845" y="1178562"/>
              <a:ext cx="9568834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3200" b="0" i="0" u="none" strike="noStrike" kern="1200" cap="none" spc="0" normalizeH="0" baseline="0" noProof="0" dirty="0">
                  <a:ln>
                    <a:noFill/>
                  </a:ln>
                  <a:solidFill>
                    <a:srgbClr val="E7E6E6">
                      <a:lumMod val="10000"/>
                    </a:srgbClr>
                  </a:solidFill>
                  <a:effectLst/>
                  <a:uLnTx/>
                  <a:uFillTx/>
                  <a:latin typeface="Cascadia Code SemiBold" panose="020B0609020000020004" pitchFamily="49" charset="0"/>
                  <a:ea typeface="+mn-ea"/>
                  <a:cs typeface="Cascadia Code SemiBold" panose="020B0609020000020004" pitchFamily="49" charset="0"/>
                </a:rPr>
                <a:t>444444444444444444444444444444444444444</a:t>
              </a:r>
              <a:endPara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srgbClr val="E7E6E6">
                    <a:lumMod val="10000"/>
                  </a:srgbClr>
                </a:solidFill>
                <a:effectLst/>
                <a:uLnTx/>
                <a:uFillTx/>
                <a:latin typeface="Cascadia Code SemiBold" panose="020B0609020000020004" pitchFamily="49" charset="0"/>
                <a:ea typeface="+mn-ea"/>
                <a:cs typeface="Cascadia Code SemiBold" panose="020B0609020000020004" pitchFamily="49" charset="0"/>
              </a:endParaRPr>
            </a:p>
          </p:txBody>
        </p: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A5D9B99C-2AC0-423A-D844-E6770DA2B3EF}"/>
                </a:ext>
              </a:extLst>
            </p:cNvPr>
            <p:cNvSpPr txBox="1"/>
            <p:nvPr/>
          </p:nvSpPr>
          <p:spPr>
            <a:xfrm>
              <a:off x="12742844" y="5988697"/>
              <a:ext cx="9568834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3200" b="0" i="0" u="none" strike="noStrike" kern="1200" cap="none" spc="0" normalizeH="0" baseline="0" noProof="0" dirty="0">
                  <a:ln>
                    <a:noFill/>
                  </a:ln>
                  <a:solidFill>
                    <a:srgbClr val="E7E6E6">
                      <a:lumMod val="10000"/>
                    </a:srgbClr>
                  </a:solidFill>
                  <a:effectLst/>
                  <a:uLnTx/>
                  <a:uFillTx/>
                  <a:latin typeface="Cascadia Code SemiBold" panose="020B0609020000020004" pitchFamily="49" charset="0"/>
                  <a:ea typeface="+mn-ea"/>
                  <a:cs typeface="Cascadia Code SemiBold" panose="020B0609020000020004" pitchFamily="49" charset="0"/>
                </a:rPr>
                <a:t>444444444444444444444444444444444444444</a:t>
              </a:r>
              <a:endPara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srgbClr val="E7E6E6">
                    <a:lumMod val="10000"/>
                  </a:srgbClr>
                </a:solidFill>
                <a:effectLst/>
                <a:uLnTx/>
                <a:uFillTx/>
                <a:latin typeface="Cascadia Code SemiBold" panose="020B0609020000020004" pitchFamily="49" charset="0"/>
                <a:ea typeface="+mn-ea"/>
                <a:cs typeface="Cascadia Code SemiBold" panose="020B0609020000020004" pitchFamily="49" charset="0"/>
              </a:endParaRPr>
            </a:p>
          </p:txBody>
        </p:sp>
        <p:sp>
          <p:nvSpPr>
            <p:cNvPr id="31" name="Прямоугольник 30">
              <a:extLst>
                <a:ext uri="{FF2B5EF4-FFF2-40B4-BE49-F238E27FC236}">
                  <a16:creationId xmlns:a16="http://schemas.microsoft.com/office/drawing/2014/main" id="{E37EB780-E089-5462-557F-440D91C90C92}"/>
                </a:ext>
              </a:extLst>
            </p:cNvPr>
            <p:cNvSpPr/>
            <p:nvPr/>
          </p:nvSpPr>
          <p:spPr>
            <a:xfrm>
              <a:off x="12495195" y="1323439"/>
              <a:ext cx="247649" cy="5101888"/>
            </a:xfrm>
            <a:prstGeom prst="rect">
              <a:avLst/>
            </a:prstGeom>
            <a:solidFill>
              <a:schemeClr val="bg2">
                <a:lumMod val="1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2" name="Прямоугольник 31">
              <a:extLst>
                <a:ext uri="{FF2B5EF4-FFF2-40B4-BE49-F238E27FC236}">
                  <a16:creationId xmlns:a16="http://schemas.microsoft.com/office/drawing/2014/main" id="{2B5C145A-F443-E211-71EB-B9A050B021EB}"/>
                </a:ext>
              </a:extLst>
            </p:cNvPr>
            <p:cNvSpPr/>
            <p:nvPr/>
          </p:nvSpPr>
          <p:spPr>
            <a:xfrm>
              <a:off x="22187853" y="1323439"/>
              <a:ext cx="247650" cy="5101888"/>
            </a:xfrm>
            <a:prstGeom prst="rect">
              <a:avLst/>
            </a:prstGeom>
            <a:solidFill>
              <a:schemeClr val="bg2">
                <a:lumMod val="1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pic>
          <p:nvPicPr>
            <p:cNvPr id="33" name="Рисунок 32">
              <a:extLst>
                <a:ext uri="{FF2B5EF4-FFF2-40B4-BE49-F238E27FC236}">
                  <a16:creationId xmlns:a16="http://schemas.microsoft.com/office/drawing/2014/main" id="{262F78B6-3B04-E17A-5F77-CCA77EA43E75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13487875" y="1792749"/>
              <a:ext cx="8078771" cy="4168459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120838072"/>
      </p:ext>
    </p:extLst>
  </p:cSld>
  <p:clrMapOvr>
    <a:masterClrMapping/>
  </p:clrMapOvr>
  <p:transition spd="slow">
    <p:push dir="u"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95000"/>
            <a:lumOff val="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754FCFB-D12E-B70F-E5EC-31E6C5BD6D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!!TitleSection!!">
            <a:extLst>
              <a:ext uri="{FF2B5EF4-FFF2-40B4-BE49-F238E27FC236}">
                <a16:creationId xmlns:a16="http://schemas.microsoft.com/office/drawing/2014/main" id="{AC37B557-BFB5-1807-CAB6-6DE7152C4509}"/>
              </a:ext>
            </a:extLst>
          </p:cNvPr>
          <p:cNvGrpSpPr/>
          <p:nvPr/>
        </p:nvGrpSpPr>
        <p:grpSpPr>
          <a:xfrm>
            <a:off x="2423161" y="0"/>
            <a:ext cx="17163988" cy="1323439"/>
            <a:chOff x="2423161" y="0"/>
            <a:chExt cx="17163988" cy="1323439"/>
          </a:xfrm>
        </p:grpSpPr>
        <p:sp>
          <p:nvSpPr>
            <p:cNvPr id="6" name="!!UnderTitle!!">
              <a:extLst>
                <a:ext uri="{FF2B5EF4-FFF2-40B4-BE49-F238E27FC236}">
                  <a16:creationId xmlns:a16="http://schemas.microsoft.com/office/drawing/2014/main" id="{CF475DD7-EC82-3213-4B42-EFB19E578F9D}"/>
                </a:ext>
              </a:extLst>
            </p:cNvPr>
            <p:cNvSpPr txBox="1"/>
            <p:nvPr/>
          </p:nvSpPr>
          <p:spPr>
            <a:xfrm>
              <a:off x="2828689" y="0"/>
              <a:ext cx="16758460" cy="132343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000" b="0" i="0" u="none" strike="noStrike" kern="1200" cap="none" spc="-300" normalizeH="0" baseline="0" noProof="0" dirty="0">
                  <a:ln>
                    <a:noFill/>
                  </a:ln>
                  <a:solidFill>
                    <a:srgbClr val="E7E6E6">
                      <a:lumMod val="10000"/>
                    </a:srgbClr>
                  </a:solidFill>
                  <a:effectLst/>
                  <a:uLnTx/>
                  <a:uFillTx/>
                  <a:latin typeface="Cascadia Code SemiBold" panose="020B0609020000020004" pitchFamily="49" charset="0"/>
                  <a:ea typeface="+mn-ea"/>
                  <a:cs typeface="Cascadia Code SemiBold" panose="020B0609020000020004" pitchFamily="49" charset="0"/>
                </a:rPr>
                <a:t>////////////////////</a:t>
              </a:r>
              <a:endParaRPr kumimoji="0" lang="ru-RU" sz="8000" b="0" i="0" u="none" strike="noStrike" kern="1200" cap="none" spc="-300" normalizeH="0" baseline="0" noProof="0" dirty="0">
                <a:ln>
                  <a:noFill/>
                </a:ln>
                <a:solidFill>
                  <a:srgbClr val="E7E6E6">
                    <a:lumMod val="10000"/>
                  </a:srgbClr>
                </a:solidFill>
                <a:effectLst/>
                <a:uLnTx/>
                <a:uFillTx/>
                <a:latin typeface="Cascadia Code SemiBold" panose="020B0609020000020004" pitchFamily="49" charset="0"/>
                <a:ea typeface="+mn-ea"/>
                <a:cs typeface="Cascadia Code SemiBold" panose="020B0609020000020004" pitchFamily="49" charset="0"/>
              </a:endParaRPr>
            </a:p>
          </p:txBody>
        </p:sp>
        <p:sp>
          <p:nvSpPr>
            <p:cNvPr id="3" name="!!Title!!">
              <a:extLst>
                <a:ext uri="{FF2B5EF4-FFF2-40B4-BE49-F238E27FC236}">
                  <a16:creationId xmlns:a16="http://schemas.microsoft.com/office/drawing/2014/main" id="{C269D62F-3CA0-8501-42D5-562AABB36C24}"/>
                </a:ext>
              </a:extLst>
            </p:cNvPr>
            <p:cNvSpPr txBox="1"/>
            <p:nvPr/>
          </p:nvSpPr>
          <p:spPr>
            <a:xfrm>
              <a:off x="2828689" y="284528"/>
              <a:ext cx="6712111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36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scadia Code SemiBold" panose="020B0609020000020004" pitchFamily="49" charset="0"/>
                  <a:ea typeface="+mn-ea"/>
                  <a:cs typeface="Cascadia Code SemiBold" panose="020B0609020000020004" pitchFamily="49" charset="0"/>
                </a:rPr>
                <a:t>Предпроектный анализ</a:t>
              </a:r>
            </a:p>
          </p:txBody>
        </p:sp>
        <p:sp>
          <p:nvSpPr>
            <p:cNvPr id="4" name="!!TitleHighlighter!!">
              <a:extLst>
                <a:ext uri="{FF2B5EF4-FFF2-40B4-BE49-F238E27FC236}">
                  <a16:creationId xmlns:a16="http://schemas.microsoft.com/office/drawing/2014/main" id="{743B6F02-E0C9-A9CA-98DD-56B37ED8F31F}"/>
                </a:ext>
              </a:extLst>
            </p:cNvPr>
            <p:cNvSpPr/>
            <p:nvPr/>
          </p:nvSpPr>
          <p:spPr>
            <a:xfrm>
              <a:off x="2423161" y="91666"/>
              <a:ext cx="309600" cy="1100757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grpSp>
        <p:nvGrpSpPr>
          <p:cNvPr id="13" name="!!PtpitLogo!!">
            <a:extLst>
              <a:ext uri="{FF2B5EF4-FFF2-40B4-BE49-F238E27FC236}">
                <a16:creationId xmlns:a16="http://schemas.microsoft.com/office/drawing/2014/main" id="{E0812890-C9A3-AD7E-4A2A-68AC2CC3AAED}"/>
              </a:ext>
            </a:extLst>
          </p:cNvPr>
          <p:cNvGrpSpPr/>
          <p:nvPr/>
        </p:nvGrpSpPr>
        <p:grpSpPr>
          <a:xfrm>
            <a:off x="42438" y="91666"/>
            <a:ext cx="2208090" cy="1100757"/>
            <a:chOff x="42438" y="91666"/>
            <a:chExt cx="2208090" cy="1100757"/>
          </a:xfrm>
        </p:grpSpPr>
        <p:pic>
          <p:nvPicPr>
            <p:cNvPr id="14" name="!!PtpitLogo2!!">
              <a:extLst>
                <a:ext uri="{FF2B5EF4-FFF2-40B4-BE49-F238E27FC236}">
                  <a16:creationId xmlns:a16="http://schemas.microsoft.com/office/drawing/2014/main" id="{B6937C6D-3817-C943-6299-C509F60069A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biLevel thresh="7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146483" y="91666"/>
              <a:ext cx="1104045" cy="1100757"/>
            </a:xfrm>
            <a:prstGeom prst="rect">
              <a:avLst/>
            </a:prstGeom>
            <a:solidFill>
              <a:schemeClr val="bg1"/>
            </a:solidFill>
          </p:spPr>
        </p:pic>
        <p:pic>
          <p:nvPicPr>
            <p:cNvPr id="15" name="!!PtpitLogo1!!">
              <a:extLst>
                <a:ext uri="{FF2B5EF4-FFF2-40B4-BE49-F238E27FC236}">
                  <a16:creationId xmlns:a16="http://schemas.microsoft.com/office/drawing/2014/main" id="{A49E18F9-D6DB-E369-62A1-98A652E1F93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biLevel thresh="5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2438" y="91666"/>
              <a:ext cx="1104045" cy="1100757"/>
            </a:xfrm>
            <a:prstGeom prst="rect">
              <a:avLst/>
            </a:prstGeom>
            <a:noFill/>
          </p:spPr>
        </p:pic>
      </p:grpSp>
      <p:sp>
        <p:nvSpPr>
          <p:cNvPr id="10" name="!!Perm2026!!">
            <a:extLst>
              <a:ext uri="{FF2B5EF4-FFF2-40B4-BE49-F238E27FC236}">
                <a16:creationId xmlns:a16="http://schemas.microsoft.com/office/drawing/2014/main" id="{98734084-4C14-E1DC-9D47-BE13DE4DDEDE}"/>
              </a:ext>
            </a:extLst>
          </p:cNvPr>
          <p:cNvSpPr txBox="1"/>
          <p:nvPr/>
        </p:nvSpPr>
        <p:spPr>
          <a:xfrm>
            <a:off x="10639724" y="6425327"/>
            <a:ext cx="210312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scadia Code SemiBold" panose="020B0609020000020004" pitchFamily="49" charset="0"/>
                <a:ea typeface="+mn-ea"/>
                <a:cs typeface="Cascadia Code SemiBold" panose="020B0609020000020004" pitchFamily="49" charset="0"/>
              </a:rPr>
              <a:t>Пермь, 2026</a:t>
            </a:r>
          </a:p>
        </p:txBody>
      </p:sp>
      <p:grpSp>
        <p:nvGrpSpPr>
          <p:cNvPr id="18" name="!!Item3!!">
            <a:extLst>
              <a:ext uri="{FF2B5EF4-FFF2-40B4-BE49-F238E27FC236}">
                <a16:creationId xmlns:a16="http://schemas.microsoft.com/office/drawing/2014/main" id="{37CA975E-7F1D-BC7A-3928-1A2D58962212}"/>
              </a:ext>
            </a:extLst>
          </p:cNvPr>
          <p:cNvGrpSpPr/>
          <p:nvPr/>
        </p:nvGrpSpPr>
        <p:grpSpPr>
          <a:xfrm>
            <a:off x="-10270385" y="1178562"/>
            <a:ext cx="9940308" cy="5394910"/>
            <a:chOff x="12495195" y="1178562"/>
            <a:chExt cx="9940308" cy="5394910"/>
          </a:xfrm>
        </p:grpSpPr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76BC28FE-AC83-1DE4-7C85-2131E54EDE50}"/>
                </a:ext>
              </a:extLst>
            </p:cNvPr>
            <p:cNvSpPr txBox="1"/>
            <p:nvPr/>
          </p:nvSpPr>
          <p:spPr>
            <a:xfrm>
              <a:off x="12742845" y="1178562"/>
              <a:ext cx="9568834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3200" b="0" i="0" u="none" strike="noStrike" kern="1200" cap="none" spc="0" normalizeH="0" baseline="0" noProof="0" dirty="0">
                  <a:ln>
                    <a:noFill/>
                  </a:ln>
                  <a:solidFill>
                    <a:srgbClr val="E7E6E6">
                      <a:lumMod val="10000"/>
                    </a:srgbClr>
                  </a:solidFill>
                  <a:effectLst/>
                  <a:uLnTx/>
                  <a:uFillTx/>
                  <a:latin typeface="Cascadia Code SemiBold" panose="020B0609020000020004" pitchFamily="49" charset="0"/>
                  <a:ea typeface="+mn-ea"/>
                  <a:cs typeface="Cascadia Code SemiBold" panose="020B0609020000020004" pitchFamily="49" charset="0"/>
                </a:rPr>
                <a:t>333333333333333333333333333333333333333</a:t>
              </a:r>
              <a:endPara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srgbClr val="E7E6E6">
                    <a:lumMod val="10000"/>
                  </a:srgbClr>
                </a:solidFill>
                <a:effectLst/>
                <a:uLnTx/>
                <a:uFillTx/>
                <a:latin typeface="Cascadia Code SemiBold" panose="020B0609020000020004" pitchFamily="49" charset="0"/>
                <a:ea typeface="+mn-ea"/>
                <a:cs typeface="Cascadia Code SemiBold" panose="020B0609020000020004" pitchFamily="49" charset="0"/>
              </a:endParaRPr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DC2F3BC8-7A69-6F38-E855-7439D93569E7}"/>
                </a:ext>
              </a:extLst>
            </p:cNvPr>
            <p:cNvSpPr txBox="1"/>
            <p:nvPr/>
          </p:nvSpPr>
          <p:spPr>
            <a:xfrm>
              <a:off x="12742844" y="5988697"/>
              <a:ext cx="9568834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3200" b="0" i="0" u="none" strike="noStrike" kern="1200" cap="none" spc="0" normalizeH="0" baseline="0" noProof="0" dirty="0">
                  <a:ln>
                    <a:noFill/>
                  </a:ln>
                  <a:solidFill>
                    <a:srgbClr val="E7E6E6">
                      <a:lumMod val="10000"/>
                    </a:srgbClr>
                  </a:solidFill>
                  <a:effectLst/>
                  <a:uLnTx/>
                  <a:uFillTx/>
                  <a:latin typeface="Cascadia Code SemiBold" panose="020B0609020000020004" pitchFamily="49" charset="0"/>
                  <a:ea typeface="+mn-ea"/>
                  <a:cs typeface="Cascadia Code SemiBold" panose="020B0609020000020004" pitchFamily="49" charset="0"/>
                </a:rPr>
                <a:t>333333333333333333333333333333333333333</a:t>
              </a:r>
              <a:endPara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srgbClr val="E7E6E6">
                    <a:lumMod val="10000"/>
                  </a:srgbClr>
                </a:solidFill>
                <a:effectLst/>
                <a:uLnTx/>
                <a:uFillTx/>
                <a:latin typeface="Cascadia Code SemiBold" panose="020B0609020000020004" pitchFamily="49" charset="0"/>
                <a:ea typeface="+mn-ea"/>
                <a:cs typeface="Cascadia Code SemiBold" panose="020B0609020000020004" pitchFamily="49" charset="0"/>
              </a:endParaRPr>
            </a:p>
          </p:txBody>
        </p:sp>
        <p:sp>
          <p:nvSpPr>
            <p:cNvPr id="25" name="Прямоугольник 24">
              <a:extLst>
                <a:ext uri="{FF2B5EF4-FFF2-40B4-BE49-F238E27FC236}">
                  <a16:creationId xmlns:a16="http://schemas.microsoft.com/office/drawing/2014/main" id="{E6C36A34-8B3D-CA5A-766C-E7E5510A63EB}"/>
                </a:ext>
              </a:extLst>
            </p:cNvPr>
            <p:cNvSpPr/>
            <p:nvPr/>
          </p:nvSpPr>
          <p:spPr>
            <a:xfrm>
              <a:off x="12495195" y="1323439"/>
              <a:ext cx="247649" cy="5101888"/>
            </a:xfrm>
            <a:prstGeom prst="rect">
              <a:avLst/>
            </a:prstGeom>
            <a:solidFill>
              <a:schemeClr val="bg2">
                <a:lumMod val="1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6" name="Прямоугольник 25">
              <a:extLst>
                <a:ext uri="{FF2B5EF4-FFF2-40B4-BE49-F238E27FC236}">
                  <a16:creationId xmlns:a16="http://schemas.microsoft.com/office/drawing/2014/main" id="{5BACC8E6-F091-17A1-A547-20274BC0295C}"/>
                </a:ext>
              </a:extLst>
            </p:cNvPr>
            <p:cNvSpPr/>
            <p:nvPr/>
          </p:nvSpPr>
          <p:spPr>
            <a:xfrm>
              <a:off x="22187853" y="1323439"/>
              <a:ext cx="247650" cy="5101888"/>
            </a:xfrm>
            <a:prstGeom prst="rect">
              <a:avLst/>
            </a:prstGeom>
            <a:solidFill>
              <a:schemeClr val="bg2">
                <a:lumMod val="1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pic>
          <p:nvPicPr>
            <p:cNvPr id="27" name="Рисунок 26">
              <a:extLst>
                <a:ext uri="{FF2B5EF4-FFF2-40B4-BE49-F238E27FC236}">
                  <a16:creationId xmlns:a16="http://schemas.microsoft.com/office/drawing/2014/main" id="{AE6195C7-31EA-DCC2-1445-62133DE113B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13487875" y="1774285"/>
              <a:ext cx="8078771" cy="4205388"/>
            </a:xfrm>
            <a:prstGeom prst="rect">
              <a:avLst/>
            </a:prstGeom>
          </p:spPr>
        </p:pic>
      </p:grpSp>
      <p:grpSp>
        <p:nvGrpSpPr>
          <p:cNvPr id="28" name="!!Item4!!">
            <a:extLst>
              <a:ext uri="{FF2B5EF4-FFF2-40B4-BE49-F238E27FC236}">
                <a16:creationId xmlns:a16="http://schemas.microsoft.com/office/drawing/2014/main" id="{3628A34C-8486-C209-DB5B-C49D9579DB61}"/>
              </a:ext>
            </a:extLst>
          </p:cNvPr>
          <p:cNvGrpSpPr/>
          <p:nvPr/>
        </p:nvGrpSpPr>
        <p:grpSpPr>
          <a:xfrm>
            <a:off x="1125846" y="1178562"/>
            <a:ext cx="9940308" cy="5394910"/>
            <a:chOff x="12495195" y="1178562"/>
            <a:chExt cx="9940308" cy="5394910"/>
          </a:xfrm>
        </p:grpSpPr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8FAF8E49-6AC8-4625-DC78-EA9BAC9B801E}"/>
                </a:ext>
              </a:extLst>
            </p:cNvPr>
            <p:cNvSpPr txBox="1"/>
            <p:nvPr/>
          </p:nvSpPr>
          <p:spPr>
            <a:xfrm>
              <a:off x="12742845" y="1178562"/>
              <a:ext cx="9568834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3200" b="0" i="0" u="none" strike="noStrike" kern="1200" cap="none" spc="0" normalizeH="0" baseline="0" noProof="0" dirty="0">
                  <a:ln>
                    <a:noFill/>
                  </a:ln>
                  <a:solidFill>
                    <a:srgbClr val="E7E6E6">
                      <a:lumMod val="10000"/>
                    </a:srgbClr>
                  </a:solidFill>
                  <a:effectLst/>
                  <a:uLnTx/>
                  <a:uFillTx/>
                  <a:latin typeface="Cascadia Code SemiBold" panose="020B0609020000020004" pitchFamily="49" charset="0"/>
                  <a:ea typeface="+mn-ea"/>
                  <a:cs typeface="Cascadia Code SemiBold" panose="020B0609020000020004" pitchFamily="49" charset="0"/>
                </a:rPr>
                <a:t>444444444444444444444444444444444444444</a:t>
              </a:r>
              <a:endPara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srgbClr val="E7E6E6">
                    <a:lumMod val="10000"/>
                  </a:srgbClr>
                </a:solidFill>
                <a:effectLst/>
                <a:uLnTx/>
                <a:uFillTx/>
                <a:latin typeface="Cascadia Code SemiBold" panose="020B0609020000020004" pitchFamily="49" charset="0"/>
                <a:ea typeface="+mn-ea"/>
                <a:cs typeface="Cascadia Code SemiBold" panose="020B0609020000020004" pitchFamily="49" charset="0"/>
              </a:endParaRPr>
            </a:p>
          </p:txBody>
        </p: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D31973BF-9B2E-D8F0-2AC4-0FC07F2A89D9}"/>
                </a:ext>
              </a:extLst>
            </p:cNvPr>
            <p:cNvSpPr txBox="1"/>
            <p:nvPr/>
          </p:nvSpPr>
          <p:spPr>
            <a:xfrm>
              <a:off x="12742844" y="5988697"/>
              <a:ext cx="9568834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3200" b="0" i="0" u="none" strike="noStrike" kern="1200" cap="none" spc="0" normalizeH="0" baseline="0" noProof="0" dirty="0">
                  <a:ln>
                    <a:noFill/>
                  </a:ln>
                  <a:solidFill>
                    <a:srgbClr val="E7E6E6">
                      <a:lumMod val="10000"/>
                    </a:srgbClr>
                  </a:solidFill>
                  <a:effectLst/>
                  <a:uLnTx/>
                  <a:uFillTx/>
                  <a:latin typeface="Cascadia Code SemiBold" panose="020B0609020000020004" pitchFamily="49" charset="0"/>
                  <a:ea typeface="+mn-ea"/>
                  <a:cs typeface="Cascadia Code SemiBold" panose="020B0609020000020004" pitchFamily="49" charset="0"/>
                </a:rPr>
                <a:t>444444444444444444444444444444444444444</a:t>
              </a:r>
              <a:endPara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srgbClr val="E7E6E6">
                    <a:lumMod val="10000"/>
                  </a:srgbClr>
                </a:solidFill>
                <a:effectLst/>
                <a:uLnTx/>
                <a:uFillTx/>
                <a:latin typeface="Cascadia Code SemiBold" panose="020B0609020000020004" pitchFamily="49" charset="0"/>
                <a:ea typeface="+mn-ea"/>
                <a:cs typeface="Cascadia Code SemiBold" panose="020B0609020000020004" pitchFamily="49" charset="0"/>
              </a:endParaRPr>
            </a:p>
          </p:txBody>
        </p:sp>
        <p:sp>
          <p:nvSpPr>
            <p:cNvPr id="31" name="Прямоугольник 30">
              <a:extLst>
                <a:ext uri="{FF2B5EF4-FFF2-40B4-BE49-F238E27FC236}">
                  <a16:creationId xmlns:a16="http://schemas.microsoft.com/office/drawing/2014/main" id="{E8EBE42E-F96B-FC82-7463-D4BD367BA547}"/>
                </a:ext>
              </a:extLst>
            </p:cNvPr>
            <p:cNvSpPr/>
            <p:nvPr/>
          </p:nvSpPr>
          <p:spPr>
            <a:xfrm>
              <a:off x="12495195" y="1323439"/>
              <a:ext cx="247649" cy="5101888"/>
            </a:xfrm>
            <a:prstGeom prst="rect">
              <a:avLst/>
            </a:prstGeom>
            <a:solidFill>
              <a:schemeClr val="bg2">
                <a:lumMod val="1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2" name="Прямоугольник 31">
              <a:extLst>
                <a:ext uri="{FF2B5EF4-FFF2-40B4-BE49-F238E27FC236}">
                  <a16:creationId xmlns:a16="http://schemas.microsoft.com/office/drawing/2014/main" id="{70739EBF-4141-65CF-2A92-9CD3DE6C3290}"/>
                </a:ext>
              </a:extLst>
            </p:cNvPr>
            <p:cNvSpPr/>
            <p:nvPr/>
          </p:nvSpPr>
          <p:spPr>
            <a:xfrm>
              <a:off x="22187853" y="1323439"/>
              <a:ext cx="247650" cy="5101888"/>
            </a:xfrm>
            <a:prstGeom prst="rect">
              <a:avLst/>
            </a:prstGeom>
            <a:solidFill>
              <a:schemeClr val="bg2">
                <a:lumMod val="1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pic>
          <p:nvPicPr>
            <p:cNvPr id="33" name="Рисунок 32">
              <a:extLst>
                <a:ext uri="{FF2B5EF4-FFF2-40B4-BE49-F238E27FC236}">
                  <a16:creationId xmlns:a16="http://schemas.microsoft.com/office/drawing/2014/main" id="{A73190F2-7A54-F202-B502-82FE09D6AA0E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13487875" y="1792749"/>
              <a:ext cx="8078771" cy="4168459"/>
            </a:xfrm>
            <a:prstGeom prst="rect">
              <a:avLst/>
            </a:prstGeom>
          </p:spPr>
        </p:pic>
      </p:grpSp>
      <p:grpSp>
        <p:nvGrpSpPr>
          <p:cNvPr id="7" name="!!Item5!!">
            <a:extLst>
              <a:ext uri="{FF2B5EF4-FFF2-40B4-BE49-F238E27FC236}">
                <a16:creationId xmlns:a16="http://schemas.microsoft.com/office/drawing/2014/main" id="{32AF6573-210C-9E77-19FE-26A17EF272B8}"/>
              </a:ext>
            </a:extLst>
          </p:cNvPr>
          <p:cNvGrpSpPr/>
          <p:nvPr/>
        </p:nvGrpSpPr>
        <p:grpSpPr>
          <a:xfrm>
            <a:off x="12606646" y="1178562"/>
            <a:ext cx="9940308" cy="5394910"/>
            <a:chOff x="12495195" y="1178562"/>
            <a:chExt cx="9940308" cy="5394910"/>
          </a:xfrm>
        </p:grpSpPr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0F701B7C-E901-294B-CF7A-EDF23E15EF9D}"/>
                </a:ext>
              </a:extLst>
            </p:cNvPr>
            <p:cNvSpPr txBox="1"/>
            <p:nvPr/>
          </p:nvSpPr>
          <p:spPr>
            <a:xfrm>
              <a:off x="12742845" y="1178562"/>
              <a:ext cx="9568834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3200" b="0" i="0" u="none" strike="noStrike" kern="1200" cap="none" spc="0" normalizeH="0" baseline="0" noProof="0" dirty="0">
                  <a:ln>
                    <a:noFill/>
                  </a:ln>
                  <a:solidFill>
                    <a:srgbClr val="E7E6E6">
                      <a:lumMod val="10000"/>
                    </a:srgbClr>
                  </a:solidFill>
                  <a:effectLst/>
                  <a:uLnTx/>
                  <a:uFillTx/>
                  <a:latin typeface="Cascadia Code SemiBold" panose="020B0609020000020004" pitchFamily="49" charset="0"/>
                  <a:ea typeface="+mn-ea"/>
                  <a:cs typeface="Cascadia Code SemiBold" panose="020B0609020000020004" pitchFamily="49" charset="0"/>
                </a:rPr>
                <a:t>555555555555555555555555555555555555555</a:t>
              </a:r>
              <a:endPara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srgbClr val="E7E6E6">
                    <a:lumMod val="10000"/>
                  </a:srgbClr>
                </a:solidFill>
                <a:effectLst/>
                <a:uLnTx/>
                <a:uFillTx/>
                <a:latin typeface="Cascadia Code SemiBold" panose="020B0609020000020004" pitchFamily="49" charset="0"/>
                <a:ea typeface="+mn-ea"/>
                <a:cs typeface="Cascadia Code SemiBold" panose="020B0609020000020004" pitchFamily="49" charset="0"/>
              </a:endParaRPr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6CC2DC5A-0BE5-09A8-2BA3-E7B8ABAAEEF9}"/>
                </a:ext>
              </a:extLst>
            </p:cNvPr>
            <p:cNvSpPr txBox="1"/>
            <p:nvPr/>
          </p:nvSpPr>
          <p:spPr>
            <a:xfrm>
              <a:off x="12742844" y="5988697"/>
              <a:ext cx="9568834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3200" b="0" i="0" u="none" strike="noStrike" kern="1200" cap="none" spc="0" normalizeH="0" baseline="0" noProof="0" dirty="0">
                  <a:ln>
                    <a:noFill/>
                  </a:ln>
                  <a:solidFill>
                    <a:srgbClr val="E7E6E6">
                      <a:lumMod val="10000"/>
                    </a:srgbClr>
                  </a:solidFill>
                  <a:effectLst/>
                  <a:uLnTx/>
                  <a:uFillTx/>
                  <a:latin typeface="Cascadia Code SemiBold" panose="020B0609020000020004" pitchFamily="49" charset="0"/>
                  <a:ea typeface="+mn-ea"/>
                  <a:cs typeface="Cascadia Code SemiBold" panose="020B0609020000020004" pitchFamily="49" charset="0"/>
                </a:rPr>
                <a:t>555555555555555555555555555555555555555</a:t>
              </a:r>
              <a:endPara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srgbClr val="E7E6E6">
                    <a:lumMod val="10000"/>
                  </a:srgbClr>
                </a:solidFill>
                <a:effectLst/>
                <a:uLnTx/>
                <a:uFillTx/>
                <a:latin typeface="Cascadia Code SemiBold" panose="020B0609020000020004" pitchFamily="49" charset="0"/>
                <a:ea typeface="+mn-ea"/>
                <a:cs typeface="Cascadia Code SemiBold" panose="020B0609020000020004" pitchFamily="49" charset="0"/>
              </a:endParaRPr>
            </a:p>
          </p:txBody>
        </p:sp>
        <p:sp>
          <p:nvSpPr>
            <p:cNvPr id="20" name="Прямоугольник 19">
              <a:extLst>
                <a:ext uri="{FF2B5EF4-FFF2-40B4-BE49-F238E27FC236}">
                  <a16:creationId xmlns:a16="http://schemas.microsoft.com/office/drawing/2014/main" id="{B1194653-F13C-BCBC-603A-8608B77E1CC9}"/>
                </a:ext>
              </a:extLst>
            </p:cNvPr>
            <p:cNvSpPr/>
            <p:nvPr/>
          </p:nvSpPr>
          <p:spPr>
            <a:xfrm>
              <a:off x="12495195" y="1323439"/>
              <a:ext cx="247649" cy="5101888"/>
            </a:xfrm>
            <a:prstGeom prst="rect">
              <a:avLst/>
            </a:prstGeom>
            <a:solidFill>
              <a:schemeClr val="bg2">
                <a:lumMod val="1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2" name="Прямоугольник 21">
              <a:extLst>
                <a:ext uri="{FF2B5EF4-FFF2-40B4-BE49-F238E27FC236}">
                  <a16:creationId xmlns:a16="http://schemas.microsoft.com/office/drawing/2014/main" id="{EEC4399B-C63C-7FE0-7446-399E099F6E37}"/>
                </a:ext>
              </a:extLst>
            </p:cNvPr>
            <p:cNvSpPr/>
            <p:nvPr/>
          </p:nvSpPr>
          <p:spPr>
            <a:xfrm>
              <a:off x="22187853" y="1323439"/>
              <a:ext cx="247650" cy="5101888"/>
            </a:xfrm>
            <a:prstGeom prst="rect">
              <a:avLst/>
            </a:prstGeom>
            <a:solidFill>
              <a:schemeClr val="bg2">
                <a:lumMod val="1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pic>
          <p:nvPicPr>
            <p:cNvPr id="23" name="Рисунок 22">
              <a:extLst>
                <a:ext uri="{FF2B5EF4-FFF2-40B4-BE49-F238E27FC236}">
                  <a16:creationId xmlns:a16="http://schemas.microsoft.com/office/drawing/2014/main" id="{C42FCD03-FF67-15EF-C58B-B6D80F4ACB93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13510997" y="1792749"/>
              <a:ext cx="8032527" cy="4168459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495810943"/>
      </p:ext>
    </p:extLst>
  </p:cSld>
  <p:clrMapOvr>
    <a:masterClrMapping/>
  </p:clrMapOvr>
  <p:transition spd="slow">
    <p:push dir="u"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95000"/>
            <a:lumOff val="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D00903B-FAAE-963A-D2B5-BB1365178C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!!TitleSection!!">
            <a:extLst>
              <a:ext uri="{FF2B5EF4-FFF2-40B4-BE49-F238E27FC236}">
                <a16:creationId xmlns:a16="http://schemas.microsoft.com/office/drawing/2014/main" id="{240B803B-6861-2A95-7B45-E68EA28CB441}"/>
              </a:ext>
            </a:extLst>
          </p:cNvPr>
          <p:cNvGrpSpPr/>
          <p:nvPr/>
        </p:nvGrpSpPr>
        <p:grpSpPr>
          <a:xfrm>
            <a:off x="2423161" y="0"/>
            <a:ext cx="17163988" cy="1323439"/>
            <a:chOff x="2423161" y="0"/>
            <a:chExt cx="17163988" cy="1323439"/>
          </a:xfrm>
        </p:grpSpPr>
        <p:sp>
          <p:nvSpPr>
            <p:cNvPr id="6" name="!!UnderTitle!!">
              <a:extLst>
                <a:ext uri="{FF2B5EF4-FFF2-40B4-BE49-F238E27FC236}">
                  <a16:creationId xmlns:a16="http://schemas.microsoft.com/office/drawing/2014/main" id="{46173D28-CAB9-62FA-F4A9-6CADFCC9F3DA}"/>
                </a:ext>
              </a:extLst>
            </p:cNvPr>
            <p:cNvSpPr txBox="1"/>
            <p:nvPr/>
          </p:nvSpPr>
          <p:spPr>
            <a:xfrm>
              <a:off x="2828689" y="0"/>
              <a:ext cx="16758460" cy="132343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000" b="0" i="0" u="none" strike="noStrike" kern="1200" cap="none" spc="-300" normalizeH="0" baseline="0" noProof="0" dirty="0">
                  <a:ln>
                    <a:noFill/>
                  </a:ln>
                  <a:solidFill>
                    <a:srgbClr val="E7E6E6">
                      <a:lumMod val="10000"/>
                    </a:srgbClr>
                  </a:solidFill>
                  <a:effectLst/>
                  <a:uLnTx/>
                  <a:uFillTx/>
                  <a:latin typeface="Cascadia Code SemiBold" panose="020B0609020000020004" pitchFamily="49" charset="0"/>
                  <a:ea typeface="+mn-ea"/>
                  <a:cs typeface="Cascadia Code SemiBold" panose="020B0609020000020004" pitchFamily="49" charset="0"/>
                </a:rPr>
                <a:t>////////////////////</a:t>
              </a:r>
              <a:endParaRPr kumimoji="0" lang="ru-RU" sz="8000" b="0" i="0" u="none" strike="noStrike" kern="1200" cap="none" spc="-300" normalizeH="0" baseline="0" noProof="0" dirty="0">
                <a:ln>
                  <a:noFill/>
                </a:ln>
                <a:solidFill>
                  <a:srgbClr val="E7E6E6">
                    <a:lumMod val="10000"/>
                  </a:srgbClr>
                </a:solidFill>
                <a:effectLst/>
                <a:uLnTx/>
                <a:uFillTx/>
                <a:latin typeface="Cascadia Code SemiBold" panose="020B0609020000020004" pitchFamily="49" charset="0"/>
                <a:ea typeface="+mn-ea"/>
                <a:cs typeface="Cascadia Code SemiBold" panose="020B0609020000020004" pitchFamily="49" charset="0"/>
              </a:endParaRPr>
            </a:p>
          </p:txBody>
        </p:sp>
        <p:sp>
          <p:nvSpPr>
            <p:cNvPr id="3" name="!!Title!!">
              <a:extLst>
                <a:ext uri="{FF2B5EF4-FFF2-40B4-BE49-F238E27FC236}">
                  <a16:creationId xmlns:a16="http://schemas.microsoft.com/office/drawing/2014/main" id="{28C4EBA8-8571-2274-AD07-103072312CA7}"/>
                </a:ext>
              </a:extLst>
            </p:cNvPr>
            <p:cNvSpPr txBox="1"/>
            <p:nvPr/>
          </p:nvSpPr>
          <p:spPr>
            <a:xfrm>
              <a:off x="2828689" y="284528"/>
              <a:ext cx="6712111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36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scadia Code SemiBold" panose="020B0609020000020004" pitchFamily="49" charset="0"/>
                  <a:ea typeface="+mn-ea"/>
                  <a:cs typeface="Cascadia Code SemiBold" panose="020B0609020000020004" pitchFamily="49" charset="0"/>
                </a:rPr>
                <a:t>Предпроектный анализ</a:t>
              </a:r>
            </a:p>
          </p:txBody>
        </p:sp>
        <p:sp>
          <p:nvSpPr>
            <p:cNvPr id="4" name="!!TitleHighlighter!!">
              <a:extLst>
                <a:ext uri="{FF2B5EF4-FFF2-40B4-BE49-F238E27FC236}">
                  <a16:creationId xmlns:a16="http://schemas.microsoft.com/office/drawing/2014/main" id="{BB99255F-67E6-4CF0-F05E-901123305D51}"/>
                </a:ext>
              </a:extLst>
            </p:cNvPr>
            <p:cNvSpPr/>
            <p:nvPr/>
          </p:nvSpPr>
          <p:spPr>
            <a:xfrm>
              <a:off x="2423161" y="91666"/>
              <a:ext cx="309600" cy="1100757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grpSp>
        <p:nvGrpSpPr>
          <p:cNvPr id="13" name="!!PtpitLogo!!">
            <a:extLst>
              <a:ext uri="{FF2B5EF4-FFF2-40B4-BE49-F238E27FC236}">
                <a16:creationId xmlns:a16="http://schemas.microsoft.com/office/drawing/2014/main" id="{C205D111-61CE-D8EB-0734-7201557634A1}"/>
              </a:ext>
            </a:extLst>
          </p:cNvPr>
          <p:cNvGrpSpPr/>
          <p:nvPr/>
        </p:nvGrpSpPr>
        <p:grpSpPr>
          <a:xfrm>
            <a:off x="42438" y="91666"/>
            <a:ext cx="2208090" cy="1100757"/>
            <a:chOff x="42438" y="91666"/>
            <a:chExt cx="2208090" cy="1100757"/>
          </a:xfrm>
        </p:grpSpPr>
        <p:pic>
          <p:nvPicPr>
            <p:cNvPr id="14" name="!!PtpitLogo2!!">
              <a:extLst>
                <a:ext uri="{FF2B5EF4-FFF2-40B4-BE49-F238E27FC236}">
                  <a16:creationId xmlns:a16="http://schemas.microsoft.com/office/drawing/2014/main" id="{F6CC1712-BC97-91B6-F038-CFDFEFC22553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biLevel thresh="7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146483" y="91666"/>
              <a:ext cx="1104045" cy="1100757"/>
            </a:xfrm>
            <a:prstGeom prst="rect">
              <a:avLst/>
            </a:prstGeom>
            <a:solidFill>
              <a:schemeClr val="bg1"/>
            </a:solidFill>
          </p:spPr>
        </p:pic>
        <p:pic>
          <p:nvPicPr>
            <p:cNvPr id="15" name="!!PtpitLogo1!!">
              <a:extLst>
                <a:ext uri="{FF2B5EF4-FFF2-40B4-BE49-F238E27FC236}">
                  <a16:creationId xmlns:a16="http://schemas.microsoft.com/office/drawing/2014/main" id="{0B141BC8-0A4C-CF2C-3743-F6E060D95C6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biLevel thresh="5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2438" y="91666"/>
              <a:ext cx="1104045" cy="1100757"/>
            </a:xfrm>
            <a:prstGeom prst="rect">
              <a:avLst/>
            </a:prstGeom>
            <a:noFill/>
          </p:spPr>
        </p:pic>
      </p:grpSp>
      <p:sp>
        <p:nvSpPr>
          <p:cNvPr id="10" name="!!Perm2026!!">
            <a:extLst>
              <a:ext uri="{FF2B5EF4-FFF2-40B4-BE49-F238E27FC236}">
                <a16:creationId xmlns:a16="http://schemas.microsoft.com/office/drawing/2014/main" id="{37B0C586-CDA8-D2B6-CCDD-ED9626E15B92}"/>
              </a:ext>
            </a:extLst>
          </p:cNvPr>
          <p:cNvSpPr txBox="1"/>
          <p:nvPr/>
        </p:nvSpPr>
        <p:spPr>
          <a:xfrm>
            <a:off x="10639724" y="6425327"/>
            <a:ext cx="210312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scadia Code SemiBold" panose="020B0609020000020004" pitchFamily="49" charset="0"/>
                <a:ea typeface="+mn-ea"/>
                <a:cs typeface="Cascadia Code SemiBold" panose="020B0609020000020004" pitchFamily="49" charset="0"/>
              </a:rPr>
              <a:t>Пермь, 2026</a:t>
            </a:r>
          </a:p>
        </p:txBody>
      </p:sp>
      <p:grpSp>
        <p:nvGrpSpPr>
          <p:cNvPr id="28" name="!!Item4!!">
            <a:extLst>
              <a:ext uri="{FF2B5EF4-FFF2-40B4-BE49-F238E27FC236}">
                <a16:creationId xmlns:a16="http://schemas.microsoft.com/office/drawing/2014/main" id="{C26BE667-E571-A082-6373-278A22F1E471}"/>
              </a:ext>
            </a:extLst>
          </p:cNvPr>
          <p:cNvGrpSpPr/>
          <p:nvPr/>
        </p:nvGrpSpPr>
        <p:grpSpPr>
          <a:xfrm>
            <a:off x="-10281946" y="1178562"/>
            <a:ext cx="9940308" cy="5394910"/>
            <a:chOff x="12495195" y="1178562"/>
            <a:chExt cx="9940308" cy="5394910"/>
          </a:xfrm>
        </p:grpSpPr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AE6E60BD-B5CE-8CED-0CFA-1D8F4ED83957}"/>
                </a:ext>
              </a:extLst>
            </p:cNvPr>
            <p:cNvSpPr txBox="1"/>
            <p:nvPr/>
          </p:nvSpPr>
          <p:spPr>
            <a:xfrm>
              <a:off x="12742845" y="1178562"/>
              <a:ext cx="9568834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3200" b="0" i="0" u="none" strike="noStrike" kern="1200" cap="none" spc="0" normalizeH="0" baseline="0" noProof="0" dirty="0">
                  <a:ln>
                    <a:noFill/>
                  </a:ln>
                  <a:solidFill>
                    <a:srgbClr val="E7E6E6">
                      <a:lumMod val="10000"/>
                    </a:srgbClr>
                  </a:solidFill>
                  <a:effectLst/>
                  <a:uLnTx/>
                  <a:uFillTx/>
                  <a:latin typeface="Cascadia Code SemiBold" panose="020B0609020000020004" pitchFamily="49" charset="0"/>
                  <a:ea typeface="+mn-ea"/>
                  <a:cs typeface="Cascadia Code SemiBold" panose="020B0609020000020004" pitchFamily="49" charset="0"/>
                </a:rPr>
                <a:t>444444444444444444444444444444444444444</a:t>
              </a:r>
              <a:endPara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srgbClr val="E7E6E6">
                    <a:lumMod val="10000"/>
                  </a:srgbClr>
                </a:solidFill>
                <a:effectLst/>
                <a:uLnTx/>
                <a:uFillTx/>
                <a:latin typeface="Cascadia Code SemiBold" panose="020B0609020000020004" pitchFamily="49" charset="0"/>
                <a:ea typeface="+mn-ea"/>
                <a:cs typeface="Cascadia Code SemiBold" panose="020B0609020000020004" pitchFamily="49" charset="0"/>
              </a:endParaRPr>
            </a:p>
          </p:txBody>
        </p: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F541738D-28F7-C494-F0FD-F5E41E3A5E6B}"/>
                </a:ext>
              </a:extLst>
            </p:cNvPr>
            <p:cNvSpPr txBox="1"/>
            <p:nvPr/>
          </p:nvSpPr>
          <p:spPr>
            <a:xfrm>
              <a:off x="12742844" y="5988697"/>
              <a:ext cx="9568834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3200" b="0" i="0" u="none" strike="noStrike" kern="1200" cap="none" spc="0" normalizeH="0" baseline="0" noProof="0" dirty="0">
                  <a:ln>
                    <a:noFill/>
                  </a:ln>
                  <a:solidFill>
                    <a:srgbClr val="E7E6E6">
                      <a:lumMod val="10000"/>
                    </a:srgbClr>
                  </a:solidFill>
                  <a:effectLst/>
                  <a:uLnTx/>
                  <a:uFillTx/>
                  <a:latin typeface="Cascadia Code SemiBold" panose="020B0609020000020004" pitchFamily="49" charset="0"/>
                  <a:ea typeface="+mn-ea"/>
                  <a:cs typeface="Cascadia Code SemiBold" panose="020B0609020000020004" pitchFamily="49" charset="0"/>
                </a:rPr>
                <a:t>444444444444444444444444444444444444444</a:t>
              </a:r>
              <a:endPara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srgbClr val="E7E6E6">
                    <a:lumMod val="10000"/>
                  </a:srgbClr>
                </a:solidFill>
                <a:effectLst/>
                <a:uLnTx/>
                <a:uFillTx/>
                <a:latin typeface="Cascadia Code SemiBold" panose="020B0609020000020004" pitchFamily="49" charset="0"/>
                <a:ea typeface="+mn-ea"/>
                <a:cs typeface="Cascadia Code SemiBold" panose="020B0609020000020004" pitchFamily="49" charset="0"/>
              </a:endParaRPr>
            </a:p>
          </p:txBody>
        </p:sp>
        <p:sp>
          <p:nvSpPr>
            <p:cNvPr id="31" name="Прямоугольник 30">
              <a:extLst>
                <a:ext uri="{FF2B5EF4-FFF2-40B4-BE49-F238E27FC236}">
                  <a16:creationId xmlns:a16="http://schemas.microsoft.com/office/drawing/2014/main" id="{1BFAE26B-A73B-7AA1-D42E-C8569827E125}"/>
                </a:ext>
              </a:extLst>
            </p:cNvPr>
            <p:cNvSpPr/>
            <p:nvPr/>
          </p:nvSpPr>
          <p:spPr>
            <a:xfrm>
              <a:off x="12495195" y="1323439"/>
              <a:ext cx="247649" cy="5101888"/>
            </a:xfrm>
            <a:prstGeom prst="rect">
              <a:avLst/>
            </a:prstGeom>
            <a:solidFill>
              <a:schemeClr val="bg2">
                <a:lumMod val="1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2" name="Прямоугольник 31">
              <a:extLst>
                <a:ext uri="{FF2B5EF4-FFF2-40B4-BE49-F238E27FC236}">
                  <a16:creationId xmlns:a16="http://schemas.microsoft.com/office/drawing/2014/main" id="{351F63D3-2595-35AC-959A-CCD79692B2C7}"/>
                </a:ext>
              </a:extLst>
            </p:cNvPr>
            <p:cNvSpPr/>
            <p:nvPr/>
          </p:nvSpPr>
          <p:spPr>
            <a:xfrm>
              <a:off x="22187853" y="1323439"/>
              <a:ext cx="247650" cy="5101888"/>
            </a:xfrm>
            <a:prstGeom prst="rect">
              <a:avLst/>
            </a:prstGeom>
            <a:solidFill>
              <a:schemeClr val="bg2">
                <a:lumMod val="1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pic>
          <p:nvPicPr>
            <p:cNvPr id="33" name="Рисунок 32">
              <a:extLst>
                <a:ext uri="{FF2B5EF4-FFF2-40B4-BE49-F238E27FC236}">
                  <a16:creationId xmlns:a16="http://schemas.microsoft.com/office/drawing/2014/main" id="{3C6C696F-8576-3BB6-1922-A7FC47C62374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13487875" y="1792749"/>
              <a:ext cx="8078771" cy="4168459"/>
            </a:xfrm>
            <a:prstGeom prst="rect">
              <a:avLst/>
            </a:prstGeom>
          </p:spPr>
        </p:pic>
      </p:grpSp>
      <p:grpSp>
        <p:nvGrpSpPr>
          <p:cNvPr id="7" name="!!Item5!!">
            <a:extLst>
              <a:ext uri="{FF2B5EF4-FFF2-40B4-BE49-F238E27FC236}">
                <a16:creationId xmlns:a16="http://schemas.microsoft.com/office/drawing/2014/main" id="{263EE2F7-DB0F-715C-D60B-CB6D90B28E56}"/>
              </a:ext>
            </a:extLst>
          </p:cNvPr>
          <p:cNvGrpSpPr/>
          <p:nvPr/>
        </p:nvGrpSpPr>
        <p:grpSpPr>
          <a:xfrm>
            <a:off x="1125846" y="1178562"/>
            <a:ext cx="9940308" cy="5394910"/>
            <a:chOff x="12495195" y="1178562"/>
            <a:chExt cx="9940308" cy="5394910"/>
          </a:xfrm>
        </p:grpSpPr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D9D5D666-31F4-0CA5-65AE-72E5B5D4EB3D}"/>
                </a:ext>
              </a:extLst>
            </p:cNvPr>
            <p:cNvSpPr txBox="1"/>
            <p:nvPr/>
          </p:nvSpPr>
          <p:spPr>
            <a:xfrm>
              <a:off x="12742845" y="1178562"/>
              <a:ext cx="9568834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3200" b="0" i="0" u="none" strike="noStrike" kern="1200" cap="none" spc="0" normalizeH="0" baseline="0" noProof="0" dirty="0">
                  <a:ln>
                    <a:noFill/>
                  </a:ln>
                  <a:solidFill>
                    <a:srgbClr val="E7E6E6">
                      <a:lumMod val="10000"/>
                    </a:srgbClr>
                  </a:solidFill>
                  <a:effectLst/>
                  <a:uLnTx/>
                  <a:uFillTx/>
                  <a:latin typeface="Cascadia Code SemiBold" panose="020B0609020000020004" pitchFamily="49" charset="0"/>
                  <a:ea typeface="+mn-ea"/>
                  <a:cs typeface="Cascadia Code SemiBold" panose="020B0609020000020004" pitchFamily="49" charset="0"/>
                </a:rPr>
                <a:t>555555555555555555555555555555555555555</a:t>
              </a:r>
              <a:endPara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srgbClr val="E7E6E6">
                    <a:lumMod val="10000"/>
                  </a:srgbClr>
                </a:solidFill>
                <a:effectLst/>
                <a:uLnTx/>
                <a:uFillTx/>
                <a:latin typeface="Cascadia Code SemiBold" panose="020B0609020000020004" pitchFamily="49" charset="0"/>
                <a:ea typeface="+mn-ea"/>
                <a:cs typeface="Cascadia Code SemiBold" panose="020B0609020000020004" pitchFamily="49" charset="0"/>
              </a:endParaRPr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FFC93520-2CC4-C85D-01C4-2D6B7BBDC87C}"/>
                </a:ext>
              </a:extLst>
            </p:cNvPr>
            <p:cNvSpPr txBox="1"/>
            <p:nvPr/>
          </p:nvSpPr>
          <p:spPr>
            <a:xfrm>
              <a:off x="12742844" y="5988697"/>
              <a:ext cx="9568834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3200" b="0" i="0" u="none" strike="noStrike" kern="1200" cap="none" spc="0" normalizeH="0" baseline="0" noProof="0" dirty="0">
                  <a:ln>
                    <a:noFill/>
                  </a:ln>
                  <a:solidFill>
                    <a:srgbClr val="E7E6E6">
                      <a:lumMod val="10000"/>
                    </a:srgbClr>
                  </a:solidFill>
                  <a:effectLst/>
                  <a:uLnTx/>
                  <a:uFillTx/>
                  <a:latin typeface="Cascadia Code SemiBold" panose="020B0609020000020004" pitchFamily="49" charset="0"/>
                  <a:ea typeface="+mn-ea"/>
                  <a:cs typeface="Cascadia Code SemiBold" panose="020B0609020000020004" pitchFamily="49" charset="0"/>
                </a:rPr>
                <a:t>555555555555555555555555555555555555555</a:t>
              </a:r>
              <a:endPara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srgbClr val="E7E6E6">
                    <a:lumMod val="10000"/>
                  </a:srgbClr>
                </a:solidFill>
                <a:effectLst/>
                <a:uLnTx/>
                <a:uFillTx/>
                <a:latin typeface="Cascadia Code SemiBold" panose="020B0609020000020004" pitchFamily="49" charset="0"/>
                <a:ea typeface="+mn-ea"/>
                <a:cs typeface="Cascadia Code SemiBold" panose="020B0609020000020004" pitchFamily="49" charset="0"/>
              </a:endParaRPr>
            </a:p>
          </p:txBody>
        </p:sp>
        <p:sp>
          <p:nvSpPr>
            <p:cNvPr id="20" name="Прямоугольник 19">
              <a:extLst>
                <a:ext uri="{FF2B5EF4-FFF2-40B4-BE49-F238E27FC236}">
                  <a16:creationId xmlns:a16="http://schemas.microsoft.com/office/drawing/2014/main" id="{20B39797-0A7C-99D0-8F60-41533D77BEDD}"/>
                </a:ext>
              </a:extLst>
            </p:cNvPr>
            <p:cNvSpPr/>
            <p:nvPr/>
          </p:nvSpPr>
          <p:spPr>
            <a:xfrm>
              <a:off x="12495195" y="1323439"/>
              <a:ext cx="247649" cy="5101888"/>
            </a:xfrm>
            <a:prstGeom prst="rect">
              <a:avLst/>
            </a:prstGeom>
            <a:solidFill>
              <a:schemeClr val="bg2">
                <a:lumMod val="1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2" name="Прямоугольник 21">
              <a:extLst>
                <a:ext uri="{FF2B5EF4-FFF2-40B4-BE49-F238E27FC236}">
                  <a16:creationId xmlns:a16="http://schemas.microsoft.com/office/drawing/2014/main" id="{5381FADF-1B97-0552-7490-C13E66BBFCC2}"/>
                </a:ext>
              </a:extLst>
            </p:cNvPr>
            <p:cNvSpPr/>
            <p:nvPr/>
          </p:nvSpPr>
          <p:spPr>
            <a:xfrm>
              <a:off x="22187853" y="1323439"/>
              <a:ext cx="247650" cy="5101888"/>
            </a:xfrm>
            <a:prstGeom prst="rect">
              <a:avLst/>
            </a:prstGeom>
            <a:solidFill>
              <a:schemeClr val="bg2">
                <a:lumMod val="1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pic>
          <p:nvPicPr>
            <p:cNvPr id="23" name="Рисунок 22">
              <a:extLst>
                <a:ext uri="{FF2B5EF4-FFF2-40B4-BE49-F238E27FC236}">
                  <a16:creationId xmlns:a16="http://schemas.microsoft.com/office/drawing/2014/main" id="{34B693EA-7D49-3307-A1D3-C90A19C952B3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13510997" y="1792749"/>
              <a:ext cx="8032527" cy="4168459"/>
            </a:xfrm>
            <a:prstGeom prst="rect">
              <a:avLst/>
            </a:prstGeom>
          </p:spPr>
        </p:pic>
      </p:grpSp>
      <p:sp>
        <p:nvSpPr>
          <p:cNvPr id="2" name="!!TitleRemover!!">
            <a:extLst>
              <a:ext uri="{FF2B5EF4-FFF2-40B4-BE49-F238E27FC236}">
                <a16:creationId xmlns:a16="http://schemas.microsoft.com/office/drawing/2014/main" id="{5C2FE7FD-CBAF-E15D-1400-02EEBEB00100}"/>
              </a:ext>
            </a:extLst>
          </p:cNvPr>
          <p:cNvSpPr/>
          <p:nvPr/>
        </p:nvSpPr>
        <p:spPr>
          <a:xfrm>
            <a:off x="2423160" y="91665"/>
            <a:ext cx="309600" cy="110075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pSp>
        <p:nvGrpSpPr>
          <p:cNvPr id="21" name="!!Item6!!">
            <a:extLst>
              <a:ext uri="{FF2B5EF4-FFF2-40B4-BE49-F238E27FC236}">
                <a16:creationId xmlns:a16="http://schemas.microsoft.com/office/drawing/2014/main" id="{32045184-6711-1E79-8386-08287B61BA54}"/>
              </a:ext>
            </a:extLst>
          </p:cNvPr>
          <p:cNvGrpSpPr/>
          <p:nvPr/>
        </p:nvGrpSpPr>
        <p:grpSpPr>
          <a:xfrm>
            <a:off x="12657462" y="1178562"/>
            <a:ext cx="9940308" cy="5394910"/>
            <a:chOff x="12495195" y="1178562"/>
            <a:chExt cx="9940308" cy="5394910"/>
          </a:xfrm>
        </p:grpSpPr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5769C830-1813-E834-8CB1-9A6BD63C9857}"/>
                </a:ext>
              </a:extLst>
            </p:cNvPr>
            <p:cNvSpPr txBox="1"/>
            <p:nvPr/>
          </p:nvSpPr>
          <p:spPr>
            <a:xfrm>
              <a:off x="12742845" y="1178562"/>
              <a:ext cx="9568834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defRPr/>
              </a:pPr>
              <a:r>
                <a:rPr lang="ru-RU" sz="3200" dirty="0">
                  <a:solidFill>
                    <a:srgbClr val="E7E6E6">
                      <a:lumMod val="10000"/>
                    </a:srgbClr>
                  </a:solidFill>
                  <a:latin typeface="Cascadia Code SemiBold" panose="020B0609020000020004" pitchFamily="49" charset="0"/>
                  <a:cs typeface="Cascadia Code SemiBold" panose="020B0609020000020004" pitchFamily="49" charset="0"/>
                </a:rPr>
                <a:t>***************************************</a:t>
              </a:r>
            </a:p>
          </p:txBody>
        </p: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9B2F4781-9444-CABE-B08C-F8C56584F0D8}"/>
                </a:ext>
              </a:extLst>
            </p:cNvPr>
            <p:cNvSpPr txBox="1"/>
            <p:nvPr/>
          </p:nvSpPr>
          <p:spPr>
            <a:xfrm>
              <a:off x="12742844" y="5988697"/>
              <a:ext cx="9568834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defRPr/>
              </a:pPr>
              <a:r>
                <a:rPr lang="ru-RU" sz="3200" dirty="0">
                  <a:solidFill>
                    <a:srgbClr val="E7E6E6">
                      <a:lumMod val="10000"/>
                    </a:srgbClr>
                  </a:solidFill>
                  <a:latin typeface="Cascadia Code SemiBold" panose="020B0609020000020004" pitchFamily="49" charset="0"/>
                  <a:cs typeface="Cascadia Code SemiBold" panose="020B0609020000020004" pitchFamily="49" charset="0"/>
                </a:rPr>
                <a:t>***************************************</a:t>
              </a:r>
            </a:p>
          </p:txBody>
        </p:sp>
        <p:sp>
          <p:nvSpPr>
            <p:cNvPr id="26" name="Прямоугольник 25">
              <a:extLst>
                <a:ext uri="{FF2B5EF4-FFF2-40B4-BE49-F238E27FC236}">
                  <a16:creationId xmlns:a16="http://schemas.microsoft.com/office/drawing/2014/main" id="{62529EE1-4707-8D1D-0A0E-C7A8589BA7B1}"/>
                </a:ext>
              </a:extLst>
            </p:cNvPr>
            <p:cNvSpPr/>
            <p:nvPr/>
          </p:nvSpPr>
          <p:spPr>
            <a:xfrm>
              <a:off x="12495195" y="1323439"/>
              <a:ext cx="247649" cy="5101888"/>
            </a:xfrm>
            <a:prstGeom prst="rect">
              <a:avLst/>
            </a:prstGeom>
            <a:solidFill>
              <a:schemeClr val="bg2">
                <a:lumMod val="1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7" name="Прямоугольник 26">
              <a:extLst>
                <a:ext uri="{FF2B5EF4-FFF2-40B4-BE49-F238E27FC236}">
                  <a16:creationId xmlns:a16="http://schemas.microsoft.com/office/drawing/2014/main" id="{7DCC4E9B-1729-335D-69A7-05846D469A4E}"/>
                </a:ext>
              </a:extLst>
            </p:cNvPr>
            <p:cNvSpPr/>
            <p:nvPr/>
          </p:nvSpPr>
          <p:spPr>
            <a:xfrm>
              <a:off x="22187853" y="1323439"/>
              <a:ext cx="247650" cy="5101888"/>
            </a:xfrm>
            <a:prstGeom prst="rect">
              <a:avLst/>
            </a:prstGeom>
            <a:solidFill>
              <a:schemeClr val="bg2">
                <a:lumMod val="1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pic>
          <p:nvPicPr>
            <p:cNvPr id="34" name="Рисунок 33">
              <a:extLst>
                <a:ext uri="{FF2B5EF4-FFF2-40B4-BE49-F238E27FC236}">
                  <a16:creationId xmlns:a16="http://schemas.microsoft.com/office/drawing/2014/main" id="{21655E73-5524-058F-E2AA-77F897943BEC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13520908" y="1792749"/>
              <a:ext cx="8012704" cy="4168459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475795070"/>
      </p:ext>
    </p:extLst>
  </p:cSld>
  <p:clrMapOvr>
    <a:masterClrMapping/>
  </p:clrMapOvr>
  <p:transition spd="slow">
    <p:push dir="u"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95000"/>
            <a:lumOff val="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FD62987-600A-7226-19A6-E08070C46C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!!TitleSection!!">
            <a:extLst>
              <a:ext uri="{FF2B5EF4-FFF2-40B4-BE49-F238E27FC236}">
                <a16:creationId xmlns:a16="http://schemas.microsoft.com/office/drawing/2014/main" id="{CBEEF9EE-BA77-0996-CA60-30507ED63F36}"/>
              </a:ext>
            </a:extLst>
          </p:cNvPr>
          <p:cNvGrpSpPr/>
          <p:nvPr/>
        </p:nvGrpSpPr>
        <p:grpSpPr>
          <a:xfrm>
            <a:off x="2423161" y="0"/>
            <a:ext cx="17163988" cy="1323439"/>
            <a:chOff x="2423161" y="0"/>
            <a:chExt cx="17163988" cy="1323439"/>
          </a:xfrm>
        </p:grpSpPr>
        <p:sp>
          <p:nvSpPr>
            <p:cNvPr id="6" name="!!UnderTitle!!">
              <a:extLst>
                <a:ext uri="{FF2B5EF4-FFF2-40B4-BE49-F238E27FC236}">
                  <a16:creationId xmlns:a16="http://schemas.microsoft.com/office/drawing/2014/main" id="{D8143440-3CF3-27FD-05AB-95E6DF44E630}"/>
                </a:ext>
              </a:extLst>
            </p:cNvPr>
            <p:cNvSpPr txBox="1"/>
            <p:nvPr/>
          </p:nvSpPr>
          <p:spPr>
            <a:xfrm>
              <a:off x="2828689" y="0"/>
              <a:ext cx="16758460" cy="132343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000" b="0" i="0" u="none" strike="noStrike" kern="1200" cap="none" spc="-300" normalizeH="0" baseline="0" noProof="0" dirty="0">
                  <a:ln>
                    <a:noFill/>
                  </a:ln>
                  <a:solidFill>
                    <a:srgbClr val="E7E6E6">
                      <a:lumMod val="10000"/>
                    </a:srgbClr>
                  </a:solidFill>
                  <a:effectLst/>
                  <a:uLnTx/>
                  <a:uFillTx/>
                  <a:latin typeface="Cascadia Code SemiBold" panose="020B0609020000020004" pitchFamily="49" charset="0"/>
                  <a:ea typeface="+mn-ea"/>
                  <a:cs typeface="Cascadia Code SemiBold" panose="020B0609020000020004" pitchFamily="49" charset="0"/>
                </a:rPr>
                <a:t>////////////////////</a:t>
              </a:r>
              <a:endParaRPr kumimoji="0" lang="ru-RU" sz="8000" b="0" i="0" u="none" strike="noStrike" kern="1200" cap="none" spc="-300" normalizeH="0" baseline="0" noProof="0" dirty="0">
                <a:ln>
                  <a:noFill/>
                </a:ln>
                <a:solidFill>
                  <a:srgbClr val="E7E6E6">
                    <a:lumMod val="10000"/>
                  </a:srgbClr>
                </a:solidFill>
                <a:effectLst/>
                <a:uLnTx/>
                <a:uFillTx/>
                <a:latin typeface="Cascadia Code SemiBold" panose="020B0609020000020004" pitchFamily="49" charset="0"/>
                <a:ea typeface="+mn-ea"/>
                <a:cs typeface="Cascadia Code SemiBold" panose="020B0609020000020004" pitchFamily="49" charset="0"/>
              </a:endParaRPr>
            </a:p>
          </p:txBody>
        </p:sp>
        <p:sp>
          <p:nvSpPr>
            <p:cNvPr id="3" name="!!Title!!">
              <a:extLst>
                <a:ext uri="{FF2B5EF4-FFF2-40B4-BE49-F238E27FC236}">
                  <a16:creationId xmlns:a16="http://schemas.microsoft.com/office/drawing/2014/main" id="{18DFCF96-2352-8E84-F1D0-932F38F643C6}"/>
                </a:ext>
              </a:extLst>
            </p:cNvPr>
            <p:cNvSpPr txBox="1"/>
            <p:nvPr/>
          </p:nvSpPr>
          <p:spPr>
            <a:xfrm>
              <a:off x="2828689" y="284528"/>
              <a:ext cx="6712111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36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scadia Code SemiBold" panose="020B0609020000020004" pitchFamily="49" charset="0"/>
                  <a:ea typeface="+mn-ea"/>
                  <a:cs typeface="Cascadia Code SemiBold" panose="020B0609020000020004" pitchFamily="49" charset="0"/>
                </a:rPr>
                <a:t>Предпроектный анализ</a:t>
              </a:r>
            </a:p>
          </p:txBody>
        </p:sp>
        <p:sp>
          <p:nvSpPr>
            <p:cNvPr id="4" name="!!TitleHighlighter!!">
              <a:extLst>
                <a:ext uri="{FF2B5EF4-FFF2-40B4-BE49-F238E27FC236}">
                  <a16:creationId xmlns:a16="http://schemas.microsoft.com/office/drawing/2014/main" id="{4643EC77-192B-2FD5-192B-09918214CEE7}"/>
                </a:ext>
              </a:extLst>
            </p:cNvPr>
            <p:cNvSpPr/>
            <p:nvPr/>
          </p:nvSpPr>
          <p:spPr>
            <a:xfrm>
              <a:off x="2423161" y="91666"/>
              <a:ext cx="309600" cy="1100757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grpSp>
        <p:nvGrpSpPr>
          <p:cNvPr id="13" name="!!PtpitLogo!!">
            <a:extLst>
              <a:ext uri="{FF2B5EF4-FFF2-40B4-BE49-F238E27FC236}">
                <a16:creationId xmlns:a16="http://schemas.microsoft.com/office/drawing/2014/main" id="{15954751-011E-003F-1DC3-1814FC13A3F5}"/>
              </a:ext>
            </a:extLst>
          </p:cNvPr>
          <p:cNvGrpSpPr/>
          <p:nvPr/>
        </p:nvGrpSpPr>
        <p:grpSpPr>
          <a:xfrm>
            <a:off x="42438" y="91666"/>
            <a:ext cx="2208090" cy="1100757"/>
            <a:chOff x="42438" y="91666"/>
            <a:chExt cx="2208090" cy="1100757"/>
          </a:xfrm>
        </p:grpSpPr>
        <p:pic>
          <p:nvPicPr>
            <p:cNvPr id="14" name="!!PtpitLogo2!!">
              <a:extLst>
                <a:ext uri="{FF2B5EF4-FFF2-40B4-BE49-F238E27FC236}">
                  <a16:creationId xmlns:a16="http://schemas.microsoft.com/office/drawing/2014/main" id="{92248B4D-FF15-631E-643A-4EBA7AA5878C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biLevel thresh="7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146483" y="91666"/>
              <a:ext cx="1104045" cy="1100757"/>
            </a:xfrm>
            <a:prstGeom prst="rect">
              <a:avLst/>
            </a:prstGeom>
            <a:solidFill>
              <a:schemeClr val="bg1"/>
            </a:solidFill>
          </p:spPr>
        </p:pic>
        <p:pic>
          <p:nvPicPr>
            <p:cNvPr id="15" name="!!PtpitLogo1!!">
              <a:extLst>
                <a:ext uri="{FF2B5EF4-FFF2-40B4-BE49-F238E27FC236}">
                  <a16:creationId xmlns:a16="http://schemas.microsoft.com/office/drawing/2014/main" id="{893B70BD-DCC8-C09C-07B4-7E6F734B4347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biLevel thresh="5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2438" y="91666"/>
              <a:ext cx="1104045" cy="1100757"/>
            </a:xfrm>
            <a:prstGeom prst="rect">
              <a:avLst/>
            </a:prstGeom>
            <a:noFill/>
          </p:spPr>
        </p:pic>
      </p:grpSp>
      <p:sp>
        <p:nvSpPr>
          <p:cNvPr id="10" name="!!Perm2026!!">
            <a:extLst>
              <a:ext uri="{FF2B5EF4-FFF2-40B4-BE49-F238E27FC236}">
                <a16:creationId xmlns:a16="http://schemas.microsoft.com/office/drawing/2014/main" id="{FDB40CE7-2AF8-1258-A797-17065BFB9F58}"/>
              </a:ext>
            </a:extLst>
          </p:cNvPr>
          <p:cNvSpPr txBox="1"/>
          <p:nvPr/>
        </p:nvSpPr>
        <p:spPr>
          <a:xfrm>
            <a:off x="10639724" y="6425327"/>
            <a:ext cx="210312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scadia Code SemiBold" panose="020B0609020000020004" pitchFamily="49" charset="0"/>
                <a:ea typeface="+mn-ea"/>
                <a:cs typeface="Cascadia Code SemiBold" panose="020B0609020000020004" pitchFamily="49" charset="0"/>
              </a:rPr>
              <a:t>Пермь, 2026</a:t>
            </a:r>
          </a:p>
        </p:txBody>
      </p:sp>
      <p:grpSp>
        <p:nvGrpSpPr>
          <p:cNvPr id="7" name="!!Item5!!">
            <a:extLst>
              <a:ext uri="{FF2B5EF4-FFF2-40B4-BE49-F238E27FC236}">
                <a16:creationId xmlns:a16="http://schemas.microsoft.com/office/drawing/2014/main" id="{11BFEF0A-6744-322C-7881-7A10581307E9}"/>
              </a:ext>
            </a:extLst>
          </p:cNvPr>
          <p:cNvGrpSpPr/>
          <p:nvPr/>
        </p:nvGrpSpPr>
        <p:grpSpPr>
          <a:xfrm>
            <a:off x="-10281946" y="1178562"/>
            <a:ext cx="9940308" cy="5394910"/>
            <a:chOff x="12495195" y="1178562"/>
            <a:chExt cx="9940308" cy="5394910"/>
          </a:xfrm>
        </p:grpSpPr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B5444872-304C-999A-EADB-490DE2C665DB}"/>
                </a:ext>
              </a:extLst>
            </p:cNvPr>
            <p:cNvSpPr txBox="1"/>
            <p:nvPr/>
          </p:nvSpPr>
          <p:spPr>
            <a:xfrm>
              <a:off x="12742845" y="1178562"/>
              <a:ext cx="9568834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3200" b="0" i="0" u="none" strike="noStrike" kern="1200" cap="none" spc="0" normalizeH="0" baseline="0" noProof="0" dirty="0">
                  <a:ln>
                    <a:noFill/>
                  </a:ln>
                  <a:solidFill>
                    <a:srgbClr val="E7E6E6">
                      <a:lumMod val="10000"/>
                    </a:srgbClr>
                  </a:solidFill>
                  <a:effectLst/>
                  <a:uLnTx/>
                  <a:uFillTx/>
                  <a:latin typeface="Cascadia Code SemiBold" panose="020B0609020000020004" pitchFamily="49" charset="0"/>
                  <a:ea typeface="+mn-ea"/>
                  <a:cs typeface="Cascadia Code SemiBold" panose="020B0609020000020004" pitchFamily="49" charset="0"/>
                </a:rPr>
                <a:t>555555555555555555555555555555555555555</a:t>
              </a:r>
              <a:endPara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srgbClr val="E7E6E6">
                    <a:lumMod val="10000"/>
                  </a:srgbClr>
                </a:solidFill>
                <a:effectLst/>
                <a:uLnTx/>
                <a:uFillTx/>
                <a:latin typeface="Cascadia Code SemiBold" panose="020B0609020000020004" pitchFamily="49" charset="0"/>
                <a:ea typeface="+mn-ea"/>
                <a:cs typeface="Cascadia Code SemiBold" panose="020B0609020000020004" pitchFamily="49" charset="0"/>
              </a:endParaRPr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F9751E27-1337-6974-08CF-445847AF98F4}"/>
                </a:ext>
              </a:extLst>
            </p:cNvPr>
            <p:cNvSpPr txBox="1"/>
            <p:nvPr/>
          </p:nvSpPr>
          <p:spPr>
            <a:xfrm>
              <a:off x="12742844" y="5988697"/>
              <a:ext cx="9568834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3200" b="0" i="0" u="none" strike="noStrike" kern="1200" cap="none" spc="0" normalizeH="0" baseline="0" noProof="0" dirty="0">
                  <a:ln>
                    <a:noFill/>
                  </a:ln>
                  <a:solidFill>
                    <a:srgbClr val="E7E6E6">
                      <a:lumMod val="10000"/>
                    </a:srgbClr>
                  </a:solidFill>
                  <a:effectLst/>
                  <a:uLnTx/>
                  <a:uFillTx/>
                  <a:latin typeface="Cascadia Code SemiBold" panose="020B0609020000020004" pitchFamily="49" charset="0"/>
                  <a:ea typeface="+mn-ea"/>
                  <a:cs typeface="Cascadia Code SemiBold" panose="020B0609020000020004" pitchFamily="49" charset="0"/>
                </a:rPr>
                <a:t>555555555555555555555555555555555555555</a:t>
              </a:r>
              <a:endPara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srgbClr val="E7E6E6">
                    <a:lumMod val="10000"/>
                  </a:srgbClr>
                </a:solidFill>
                <a:effectLst/>
                <a:uLnTx/>
                <a:uFillTx/>
                <a:latin typeface="Cascadia Code SemiBold" panose="020B0609020000020004" pitchFamily="49" charset="0"/>
                <a:ea typeface="+mn-ea"/>
                <a:cs typeface="Cascadia Code SemiBold" panose="020B0609020000020004" pitchFamily="49" charset="0"/>
              </a:endParaRPr>
            </a:p>
          </p:txBody>
        </p:sp>
        <p:sp>
          <p:nvSpPr>
            <p:cNvPr id="20" name="Прямоугольник 19">
              <a:extLst>
                <a:ext uri="{FF2B5EF4-FFF2-40B4-BE49-F238E27FC236}">
                  <a16:creationId xmlns:a16="http://schemas.microsoft.com/office/drawing/2014/main" id="{24232E19-E6AE-5ED5-DCCA-4A1A6037B6D6}"/>
                </a:ext>
              </a:extLst>
            </p:cNvPr>
            <p:cNvSpPr/>
            <p:nvPr/>
          </p:nvSpPr>
          <p:spPr>
            <a:xfrm>
              <a:off x="12495195" y="1323439"/>
              <a:ext cx="247649" cy="5101888"/>
            </a:xfrm>
            <a:prstGeom prst="rect">
              <a:avLst/>
            </a:prstGeom>
            <a:solidFill>
              <a:schemeClr val="bg2">
                <a:lumMod val="1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2" name="Прямоугольник 21">
              <a:extLst>
                <a:ext uri="{FF2B5EF4-FFF2-40B4-BE49-F238E27FC236}">
                  <a16:creationId xmlns:a16="http://schemas.microsoft.com/office/drawing/2014/main" id="{1EB9AAF8-B3CB-B548-E3EC-C43F4E7BE9DF}"/>
                </a:ext>
              </a:extLst>
            </p:cNvPr>
            <p:cNvSpPr/>
            <p:nvPr/>
          </p:nvSpPr>
          <p:spPr>
            <a:xfrm>
              <a:off x="22187853" y="1323439"/>
              <a:ext cx="247650" cy="5101888"/>
            </a:xfrm>
            <a:prstGeom prst="rect">
              <a:avLst/>
            </a:prstGeom>
            <a:solidFill>
              <a:schemeClr val="bg2">
                <a:lumMod val="1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pic>
          <p:nvPicPr>
            <p:cNvPr id="23" name="Рисунок 22">
              <a:extLst>
                <a:ext uri="{FF2B5EF4-FFF2-40B4-BE49-F238E27FC236}">
                  <a16:creationId xmlns:a16="http://schemas.microsoft.com/office/drawing/2014/main" id="{C87E78F9-F851-B556-F8D8-59782E8A898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13510997" y="1792749"/>
              <a:ext cx="8032527" cy="4168459"/>
            </a:xfrm>
            <a:prstGeom prst="rect">
              <a:avLst/>
            </a:prstGeom>
          </p:spPr>
        </p:pic>
      </p:grpSp>
      <p:sp>
        <p:nvSpPr>
          <p:cNvPr id="2" name="!!TitleRemover!!">
            <a:extLst>
              <a:ext uri="{FF2B5EF4-FFF2-40B4-BE49-F238E27FC236}">
                <a16:creationId xmlns:a16="http://schemas.microsoft.com/office/drawing/2014/main" id="{4E6D611F-3C6C-5A76-834F-069994BC0B66}"/>
              </a:ext>
            </a:extLst>
          </p:cNvPr>
          <p:cNvSpPr/>
          <p:nvPr/>
        </p:nvSpPr>
        <p:spPr>
          <a:xfrm>
            <a:off x="2423160" y="91665"/>
            <a:ext cx="309600" cy="110075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pSp>
        <p:nvGrpSpPr>
          <p:cNvPr id="5" name="!!Item6!!">
            <a:extLst>
              <a:ext uri="{FF2B5EF4-FFF2-40B4-BE49-F238E27FC236}">
                <a16:creationId xmlns:a16="http://schemas.microsoft.com/office/drawing/2014/main" id="{192A6C52-535C-5C7B-4031-4ADC519648BF}"/>
              </a:ext>
            </a:extLst>
          </p:cNvPr>
          <p:cNvGrpSpPr/>
          <p:nvPr/>
        </p:nvGrpSpPr>
        <p:grpSpPr>
          <a:xfrm>
            <a:off x="1214590" y="1178562"/>
            <a:ext cx="9940308" cy="5394910"/>
            <a:chOff x="12495195" y="1178562"/>
            <a:chExt cx="9940308" cy="5394910"/>
          </a:xfrm>
        </p:grpSpPr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B6F2FCB4-738E-626C-0653-2B9D8676AE7B}"/>
                </a:ext>
              </a:extLst>
            </p:cNvPr>
            <p:cNvSpPr txBox="1"/>
            <p:nvPr/>
          </p:nvSpPr>
          <p:spPr>
            <a:xfrm>
              <a:off x="12742845" y="1178562"/>
              <a:ext cx="9568834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3200" b="0" i="0" u="none" strike="noStrike" kern="1200" cap="none" spc="0" normalizeH="0" baseline="0" noProof="0" dirty="0">
                  <a:ln>
                    <a:noFill/>
                  </a:ln>
                  <a:solidFill>
                    <a:srgbClr val="E7E6E6">
                      <a:lumMod val="10000"/>
                    </a:srgbClr>
                  </a:solidFill>
                  <a:effectLst/>
                  <a:uLnTx/>
                  <a:uFillTx/>
                  <a:latin typeface="Cascadia Code SemiBold" panose="020B0609020000020004" pitchFamily="49" charset="0"/>
                  <a:ea typeface="+mn-ea"/>
                  <a:cs typeface="Cascadia Code SemiBold" panose="020B0609020000020004" pitchFamily="49" charset="0"/>
                </a:rPr>
                <a:t>***************************************</a:t>
              </a: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2881C4C3-84E1-0FF3-2CBB-E9FD2D6189AD}"/>
                </a:ext>
              </a:extLst>
            </p:cNvPr>
            <p:cNvSpPr txBox="1"/>
            <p:nvPr/>
          </p:nvSpPr>
          <p:spPr>
            <a:xfrm>
              <a:off x="12742844" y="5988697"/>
              <a:ext cx="9568834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3200" b="0" i="0" u="none" strike="noStrike" kern="1200" cap="none" spc="0" normalizeH="0" baseline="0" noProof="0" dirty="0">
                  <a:ln>
                    <a:noFill/>
                  </a:ln>
                  <a:solidFill>
                    <a:srgbClr val="E7E6E6">
                      <a:lumMod val="10000"/>
                    </a:srgbClr>
                  </a:solidFill>
                  <a:effectLst/>
                  <a:uLnTx/>
                  <a:uFillTx/>
                  <a:latin typeface="Cascadia Code SemiBold" panose="020B0609020000020004" pitchFamily="49" charset="0"/>
                  <a:ea typeface="+mn-ea"/>
                  <a:cs typeface="Cascadia Code SemiBold" panose="020B0609020000020004" pitchFamily="49" charset="0"/>
                </a:rPr>
                <a:t>***************************************</a:t>
              </a:r>
            </a:p>
          </p:txBody>
        </p:sp>
        <p:sp>
          <p:nvSpPr>
            <p:cNvPr id="12" name="Прямоугольник 11">
              <a:extLst>
                <a:ext uri="{FF2B5EF4-FFF2-40B4-BE49-F238E27FC236}">
                  <a16:creationId xmlns:a16="http://schemas.microsoft.com/office/drawing/2014/main" id="{ADBBAF94-CAB8-177A-6377-20EC4852C25F}"/>
                </a:ext>
              </a:extLst>
            </p:cNvPr>
            <p:cNvSpPr/>
            <p:nvPr/>
          </p:nvSpPr>
          <p:spPr>
            <a:xfrm>
              <a:off x="12495195" y="1323439"/>
              <a:ext cx="247649" cy="5101888"/>
            </a:xfrm>
            <a:prstGeom prst="rect">
              <a:avLst/>
            </a:prstGeom>
            <a:solidFill>
              <a:schemeClr val="bg2">
                <a:lumMod val="1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6" name="Прямоугольник 15">
              <a:extLst>
                <a:ext uri="{FF2B5EF4-FFF2-40B4-BE49-F238E27FC236}">
                  <a16:creationId xmlns:a16="http://schemas.microsoft.com/office/drawing/2014/main" id="{3DD42120-F016-24A1-DB26-CD1FB6CC1BDC}"/>
                </a:ext>
              </a:extLst>
            </p:cNvPr>
            <p:cNvSpPr/>
            <p:nvPr/>
          </p:nvSpPr>
          <p:spPr>
            <a:xfrm>
              <a:off x="22187853" y="1323439"/>
              <a:ext cx="247650" cy="5101888"/>
            </a:xfrm>
            <a:prstGeom prst="rect">
              <a:avLst/>
            </a:prstGeom>
            <a:solidFill>
              <a:schemeClr val="bg2">
                <a:lumMod val="1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pic>
          <p:nvPicPr>
            <p:cNvPr id="18" name="Рисунок 17">
              <a:extLst>
                <a:ext uri="{FF2B5EF4-FFF2-40B4-BE49-F238E27FC236}">
                  <a16:creationId xmlns:a16="http://schemas.microsoft.com/office/drawing/2014/main" id="{0419B41B-4F36-0D5E-810E-A4BFD55653BD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13520908" y="1792749"/>
              <a:ext cx="8012704" cy="4168459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647997623"/>
      </p:ext>
    </p:extLst>
  </p:cSld>
  <p:clrMapOvr>
    <a:masterClrMapping/>
  </p:clrMapOvr>
  <p:transition spd="slow">
    <p:push dir="u"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95000"/>
            <a:lumOff val="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560A987-4B5F-7DF9-EB70-9ABD723F5F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!!TitleSection!!">
            <a:extLst>
              <a:ext uri="{FF2B5EF4-FFF2-40B4-BE49-F238E27FC236}">
                <a16:creationId xmlns:a16="http://schemas.microsoft.com/office/drawing/2014/main" id="{AF379F3C-FFD2-4485-E4CA-E5312A96D670}"/>
              </a:ext>
            </a:extLst>
          </p:cNvPr>
          <p:cNvGrpSpPr/>
          <p:nvPr/>
        </p:nvGrpSpPr>
        <p:grpSpPr>
          <a:xfrm>
            <a:off x="2423160" y="0"/>
            <a:ext cx="17163989" cy="1323439"/>
            <a:chOff x="2423160" y="0"/>
            <a:chExt cx="17163989" cy="1323439"/>
          </a:xfrm>
        </p:grpSpPr>
        <p:sp>
          <p:nvSpPr>
            <p:cNvPr id="6" name="!!UnderTitle!!">
              <a:extLst>
                <a:ext uri="{FF2B5EF4-FFF2-40B4-BE49-F238E27FC236}">
                  <a16:creationId xmlns:a16="http://schemas.microsoft.com/office/drawing/2014/main" id="{BB61BB3F-1F90-D75B-2CE6-EE2C893D1D1B}"/>
                </a:ext>
              </a:extLst>
            </p:cNvPr>
            <p:cNvSpPr txBox="1"/>
            <p:nvPr/>
          </p:nvSpPr>
          <p:spPr>
            <a:xfrm>
              <a:off x="2828689" y="0"/>
              <a:ext cx="16758460" cy="132343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000" b="0" i="0" u="none" strike="noStrike" kern="1200" cap="none" spc="-300" normalizeH="0" baseline="0" noProof="0" dirty="0">
                  <a:ln>
                    <a:noFill/>
                  </a:ln>
                  <a:solidFill>
                    <a:srgbClr val="E7E6E6">
                      <a:lumMod val="10000"/>
                    </a:srgbClr>
                  </a:solidFill>
                  <a:effectLst/>
                  <a:uLnTx/>
                  <a:uFillTx/>
                  <a:latin typeface="Cascadia Code SemiBold" panose="020B0609020000020004" pitchFamily="49" charset="0"/>
                  <a:ea typeface="+mn-ea"/>
                  <a:cs typeface="Cascadia Code SemiBold" panose="020B0609020000020004" pitchFamily="49" charset="0"/>
                </a:rPr>
                <a:t>////////////////////</a:t>
              </a:r>
              <a:endParaRPr kumimoji="0" lang="ru-RU" sz="8000" b="0" i="0" u="none" strike="noStrike" kern="1200" cap="none" spc="-300" normalizeH="0" baseline="0" noProof="0" dirty="0">
                <a:ln>
                  <a:noFill/>
                </a:ln>
                <a:solidFill>
                  <a:srgbClr val="E7E6E6">
                    <a:lumMod val="10000"/>
                  </a:srgbClr>
                </a:solidFill>
                <a:effectLst/>
                <a:uLnTx/>
                <a:uFillTx/>
                <a:latin typeface="Cascadia Code SemiBold" panose="020B0609020000020004" pitchFamily="49" charset="0"/>
                <a:ea typeface="+mn-ea"/>
                <a:cs typeface="Cascadia Code SemiBold" panose="020B0609020000020004" pitchFamily="49" charset="0"/>
              </a:endParaRPr>
            </a:p>
          </p:txBody>
        </p:sp>
        <p:sp>
          <p:nvSpPr>
            <p:cNvPr id="3" name="!!Title!!">
              <a:extLst>
                <a:ext uri="{FF2B5EF4-FFF2-40B4-BE49-F238E27FC236}">
                  <a16:creationId xmlns:a16="http://schemas.microsoft.com/office/drawing/2014/main" id="{A3D07525-E970-D3AE-6ADD-F4100F6B040A}"/>
                </a:ext>
              </a:extLst>
            </p:cNvPr>
            <p:cNvSpPr txBox="1"/>
            <p:nvPr/>
          </p:nvSpPr>
          <p:spPr>
            <a:xfrm>
              <a:off x="2828689" y="284528"/>
              <a:ext cx="6712111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36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scadia Code SemiBold" panose="020B0609020000020004" pitchFamily="49" charset="0"/>
                  <a:ea typeface="+mn-ea"/>
                  <a:cs typeface="Cascadia Code SemiBold" panose="020B0609020000020004" pitchFamily="49" charset="0"/>
                </a:rPr>
                <a:t>Проектирование</a:t>
              </a:r>
            </a:p>
          </p:txBody>
        </p:sp>
        <p:sp>
          <p:nvSpPr>
            <p:cNvPr id="4" name="!!TitleHighlighter!!">
              <a:extLst>
                <a:ext uri="{FF2B5EF4-FFF2-40B4-BE49-F238E27FC236}">
                  <a16:creationId xmlns:a16="http://schemas.microsoft.com/office/drawing/2014/main" id="{91D5E7D2-E944-3D90-4D41-6C162B81D277}"/>
                </a:ext>
              </a:extLst>
            </p:cNvPr>
            <p:cNvSpPr/>
            <p:nvPr/>
          </p:nvSpPr>
          <p:spPr>
            <a:xfrm>
              <a:off x="2423160" y="91666"/>
              <a:ext cx="309600" cy="1100757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grpSp>
        <p:nvGrpSpPr>
          <p:cNvPr id="13" name="!!PtpitLogo!!">
            <a:extLst>
              <a:ext uri="{FF2B5EF4-FFF2-40B4-BE49-F238E27FC236}">
                <a16:creationId xmlns:a16="http://schemas.microsoft.com/office/drawing/2014/main" id="{64A39F73-3391-F8D6-BABC-9BC4C3E81DDE}"/>
              </a:ext>
            </a:extLst>
          </p:cNvPr>
          <p:cNvGrpSpPr/>
          <p:nvPr/>
        </p:nvGrpSpPr>
        <p:grpSpPr>
          <a:xfrm>
            <a:off x="42438" y="91666"/>
            <a:ext cx="2208090" cy="1100757"/>
            <a:chOff x="42438" y="91666"/>
            <a:chExt cx="2208090" cy="1100757"/>
          </a:xfrm>
        </p:grpSpPr>
        <p:pic>
          <p:nvPicPr>
            <p:cNvPr id="14" name="!!PtpitLogo2!!">
              <a:extLst>
                <a:ext uri="{FF2B5EF4-FFF2-40B4-BE49-F238E27FC236}">
                  <a16:creationId xmlns:a16="http://schemas.microsoft.com/office/drawing/2014/main" id="{D41E7252-6199-FBDE-B530-1E6B2533D4E7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biLevel thresh="7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146483" y="91666"/>
              <a:ext cx="1104045" cy="1100757"/>
            </a:xfrm>
            <a:prstGeom prst="rect">
              <a:avLst/>
            </a:prstGeom>
            <a:solidFill>
              <a:schemeClr val="bg1"/>
            </a:solidFill>
          </p:spPr>
        </p:pic>
        <p:pic>
          <p:nvPicPr>
            <p:cNvPr id="15" name="!!PtpitLogo1!!">
              <a:extLst>
                <a:ext uri="{FF2B5EF4-FFF2-40B4-BE49-F238E27FC236}">
                  <a16:creationId xmlns:a16="http://schemas.microsoft.com/office/drawing/2014/main" id="{371AA5B3-3E48-3890-9CAF-94DC94A829D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biLevel thresh="5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2438" y="91666"/>
              <a:ext cx="1104045" cy="1100757"/>
            </a:xfrm>
            <a:prstGeom prst="rect">
              <a:avLst/>
            </a:prstGeom>
            <a:noFill/>
          </p:spPr>
        </p:pic>
      </p:grpSp>
      <p:sp>
        <p:nvSpPr>
          <p:cNvPr id="10" name="!!Perm2026!!">
            <a:extLst>
              <a:ext uri="{FF2B5EF4-FFF2-40B4-BE49-F238E27FC236}">
                <a16:creationId xmlns:a16="http://schemas.microsoft.com/office/drawing/2014/main" id="{1C2957FD-618E-36EE-9658-B15F11738BA2}"/>
              </a:ext>
            </a:extLst>
          </p:cNvPr>
          <p:cNvSpPr txBox="1"/>
          <p:nvPr/>
        </p:nvSpPr>
        <p:spPr>
          <a:xfrm>
            <a:off x="10639724" y="6425327"/>
            <a:ext cx="210312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scadia Code SemiBold" panose="020B0609020000020004" pitchFamily="49" charset="0"/>
                <a:ea typeface="+mn-ea"/>
                <a:cs typeface="Cascadia Code SemiBold" panose="020B0609020000020004" pitchFamily="49" charset="0"/>
              </a:rPr>
              <a:t>Пермь, 2026</a:t>
            </a:r>
          </a:p>
        </p:txBody>
      </p:sp>
      <p:grpSp>
        <p:nvGrpSpPr>
          <p:cNvPr id="26" name="!!MainSectionCarousel!!">
            <a:extLst>
              <a:ext uri="{FF2B5EF4-FFF2-40B4-BE49-F238E27FC236}">
                <a16:creationId xmlns:a16="http://schemas.microsoft.com/office/drawing/2014/main" id="{DE0F2C34-4252-B9C6-20CA-C8DF1F69D12A}"/>
              </a:ext>
            </a:extLst>
          </p:cNvPr>
          <p:cNvGrpSpPr/>
          <p:nvPr/>
        </p:nvGrpSpPr>
        <p:grpSpPr>
          <a:xfrm>
            <a:off x="-15791543" y="1627840"/>
            <a:ext cx="28534387" cy="4797487"/>
            <a:chOff x="-15791543" y="1627840"/>
            <a:chExt cx="28534387" cy="4797487"/>
          </a:xfrm>
        </p:grpSpPr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D7F5B948-994E-047C-2686-F208ED9F7148}"/>
                </a:ext>
              </a:extLst>
            </p:cNvPr>
            <p:cNvSpPr txBox="1"/>
            <p:nvPr/>
          </p:nvSpPr>
          <p:spPr>
            <a:xfrm>
              <a:off x="-15791543" y="1627840"/>
              <a:ext cx="28534387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3200" dirty="0">
                  <a:solidFill>
                    <a:srgbClr val="E7E6E6">
                      <a:lumMod val="10000"/>
                    </a:srgbClr>
                  </a:solidFill>
                  <a:latin typeface="Cascadia Code SemiBold" panose="020B0609020000020004" pitchFamily="49" charset="0"/>
                  <a:cs typeface="Cascadia Code SemiBold" panose="020B0609020000020004" pitchFamily="49" charset="0"/>
                </a:rPr>
                <a:t>..</a:t>
              </a:r>
              <a:r>
                <a:rPr lang="en-US" sz="3200" dirty="0" err="1">
                  <a:solidFill>
                    <a:srgbClr val="E7E6E6">
                      <a:lumMod val="10000"/>
                    </a:srgbClr>
                  </a:solidFill>
                  <a:latin typeface="Cascadia Code SemiBold" panose="020B0609020000020004" pitchFamily="49" charset="0"/>
                  <a:cs typeface="Cascadia Code SemiBold" panose="020B0609020000020004" pitchFamily="49" charset="0"/>
                </a:rPr>
                <a:t>ooOO</a:t>
              </a:r>
              <a:r>
                <a:rPr lang="en-US" sz="3200" dirty="0">
                  <a:solidFill>
                    <a:srgbClr val="E7E6E6">
                      <a:lumMod val="10000"/>
                    </a:srgbClr>
                  </a:solidFill>
                  <a:latin typeface="Cascadia Code SemiBold" panose="020B0609020000020004" pitchFamily="49" charset="0"/>
                  <a:cs typeface="Cascadia Code SemiBold" panose="020B0609020000020004" pitchFamily="49" charset="0"/>
                </a:rPr>
                <a:t>#########################</a:t>
              </a:r>
              <a:r>
                <a:rPr kumimoji="0" lang="en-US" sz="3200" b="0" i="0" u="none" strike="noStrike" kern="1200" cap="none" spc="0" normalizeH="0" baseline="0" noProof="0" dirty="0">
                  <a:ln>
                    <a:noFill/>
                  </a:ln>
                  <a:solidFill>
                    <a:srgbClr val="E7E6E6">
                      <a:lumMod val="10000"/>
                    </a:srgbClr>
                  </a:solidFill>
                  <a:effectLst/>
                  <a:uLnTx/>
                  <a:uFillTx/>
                  <a:latin typeface="Cascadia Code SemiBold" panose="020B0609020000020004" pitchFamily="49" charset="0"/>
                  <a:ea typeface="+mn-ea"/>
                  <a:cs typeface="Cascadia Code SemiBold" panose="020B0609020000020004" pitchFamily="49" charset="0"/>
                </a:rPr>
                <a:t>#######################################################################################</a:t>
              </a:r>
              <a:endPara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srgbClr val="E7E6E6">
                    <a:lumMod val="10000"/>
                  </a:srgbClr>
                </a:solidFill>
                <a:effectLst/>
                <a:uLnTx/>
                <a:uFillTx/>
                <a:latin typeface="Cascadia Code SemiBold" panose="020B0609020000020004" pitchFamily="49" charset="0"/>
                <a:ea typeface="+mn-ea"/>
                <a:cs typeface="Cascadia Code SemiBold" panose="020B0609020000020004" pitchFamily="49" charset="0"/>
              </a:endParaRPr>
            </a:p>
          </p:txBody>
        </p:sp>
        <p:grpSp>
          <p:nvGrpSpPr>
            <p:cNvPr id="21" name="Группа 20">
              <a:extLst>
                <a:ext uri="{FF2B5EF4-FFF2-40B4-BE49-F238E27FC236}">
                  <a16:creationId xmlns:a16="http://schemas.microsoft.com/office/drawing/2014/main" id="{CF080B68-208E-1C84-E602-C283469091F2}"/>
                </a:ext>
              </a:extLst>
            </p:cNvPr>
            <p:cNvGrpSpPr/>
            <p:nvPr/>
          </p:nvGrpSpPr>
          <p:grpSpPr>
            <a:xfrm>
              <a:off x="390003" y="2020420"/>
              <a:ext cx="4310111" cy="3865357"/>
              <a:chOff x="300169" y="2020420"/>
              <a:chExt cx="4310111" cy="3865357"/>
            </a:xfrm>
          </p:grpSpPr>
          <p:pic>
            <p:nvPicPr>
              <p:cNvPr id="9" name="Рисунок 8">
                <a:extLst>
                  <a:ext uri="{FF2B5EF4-FFF2-40B4-BE49-F238E27FC236}">
                    <a16:creationId xmlns:a16="http://schemas.microsoft.com/office/drawing/2014/main" id="{9522B81D-B206-0E0C-AD3F-4F3C4DB4EC3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300169" y="2413000"/>
                <a:ext cx="4245979" cy="3472777"/>
              </a:xfrm>
              <a:prstGeom prst="rect">
                <a:avLst/>
              </a:prstGeom>
            </p:spPr>
          </p:pic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28446345-97F1-BA98-335C-39651E8FEF94}"/>
                  </a:ext>
                </a:extLst>
              </p:cNvPr>
              <p:cNvSpPr txBox="1"/>
              <p:nvPr/>
            </p:nvSpPr>
            <p:spPr>
              <a:xfrm>
                <a:off x="300169" y="2020420"/>
                <a:ext cx="4310111" cy="5847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32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E7E6E6">
                        <a:lumMod val="10000"/>
                      </a:srgbClr>
                    </a:solidFill>
                    <a:effectLst/>
                    <a:uLnTx/>
                    <a:uFillTx/>
                    <a:latin typeface="Cascadia Code SemiBold" panose="020B0609020000020004" pitchFamily="49" charset="0"/>
                    <a:ea typeface="+mn-ea"/>
                    <a:cs typeface="Cascadia Code SemiBold" panose="020B0609020000020004" pitchFamily="49" charset="0"/>
                  </a:rPr>
                  <a:t>^^^^^^^^^^^^^^^^^</a:t>
                </a:r>
                <a:endParaRPr kumimoji="0" lang="ru-RU" sz="3200" b="0" i="0" u="none" strike="noStrike" kern="1200" cap="none" spc="0" normalizeH="0" baseline="0" noProof="0" dirty="0">
                  <a:ln>
                    <a:noFill/>
                  </a:ln>
                  <a:solidFill>
                    <a:srgbClr val="E7E6E6">
                      <a:lumMod val="10000"/>
                    </a:srgbClr>
                  </a:solidFill>
                  <a:effectLst/>
                  <a:uLnTx/>
                  <a:uFillTx/>
                  <a:latin typeface="Cascadia Code SemiBold" panose="020B0609020000020004" pitchFamily="49" charset="0"/>
                  <a:ea typeface="+mn-ea"/>
                  <a:cs typeface="Cascadia Code SemiBold" panose="020B0609020000020004" pitchFamily="49" charset="0"/>
                </a:endParaRPr>
              </a:p>
            </p:txBody>
          </p:sp>
        </p:grpSp>
        <p:grpSp>
          <p:nvGrpSpPr>
            <p:cNvPr id="23" name="Группа 22">
              <a:extLst>
                <a:ext uri="{FF2B5EF4-FFF2-40B4-BE49-F238E27FC236}">
                  <a16:creationId xmlns:a16="http://schemas.microsoft.com/office/drawing/2014/main" id="{8DB08853-E8AF-FEA6-A85D-F52B10E20ACF}"/>
                </a:ext>
              </a:extLst>
            </p:cNvPr>
            <p:cNvGrpSpPr/>
            <p:nvPr/>
          </p:nvGrpSpPr>
          <p:grpSpPr>
            <a:xfrm>
              <a:off x="7671554" y="2020420"/>
              <a:ext cx="4310111" cy="3853638"/>
              <a:chOff x="7581720" y="2020420"/>
              <a:chExt cx="4310111" cy="3853638"/>
            </a:xfrm>
          </p:grpSpPr>
          <p:pic>
            <p:nvPicPr>
              <p:cNvPr id="7" name="Рисунок 6">
                <a:extLst>
                  <a:ext uri="{FF2B5EF4-FFF2-40B4-BE49-F238E27FC236}">
                    <a16:creationId xmlns:a16="http://schemas.microsoft.com/office/drawing/2014/main" id="{ADFEDA88-0D3E-54C3-59C7-6CC1B764215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7581720" y="2413000"/>
                <a:ext cx="4206875" cy="3461058"/>
              </a:xfrm>
              <a:prstGeom prst="rect">
                <a:avLst/>
              </a:prstGeom>
            </p:spPr>
          </p:pic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50D4E8B2-079C-054C-3427-7F0DFC04ED81}"/>
                  </a:ext>
                </a:extLst>
              </p:cNvPr>
              <p:cNvSpPr txBox="1"/>
              <p:nvPr/>
            </p:nvSpPr>
            <p:spPr>
              <a:xfrm>
                <a:off x="7581720" y="2020420"/>
                <a:ext cx="4310111" cy="5847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32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E7E6E6">
                        <a:lumMod val="10000"/>
                      </a:srgbClr>
                    </a:solidFill>
                    <a:effectLst/>
                    <a:uLnTx/>
                    <a:uFillTx/>
                    <a:latin typeface="Cascadia Code SemiBold" panose="020B0609020000020004" pitchFamily="49" charset="0"/>
                    <a:ea typeface="+mn-ea"/>
                    <a:cs typeface="Cascadia Code SemiBold" panose="020B0609020000020004" pitchFamily="49" charset="0"/>
                  </a:rPr>
                  <a:t>^^^^^^^^^^^^^^^^^</a:t>
                </a:r>
                <a:endParaRPr kumimoji="0" lang="ru-RU" sz="3200" b="0" i="0" u="none" strike="noStrike" kern="1200" cap="none" spc="0" normalizeH="0" baseline="0" noProof="0" dirty="0">
                  <a:ln>
                    <a:noFill/>
                  </a:ln>
                  <a:solidFill>
                    <a:srgbClr val="E7E6E6">
                      <a:lumMod val="10000"/>
                    </a:srgbClr>
                  </a:solidFill>
                  <a:effectLst/>
                  <a:uLnTx/>
                  <a:uFillTx/>
                  <a:latin typeface="Cascadia Code SemiBold" panose="020B0609020000020004" pitchFamily="49" charset="0"/>
                  <a:ea typeface="+mn-ea"/>
                  <a:cs typeface="Cascadia Code SemiBold" panose="020B0609020000020004" pitchFamily="49" charset="0"/>
                </a:endParaRPr>
              </a:p>
            </p:txBody>
          </p:sp>
        </p:grpSp>
        <p:grpSp>
          <p:nvGrpSpPr>
            <p:cNvPr id="22" name="Группа 21">
              <a:extLst>
                <a:ext uri="{FF2B5EF4-FFF2-40B4-BE49-F238E27FC236}">
                  <a16:creationId xmlns:a16="http://schemas.microsoft.com/office/drawing/2014/main" id="{961B4F93-E779-088C-84EB-A205D9F28178}"/>
                </a:ext>
              </a:extLst>
            </p:cNvPr>
            <p:cNvGrpSpPr/>
            <p:nvPr/>
          </p:nvGrpSpPr>
          <p:grpSpPr>
            <a:xfrm>
              <a:off x="5016938" y="2020420"/>
              <a:ext cx="4310111" cy="4404907"/>
              <a:chOff x="4927104" y="2020420"/>
              <a:chExt cx="4310111" cy="4404907"/>
            </a:xfrm>
          </p:grpSpPr>
          <p:pic>
            <p:nvPicPr>
              <p:cNvPr id="12" name="Рисунок 11">
                <a:extLst>
                  <a:ext uri="{FF2B5EF4-FFF2-40B4-BE49-F238E27FC236}">
                    <a16:creationId xmlns:a16="http://schemas.microsoft.com/office/drawing/2014/main" id="{ECBE06A1-B278-1C6C-E2F6-72CC3AB7962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4991236" y="2413000"/>
                <a:ext cx="2209528" cy="4012327"/>
              </a:xfrm>
              <a:prstGeom prst="rect">
                <a:avLst/>
              </a:prstGeom>
            </p:spPr>
          </p:pic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E12DC306-BB1D-701C-59CF-68570B526B55}"/>
                  </a:ext>
                </a:extLst>
              </p:cNvPr>
              <p:cNvSpPr txBox="1"/>
              <p:nvPr/>
            </p:nvSpPr>
            <p:spPr>
              <a:xfrm>
                <a:off x="4927104" y="2020420"/>
                <a:ext cx="4310111" cy="5847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32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E7E6E6">
                        <a:lumMod val="10000"/>
                      </a:srgbClr>
                    </a:solidFill>
                    <a:effectLst/>
                    <a:uLnTx/>
                    <a:uFillTx/>
                    <a:latin typeface="Cascadia Code SemiBold" panose="020B0609020000020004" pitchFamily="49" charset="0"/>
                    <a:ea typeface="+mn-ea"/>
                    <a:cs typeface="Cascadia Code SemiBold" panose="020B0609020000020004" pitchFamily="49" charset="0"/>
                  </a:rPr>
                  <a:t>^^^^^^^^^</a:t>
                </a:r>
                <a:endParaRPr kumimoji="0" lang="ru-RU" sz="3200" b="0" i="0" u="none" strike="noStrike" kern="1200" cap="none" spc="0" normalizeH="0" baseline="0" noProof="0" dirty="0">
                  <a:ln>
                    <a:noFill/>
                  </a:ln>
                  <a:solidFill>
                    <a:srgbClr val="E7E6E6">
                      <a:lumMod val="10000"/>
                    </a:srgbClr>
                  </a:solidFill>
                  <a:effectLst/>
                  <a:uLnTx/>
                  <a:uFillTx/>
                  <a:latin typeface="Cascadia Code SemiBold" panose="020B0609020000020004" pitchFamily="49" charset="0"/>
                  <a:ea typeface="+mn-ea"/>
                  <a:cs typeface="Cascadia Code SemiBold" panose="020B0609020000020004" pitchFamily="49" charset="0"/>
                </a:endParaRPr>
              </a:p>
            </p:txBody>
          </p:sp>
        </p:grpSp>
        <p:grpSp>
          <p:nvGrpSpPr>
            <p:cNvPr id="25" name="Группа 24">
              <a:extLst>
                <a:ext uri="{FF2B5EF4-FFF2-40B4-BE49-F238E27FC236}">
                  <a16:creationId xmlns:a16="http://schemas.microsoft.com/office/drawing/2014/main" id="{7FF28440-D12F-A55A-36C8-6F2BE32230DA}"/>
                </a:ext>
              </a:extLst>
            </p:cNvPr>
            <p:cNvGrpSpPr/>
            <p:nvPr/>
          </p:nvGrpSpPr>
          <p:grpSpPr>
            <a:xfrm>
              <a:off x="-10219965" y="1980515"/>
              <a:ext cx="7501233" cy="4352878"/>
              <a:chOff x="1517130" y="1980515"/>
              <a:chExt cx="7501233" cy="4352878"/>
            </a:xfrm>
          </p:grpSpPr>
          <p:pic>
            <p:nvPicPr>
              <p:cNvPr id="8" name="Рисунок 7">
                <a:extLst>
                  <a:ext uri="{FF2B5EF4-FFF2-40B4-BE49-F238E27FC236}">
                    <a16:creationId xmlns:a16="http://schemas.microsoft.com/office/drawing/2014/main" id="{1B14C327-D1D2-6AC9-4C6A-F4874774CDB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>
                <a:extLst>
                  <a:ext uri="{BEBA8EAE-BF5A-486C-A8C5-ECC9F3942E4B}">
                    <a14:imgProps xmlns:a14="http://schemas.microsoft.com/office/drawing/2010/main">
                      <a14:imgLayer r:embed="rId7">
                        <a14:imgEffect>
                          <a14:brightnessContrast bright="-20000" contrast="-20000"/>
                        </a14:imgEffect>
                      </a14:imgLayer>
                    </a14:imgProps>
                  </a:ex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537839" y="2413000"/>
                <a:ext cx="7240133" cy="3920393"/>
              </a:xfrm>
              <a:prstGeom prst="rect">
                <a:avLst/>
              </a:prstGeom>
            </p:spPr>
          </p:pic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3E5915D6-3540-575A-5AC5-88F139B2B383}"/>
                  </a:ext>
                </a:extLst>
              </p:cNvPr>
              <p:cNvSpPr txBox="1"/>
              <p:nvPr/>
            </p:nvSpPr>
            <p:spPr>
              <a:xfrm>
                <a:off x="1517130" y="1980515"/>
                <a:ext cx="7501233" cy="5847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32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E7E6E6">
                        <a:lumMod val="10000"/>
                      </a:srgbClr>
                    </a:solidFill>
                    <a:effectLst/>
                    <a:uLnTx/>
                    <a:uFillTx/>
                    <a:latin typeface="Cascadia Code SemiBold" panose="020B0609020000020004" pitchFamily="49" charset="0"/>
                    <a:ea typeface="+mn-ea"/>
                    <a:cs typeface="Cascadia Code SemiBold" panose="020B0609020000020004" pitchFamily="49" charset="0"/>
                  </a:rPr>
                  <a:t>^^^^^^^^^</a:t>
                </a:r>
                <a:r>
                  <a:rPr lang="en-US" sz="3200" dirty="0">
                    <a:solidFill>
                      <a:srgbClr val="E7E6E6">
                        <a:lumMod val="10000"/>
                      </a:srgbClr>
                    </a:solidFill>
                    <a:latin typeface="Cascadia Code SemiBold" panose="020B0609020000020004" pitchFamily="49" charset="0"/>
                    <a:cs typeface="Cascadia Code SemiBold" panose="020B0609020000020004" pitchFamily="49" charset="0"/>
                  </a:rPr>
                  <a:t>^^^^^^^^^^^^^^^^^^^^^</a:t>
                </a:r>
                <a:endParaRPr kumimoji="0" lang="ru-RU" sz="3200" b="0" i="0" u="none" strike="noStrike" kern="1200" cap="none" spc="0" normalizeH="0" baseline="0" noProof="0" dirty="0">
                  <a:ln>
                    <a:noFill/>
                  </a:ln>
                  <a:solidFill>
                    <a:srgbClr val="E7E6E6">
                      <a:lumMod val="10000"/>
                    </a:srgbClr>
                  </a:solidFill>
                  <a:effectLst/>
                  <a:uLnTx/>
                  <a:uFillTx/>
                  <a:latin typeface="Cascadia Code SemiBold" panose="020B0609020000020004" pitchFamily="49" charset="0"/>
                  <a:ea typeface="+mn-ea"/>
                  <a:cs typeface="Cascadia Code SemiBold" panose="020B0609020000020004" pitchFamily="49" charset="0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077874353"/>
      </p:ext>
    </p:extLst>
  </p:cSld>
  <p:clrMapOvr>
    <a:masterClrMapping/>
  </p:clrMapOvr>
  <p:transition spd="slow">
    <p:push dir="u"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95000"/>
            <a:lumOff val="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2E676AE-2249-2562-8E48-12ED782561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!!TitleSection!!">
            <a:extLst>
              <a:ext uri="{FF2B5EF4-FFF2-40B4-BE49-F238E27FC236}">
                <a16:creationId xmlns:a16="http://schemas.microsoft.com/office/drawing/2014/main" id="{28EBC8D6-B1E5-B85F-9642-922F65A56584}"/>
              </a:ext>
            </a:extLst>
          </p:cNvPr>
          <p:cNvGrpSpPr/>
          <p:nvPr/>
        </p:nvGrpSpPr>
        <p:grpSpPr>
          <a:xfrm>
            <a:off x="2423160" y="0"/>
            <a:ext cx="17163989" cy="1323439"/>
            <a:chOff x="2423160" y="0"/>
            <a:chExt cx="17163989" cy="1323439"/>
          </a:xfrm>
        </p:grpSpPr>
        <p:sp>
          <p:nvSpPr>
            <p:cNvPr id="6" name="!!UnderTitle!!">
              <a:extLst>
                <a:ext uri="{FF2B5EF4-FFF2-40B4-BE49-F238E27FC236}">
                  <a16:creationId xmlns:a16="http://schemas.microsoft.com/office/drawing/2014/main" id="{45FCA4B2-7C89-9281-25F9-34F32A129E21}"/>
                </a:ext>
              </a:extLst>
            </p:cNvPr>
            <p:cNvSpPr txBox="1"/>
            <p:nvPr/>
          </p:nvSpPr>
          <p:spPr>
            <a:xfrm>
              <a:off x="2828689" y="0"/>
              <a:ext cx="16758460" cy="132343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000" b="0" i="0" u="none" strike="noStrike" kern="1200" cap="none" spc="-300" normalizeH="0" baseline="0" noProof="0" dirty="0">
                  <a:ln>
                    <a:noFill/>
                  </a:ln>
                  <a:solidFill>
                    <a:srgbClr val="E7E6E6">
                      <a:lumMod val="10000"/>
                    </a:srgbClr>
                  </a:solidFill>
                  <a:effectLst/>
                  <a:uLnTx/>
                  <a:uFillTx/>
                  <a:latin typeface="Cascadia Code SemiBold" panose="020B0609020000020004" pitchFamily="49" charset="0"/>
                  <a:ea typeface="+mn-ea"/>
                  <a:cs typeface="Cascadia Code SemiBold" panose="020B0609020000020004" pitchFamily="49" charset="0"/>
                </a:rPr>
                <a:t>////////////////////</a:t>
              </a:r>
              <a:endParaRPr kumimoji="0" lang="ru-RU" sz="8000" b="0" i="0" u="none" strike="noStrike" kern="1200" cap="none" spc="-300" normalizeH="0" baseline="0" noProof="0" dirty="0">
                <a:ln>
                  <a:noFill/>
                </a:ln>
                <a:solidFill>
                  <a:srgbClr val="E7E6E6">
                    <a:lumMod val="10000"/>
                  </a:srgbClr>
                </a:solidFill>
                <a:effectLst/>
                <a:uLnTx/>
                <a:uFillTx/>
                <a:latin typeface="Cascadia Code SemiBold" panose="020B0609020000020004" pitchFamily="49" charset="0"/>
                <a:ea typeface="+mn-ea"/>
                <a:cs typeface="Cascadia Code SemiBold" panose="020B0609020000020004" pitchFamily="49" charset="0"/>
              </a:endParaRPr>
            </a:p>
          </p:txBody>
        </p:sp>
        <p:sp>
          <p:nvSpPr>
            <p:cNvPr id="3" name="!!Title!!">
              <a:extLst>
                <a:ext uri="{FF2B5EF4-FFF2-40B4-BE49-F238E27FC236}">
                  <a16:creationId xmlns:a16="http://schemas.microsoft.com/office/drawing/2014/main" id="{E32829A9-197C-4AEE-270A-DC0FF01028EF}"/>
                </a:ext>
              </a:extLst>
            </p:cNvPr>
            <p:cNvSpPr txBox="1"/>
            <p:nvPr/>
          </p:nvSpPr>
          <p:spPr>
            <a:xfrm>
              <a:off x="2828689" y="284528"/>
              <a:ext cx="6712111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36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scadia Code SemiBold" panose="020B0609020000020004" pitchFamily="49" charset="0"/>
                  <a:ea typeface="+mn-ea"/>
                  <a:cs typeface="Cascadia Code SemiBold" panose="020B0609020000020004" pitchFamily="49" charset="0"/>
                </a:rPr>
                <a:t>Проектирование</a:t>
              </a:r>
            </a:p>
          </p:txBody>
        </p:sp>
        <p:sp>
          <p:nvSpPr>
            <p:cNvPr id="4" name="!!TitleHighlighter!!">
              <a:extLst>
                <a:ext uri="{FF2B5EF4-FFF2-40B4-BE49-F238E27FC236}">
                  <a16:creationId xmlns:a16="http://schemas.microsoft.com/office/drawing/2014/main" id="{5A3216C3-6F81-0AA0-DF1B-F91D80875589}"/>
                </a:ext>
              </a:extLst>
            </p:cNvPr>
            <p:cNvSpPr/>
            <p:nvPr/>
          </p:nvSpPr>
          <p:spPr>
            <a:xfrm>
              <a:off x="2423160" y="91666"/>
              <a:ext cx="309600" cy="1100757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grpSp>
        <p:nvGrpSpPr>
          <p:cNvPr id="13" name="!!PtpitLogo!!">
            <a:extLst>
              <a:ext uri="{FF2B5EF4-FFF2-40B4-BE49-F238E27FC236}">
                <a16:creationId xmlns:a16="http://schemas.microsoft.com/office/drawing/2014/main" id="{BFE1A06A-CFEC-5066-CE11-45C10487342C}"/>
              </a:ext>
            </a:extLst>
          </p:cNvPr>
          <p:cNvGrpSpPr/>
          <p:nvPr/>
        </p:nvGrpSpPr>
        <p:grpSpPr>
          <a:xfrm>
            <a:off x="42438" y="91666"/>
            <a:ext cx="2208090" cy="1100757"/>
            <a:chOff x="42438" y="91666"/>
            <a:chExt cx="2208090" cy="1100757"/>
          </a:xfrm>
        </p:grpSpPr>
        <p:pic>
          <p:nvPicPr>
            <p:cNvPr id="14" name="!!PtpitLogo2!!">
              <a:extLst>
                <a:ext uri="{FF2B5EF4-FFF2-40B4-BE49-F238E27FC236}">
                  <a16:creationId xmlns:a16="http://schemas.microsoft.com/office/drawing/2014/main" id="{9AD0DEC8-3C40-E946-E9A5-2806F0079FED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biLevel thresh="7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146483" y="91666"/>
              <a:ext cx="1104045" cy="1100757"/>
            </a:xfrm>
            <a:prstGeom prst="rect">
              <a:avLst/>
            </a:prstGeom>
            <a:solidFill>
              <a:schemeClr val="bg1"/>
            </a:solidFill>
          </p:spPr>
        </p:pic>
        <p:pic>
          <p:nvPicPr>
            <p:cNvPr id="15" name="!!PtpitLogo1!!">
              <a:extLst>
                <a:ext uri="{FF2B5EF4-FFF2-40B4-BE49-F238E27FC236}">
                  <a16:creationId xmlns:a16="http://schemas.microsoft.com/office/drawing/2014/main" id="{50526F26-C538-FAF3-503D-1B62ACC3FEEC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biLevel thresh="5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2438" y="91666"/>
              <a:ext cx="1104045" cy="1100757"/>
            </a:xfrm>
            <a:prstGeom prst="rect">
              <a:avLst/>
            </a:prstGeom>
            <a:noFill/>
          </p:spPr>
        </p:pic>
      </p:grpSp>
      <p:sp>
        <p:nvSpPr>
          <p:cNvPr id="10" name="!!Perm2026!!">
            <a:extLst>
              <a:ext uri="{FF2B5EF4-FFF2-40B4-BE49-F238E27FC236}">
                <a16:creationId xmlns:a16="http://schemas.microsoft.com/office/drawing/2014/main" id="{F2DCDBB7-A7E5-2837-B6DD-165F382EE5BA}"/>
              </a:ext>
            </a:extLst>
          </p:cNvPr>
          <p:cNvSpPr txBox="1"/>
          <p:nvPr/>
        </p:nvSpPr>
        <p:spPr>
          <a:xfrm>
            <a:off x="10639724" y="6425327"/>
            <a:ext cx="210312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scadia Code SemiBold" panose="020B0609020000020004" pitchFamily="49" charset="0"/>
                <a:ea typeface="+mn-ea"/>
                <a:cs typeface="Cascadia Code SemiBold" panose="020B0609020000020004" pitchFamily="49" charset="0"/>
              </a:rPr>
              <a:t>Пермь, 2026</a:t>
            </a:r>
          </a:p>
        </p:txBody>
      </p:sp>
      <p:grpSp>
        <p:nvGrpSpPr>
          <p:cNvPr id="26" name="!!MainSectionCarousel!!">
            <a:extLst>
              <a:ext uri="{FF2B5EF4-FFF2-40B4-BE49-F238E27FC236}">
                <a16:creationId xmlns:a16="http://schemas.microsoft.com/office/drawing/2014/main" id="{A48A2D49-EE41-F5B0-4319-9BF65872D5DC}"/>
              </a:ext>
            </a:extLst>
          </p:cNvPr>
          <p:cNvGrpSpPr/>
          <p:nvPr/>
        </p:nvGrpSpPr>
        <p:grpSpPr>
          <a:xfrm>
            <a:off x="-3177527" y="1627840"/>
            <a:ext cx="16042628" cy="4705553"/>
            <a:chOff x="-15791542" y="1627840"/>
            <a:chExt cx="16042628" cy="4705553"/>
          </a:xfrm>
        </p:grpSpPr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E55BF1AC-AD69-A54E-067F-9C9679C80445}"/>
                </a:ext>
              </a:extLst>
            </p:cNvPr>
            <p:cNvSpPr txBox="1"/>
            <p:nvPr/>
          </p:nvSpPr>
          <p:spPr>
            <a:xfrm>
              <a:off x="-15791542" y="1627840"/>
              <a:ext cx="16042628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3200" b="0" i="0" u="none" strike="noStrike" kern="1200" cap="none" spc="0" normalizeH="0" baseline="0" noProof="0" dirty="0">
                  <a:ln>
                    <a:noFill/>
                  </a:ln>
                  <a:solidFill>
                    <a:srgbClr val="E7E6E6">
                      <a:lumMod val="10000"/>
                    </a:srgbClr>
                  </a:solidFill>
                  <a:effectLst/>
                  <a:uLnTx/>
                  <a:uFillTx/>
                  <a:latin typeface="Cascadia Code SemiBold" panose="020B0609020000020004" pitchFamily="49" charset="0"/>
                  <a:ea typeface="+mn-ea"/>
                  <a:cs typeface="Cascadia Code SemiBold" panose="020B0609020000020004" pitchFamily="49" charset="0"/>
                </a:rPr>
                <a:t>..</a:t>
              </a:r>
              <a:r>
                <a:rPr kumimoji="0" lang="en-US" sz="3200" b="0" i="0" u="none" strike="noStrike" kern="1200" cap="none" spc="0" normalizeH="0" baseline="0" noProof="0" dirty="0" err="1">
                  <a:ln>
                    <a:noFill/>
                  </a:ln>
                  <a:solidFill>
                    <a:srgbClr val="E7E6E6">
                      <a:lumMod val="10000"/>
                    </a:srgbClr>
                  </a:solidFill>
                  <a:effectLst/>
                  <a:uLnTx/>
                  <a:uFillTx/>
                  <a:latin typeface="Cascadia Code SemiBold" panose="020B0609020000020004" pitchFamily="49" charset="0"/>
                  <a:ea typeface="+mn-ea"/>
                  <a:cs typeface="Cascadia Code SemiBold" panose="020B0609020000020004" pitchFamily="49" charset="0"/>
                </a:rPr>
                <a:t>ooOO</a:t>
              </a:r>
              <a:r>
                <a:rPr kumimoji="0" lang="en-US" sz="3200" b="0" i="0" u="none" strike="noStrike" kern="1200" cap="none" spc="0" normalizeH="0" baseline="0" noProof="0" dirty="0">
                  <a:ln>
                    <a:noFill/>
                  </a:ln>
                  <a:solidFill>
                    <a:srgbClr val="E7E6E6">
                      <a:lumMod val="10000"/>
                    </a:srgbClr>
                  </a:solidFill>
                  <a:effectLst/>
                  <a:uLnTx/>
                  <a:uFillTx/>
                  <a:latin typeface="Cascadia Code SemiBold" panose="020B0609020000020004" pitchFamily="49" charset="0"/>
                  <a:ea typeface="+mn-ea"/>
                  <a:cs typeface="Cascadia Code SemiBold" panose="020B0609020000020004" pitchFamily="49" charset="0"/>
                </a:rPr>
                <a:t>############################################################</a:t>
              </a:r>
              <a:endPara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srgbClr val="E7E6E6">
                    <a:lumMod val="10000"/>
                  </a:srgbClr>
                </a:solidFill>
                <a:effectLst/>
                <a:uLnTx/>
                <a:uFillTx/>
                <a:latin typeface="Cascadia Code SemiBold" panose="020B0609020000020004" pitchFamily="49" charset="0"/>
                <a:ea typeface="+mn-ea"/>
                <a:cs typeface="Cascadia Code SemiBold" panose="020B0609020000020004" pitchFamily="49" charset="0"/>
              </a:endParaRPr>
            </a:p>
          </p:txBody>
        </p:sp>
        <p:grpSp>
          <p:nvGrpSpPr>
            <p:cNvPr id="25" name="Группа 24">
              <a:extLst>
                <a:ext uri="{FF2B5EF4-FFF2-40B4-BE49-F238E27FC236}">
                  <a16:creationId xmlns:a16="http://schemas.microsoft.com/office/drawing/2014/main" id="{0B4F3706-6453-E3C7-5ADB-97880D94A926}"/>
                </a:ext>
              </a:extLst>
            </p:cNvPr>
            <p:cNvGrpSpPr/>
            <p:nvPr/>
          </p:nvGrpSpPr>
          <p:grpSpPr>
            <a:xfrm>
              <a:off x="-10219965" y="1980515"/>
              <a:ext cx="7501233" cy="4352878"/>
              <a:chOff x="1517130" y="1980515"/>
              <a:chExt cx="7501233" cy="4352878"/>
            </a:xfrm>
          </p:grpSpPr>
          <p:pic>
            <p:nvPicPr>
              <p:cNvPr id="8" name="Рисунок 7">
                <a:extLst>
                  <a:ext uri="{FF2B5EF4-FFF2-40B4-BE49-F238E27FC236}">
                    <a16:creationId xmlns:a16="http://schemas.microsoft.com/office/drawing/2014/main" id="{A2CBE552-7A04-1CFE-0D77-125A78BA657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537839" y="2413000"/>
                <a:ext cx="7240133" cy="3920393"/>
              </a:xfrm>
              <a:prstGeom prst="rect">
                <a:avLst/>
              </a:prstGeom>
            </p:spPr>
          </p:pic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1C0A83D1-BE19-5B4E-9206-E6111A40EAE1}"/>
                  </a:ext>
                </a:extLst>
              </p:cNvPr>
              <p:cNvSpPr txBox="1"/>
              <p:nvPr/>
            </p:nvSpPr>
            <p:spPr>
              <a:xfrm>
                <a:off x="1517130" y="1980515"/>
                <a:ext cx="7501233" cy="5847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32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E7E6E6">
                        <a:lumMod val="10000"/>
                      </a:srgbClr>
                    </a:solidFill>
                    <a:effectLst/>
                    <a:uLnTx/>
                    <a:uFillTx/>
                    <a:latin typeface="Cascadia Code SemiBold" panose="020B0609020000020004" pitchFamily="49" charset="0"/>
                    <a:ea typeface="+mn-ea"/>
                    <a:cs typeface="Cascadia Code SemiBold" panose="020B0609020000020004" pitchFamily="49" charset="0"/>
                  </a:rPr>
                  <a:t>^^^^^^^^^^^^^^^^^^^^^^^^^^^^^^</a:t>
                </a:r>
                <a:endParaRPr kumimoji="0" lang="ru-RU" sz="3200" b="0" i="0" u="none" strike="noStrike" kern="1200" cap="none" spc="0" normalizeH="0" baseline="0" noProof="0" dirty="0">
                  <a:ln>
                    <a:noFill/>
                  </a:ln>
                  <a:solidFill>
                    <a:srgbClr val="E7E6E6">
                      <a:lumMod val="10000"/>
                    </a:srgbClr>
                  </a:solidFill>
                  <a:effectLst/>
                  <a:uLnTx/>
                  <a:uFillTx/>
                  <a:latin typeface="Cascadia Code SemiBold" panose="020B0609020000020004" pitchFamily="49" charset="0"/>
                  <a:ea typeface="+mn-ea"/>
                  <a:cs typeface="Cascadia Code SemiBold" panose="020B0609020000020004" pitchFamily="49" charset="0"/>
                </a:endParaRPr>
              </a:p>
            </p:txBody>
          </p:sp>
        </p:grpSp>
      </p:grpSp>
      <p:sp>
        <p:nvSpPr>
          <p:cNvPr id="5" name="!!TitleRemover!!">
            <a:extLst>
              <a:ext uri="{FF2B5EF4-FFF2-40B4-BE49-F238E27FC236}">
                <a16:creationId xmlns:a16="http://schemas.microsoft.com/office/drawing/2014/main" id="{DB15F511-0C06-DC9B-C4F5-82E5662658B3}"/>
              </a:ext>
            </a:extLst>
          </p:cNvPr>
          <p:cNvSpPr/>
          <p:nvPr/>
        </p:nvSpPr>
        <p:spPr>
          <a:xfrm>
            <a:off x="2423160" y="91665"/>
            <a:ext cx="309600" cy="110075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80281936"/>
      </p:ext>
    </p:extLst>
  </p:cSld>
  <p:clrMapOvr>
    <a:masterClrMapping/>
  </p:clrMapOvr>
  <p:transition spd="slow">
    <p:push dir="u"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95000"/>
            <a:lumOff val="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A574EB1-0C3B-6500-41E6-469007CDD7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!!TitleSection!!">
            <a:extLst>
              <a:ext uri="{FF2B5EF4-FFF2-40B4-BE49-F238E27FC236}">
                <a16:creationId xmlns:a16="http://schemas.microsoft.com/office/drawing/2014/main" id="{C4DA19E7-6497-96D1-DCF5-C236465B70A7}"/>
              </a:ext>
            </a:extLst>
          </p:cNvPr>
          <p:cNvGrpSpPr/>
          <p:nvPr/>
        </p:nvGrpSpPr>
        <p:grpSpPr>
          <a:xfrm>
            <a:off x="2423160" y="0"/>
            <a:ext cx="17163989" cy="1323439"/>
            <a:chOff x="2423160" y="0"/>
            <a:chExt cx="17163989" cy="1323439"/>
          </a:xfrm>
        </p:grpSpPr>
        <p:sp>
          <p:nvSpPr>
            <p:cNvPr id="6" name="!!UnderTitle!!">
              <a:extLst>
                <a:ext uri="{FF2B5EF4-FFF2-40B4-BE49-F238E27FC236}">
                  <a16:creationId xmlns:a16="http://schemas.microsoft.com/office/drawing/2014/main" id="{461156B5-8AA0-2A04-3935-A1486B544C44}"/>
                </a:ext>
              </a:extLst>
            </p:cNvPr>
            <p:cNvSpPr txBox="1"/>
            <p:nvPr/>
          </p:nvSpPr>
          <p:spPr>
            <a:xfrm>
              <a:off x="2828689" y="0"/>
              <a:ext cx="16758460" cy="132343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000" b="0" i="0" u="none" strike="noStrike" kern="1200" cap="none" spc="-300" normalizeH="0" baseline="0" noProof="0" dirty="0">
                  <a:ln>
                    <a:noFill/>
                  </a:ln>
                  <a:solidFill>
                    <a:srgbClr val="E7E6E6">
                      <a:lumMod val="10000"/>
                    </a:srgbClr>
                  </a:solidFill>
                  <a:effectLst/>
                  <a:uLnTx/>
                  <a:uFillTx/>
                  <a:latin typeface="Cascadia Code SemiBold" panose="020B0609020000020004" pitchFamily="49" charset="0"/>
                  <a:ea typeface="+mn-ea"/>
                  <a:cs typeface="Cascadia Code SemiBold" panose="020B0609020000020004" pitchFamily="49" charset="0"/>
                </a:rPr>
                <a:t>////////////////////</a:t>
              </a:r>
              <a:endParaRPr kumimoji="0" lang="ru-RU" sz="8000" b="0" i="0" u="none" strike="noStrike" kern="1200" cap="none" spc="-300" normalizeH="0" baseline="0" noProof="0" dirty="0">
                <a:ln>
                  <a:noFill/>
                </a:ln>
                <a:solidFill>
                  <a:srgbClr val="E7E6E6">
                    <a:lumMod val="10000"/>
                  </a:srgbClr>
                </a:solidFill>
                <a:effectLst/>
                <a:uLnTx/>
                <a:uFillTx/>
                <a:latin typeface="Cascadia Code SemiBold" panose="020B0609020000020004" pitchFamily="49" charset="0"/>
                <a:ea typeface="+mn-ea"/>
                <a:cs typeface="Cascadia Code SemiBold" panose="020B0609020000020004" pitchFamily="49" charset="0"/>
              </a:endParaRPr>
            </a:p>
          </p:txBody>
        </p:sp>
        <p:sp>
          <p:nvSpPr>
            <p:cNvPr id="3" name="!!Title!!">
              <a:extLst>
                <a:ext uri="{FF2B5EF4-FFF2-40B4-BE49-F238E27FC236}">
                  <a16:creationId xmlns:a16="http://schemas.microsoft.com/office/drawing/2014/main" id="{574F09B3-95F6-9392-6270-69ACA2D50E2B}"/>
                </a:ext>
              </a:extLst>
            </p:cNvPr>
            <p:cNvSpPr txBox="1"/>
            <p:nvPr/>
          </p:nvSpPr>
          <p:spPr>
            <a:xfrm>
              <a:off x="2828689" y="284528"/>
              <a:ext cx="6712111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36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scadia Code SemiBold" panose="020B0609020000020004" pitchFamily="49" charset="0"/>
                  <a:ea typeface="+mn-ea"/>
                  <a:cs typeface="Cascadia Code SemiBold" panose="020B0609020000020004" pitchFamily="49" charset="0"/>
                </a:rPr>
                <a:t>Разработка</a:t>
              </a:r>
            </a:p>
          </p:txBody>
        </p:sp>
        <p:sp>
          <p:nvSpPr>
            <p:cNvPr id="4" name="!!TitleHighlighter!!">
              <a:extLst>
                <a:ext uri="{FF2B5EF4-FFF2-40B4-BE49-F238E27FC236}">
                  <a16:creationId xmlns:a16="http://schemas.microsoft.com/office/drawing/2014/main" id="{6D7C0D84-358A-9B04-7C11-F24C64DE86C2}"/>
                </a:ext>
              </a:extLst>
            </p:cNvPr>
            <p:cNvSpPr/>
            <p:nvPr/>
          </p:nvSpPr>
          <p:spPr>
            <a:xfrm>
              <a:off x="2423160" y="91666"/>
              <a:ext cx="309600" cy="1100757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grpSp>
        <p:nvGrpSpPr>
          <p:cNvPr id="13" name="!!PtpitLogo!!">
            <a:extLst>
              <a:ext uri="{FF2B5EF4-FFF2-40B4-BE49-F238E27FC236}">
                <a16:creationId xmlns:a16="http://schemas.microsoft.com/office/drawing/2014/main" id="{7BA41F79-EB63-A59E-4152-5996CCD98CDC}"/>
              </a:ext>
            </a:extLst>
          </p:cNvPr>
          <p:cNvGrpSpPr/>
          <p:nvPr/>
        </p:nvGrpSpPr>
        <p:grpSpPr>
          <a:xfrm>
            <a:off x="42438" y="91666"/>
            <a:ext cx="2208090" cy="1100757"/>
            <a:chOff x="42438" y="91666"/>
            <a:chExt cx="2208090" cy="1100757"/>
          </a:xfrm>
        </p:grpSpPr>
        <p:pic>
          <p:nvPicPr>
            <p:cNvPr id="14" name="!!PtpitLogo2!!">
              <a:extLst>
                <a:ext uri="{FF2B5EF4-FFF2-40B4-BE49-F238E27FC236}">
                  <a16:creationId xmlns:a16="http://schemas.microsoft.com/office/drawing/2014/main" id="{844E19A4-BA21-056D-4D71-65BD7FBA7C3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biLevel thresh="7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146483" y="91666"/>
              <a:ext cx="1104045" cy="1100757"/>
            </a:xfrm>
            <a:prstGeom prst="rect">
              <a:avLst/>
            </a:prstGeom>
            <a:solidFill>
              <a:schemeClr val="bg1"/>
            </a:solidFill>
          </p:spPr>
        </p:pic>
        <p:pic>
          <p:nvPicPr>
            <p:cNvPr id="15" name="!!PtpitLogo1!!">
              <a:extLst>
                <a:ext uri="{FF2B5EF4-FFF2-40B4-BE49-F238E27FC236}">
                  <a16:creationId xmlns:a16="http://schemas.microsoft.com/office/drawing/2014/main" id="{CAD437D5-2E82-3596-A464-A0C5803A9F49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biLevel thresh="5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2438" y="91666"/>
              <a:ext cx="1104045" cy="1100757"/>
            </a:xfrm>
            <a:prstGeom prst="rect">
              <a:avLst/>
            </a:prstGeom>
            <a:noFill/>
          </p:spPr>
        </p:pic>
      </p:grpSp>
      <p:grpSp>
        <p:nvGrpSpPr>
          <p:cNvPr id="7" name="!!MainSection1!!">
            <a:extLst>
              <a:ext uri="{FF2B5EF4-FFF2-40B4-BE49-F238E27FC236}">
                <a16:creationId xmlns:a16="http://schemas.microsoft.com/office/drawing/2014/main" id="{4AD9368B-3663-CF0A-4269-0E79B79A5884}"/>
              </a:ext>
            </a:extLst>
          </p:cNvPr>
          <p:cNvGrpSpPr/>
          <p:nvPr/>
        </p:nvGrpSpPr>
        <p:grpSpPr>
          <a:xfrm>
            <a:off x="2782815" y="1722395"/>
            <a:ext cx="9537290" cy="4352002"/>
            <a:chOff x="2782815" y="7469225"/>
            <a:chExt cx="9537290" cy="4352002"/>
          </a:xfrm>
        </p:grpSpPr>
        <p:pic>
          <p:nvPicPr>
            <p:cNvPr id="17" name="Рисунок 16">
              <a:extLst>
                <a:ext uri="{FF2B5EF4-FFF2-40B4-BE49-F238E27FC236}">
                  <a16:creationId xmlns:a16="http://schemas.microsoft.com/office/drawing/2014/main" id="{802E8B2B-3416-16F4-2F25-2E06AC6E44E8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9543238" y="7469225"/>
              <a:ext cx="1692383" cy="3767227"/>
            </a:xfrm>
            <a:prstGeom prst="rect">
              <a:avLst/>
            </a:prstGeom>
          </p:spPr>
        </p:pic>
        <p:pic>
          <p:nvPicPr>
            <p:cNvPr id="20" name="Рисунок 19">
              <a:extLst>
                <a:ext uri="{FF2B5EF4-FFF2-40B4-BE49-F238E27FC236}">
                  <a16:creationId xmlns:a16="http://schemas.microsoft.com/office/drawing/2014/main" id="{770AFA1D-190A-6B4F-EB7E-0E932B369552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7159" r="7159"/>
            <a:stretch/>
          </p:blipFill>
          <p:spPr>
            <a:xfrm>
              <a:off x="2905392" y="7469225"/>
              <a:ext cx="6220195" cy="3767227"/>
            </a:xfrm>
            <a:prstGeom prst="rect">
              <a:avLst/>
            </a:prstGeom>
          </p:spPr>
        </p:pic>
        <p:sp>
          <p:nvSpPr>
            <p:cNvPr id="28" name="!!MainSectionDecorator!!">
              <a:extLst>
                <a:ext uri="{FF2B5EF4-FFF2-40B4-BE49-F238E27FC236}">
                  <a16:creationId xmlns:a16="http://schemas.microsoft.com/office/drawing/2014/main" id="{45233B24-FF66-E365-EC25-AD3891950EC7}"/>
                </a:ext>
              </a:extLst>
            </p:cNvPr>
            <p:cNvSpPr txBox="1"/>
            <p:nvPr/>
          </p:nvSpPr>
          <p:spPr>
            <a:xfrm>
              <a:off x="2782815" y="11236452"/>
              <a:ext cx="953729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3200" b="0" i="0" u="none" strike="noStrike" kern="1200" cap="none" spc="0" normalizeH="0" baseline="0" noProof="0" dirty="0">
                  <a:ln>
                    <a:noFill/>
                  </a:ln>
                  <a:solidFill>
                    <a:srgbClr val="E7E6E6">
                      <a:lumMod val="10000"/>
                    </a:srgbClr>
                  </a:solidFill>
                  <a:effectLst/>
                  <a:uLnTx/>
                  <a:uFillTx/>
                  <a:latin typeface="Cascadia Code SemiBold" panose="020B0609020000020004" pitchFamily="49" charset="0"/>
                  <a:ea typeface="+mn-ea"/>
                  <a:cs typeface="Cascadia Code SemiBold" panose="020B0609020000020004" pitchFamily="49" charset="0"/>
                </a:rPr>
                <a:t>%%%%%%%%%%%%%%%%%%%%%%%%%%%%%%%%%%%</a:t>
              </a:r>
              <a:endPara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srgbClr val="E7E6E6">
                    <a:lumMod val="10000"/>
                  </a:srgbClr>
                </a:solidFill>
                <a:effectLst/>
                <a:uLnTx/>
                <a:uFillTx/>
                <a:latin typeface="Cascadia Code SemiBold" panose="020B0609020000020004" pitchFamily="49" charset="0"/>
                <a:ea typeface="+mn-ea"/>
                <a:cs typeface="Cascadia Code SemiBold" panose="020B0609020000020004" pitchFamily="49" charset="0"/>
              </a:endParaRPr>
            </a:p>
          </p:txBody>
        </p:sp>
      </p:grpSp>
      <p:grpSp>
        <p:nvGrpSpPr>
          <p:cNvPr id="8" name="!!MainSection2!!">
            <a:extLst>
              <a:ext uri="{FF2B5EF4-FFF2-40B4-BE49-F238E27FC236}">
                <a16:creationId xmlns:a16="http://schemas.microsoft.com/office/drawing/2014/main" id="{5422F9D8-1D23-D6FA-E85A-6DC6F7BC00C2}"/>
              </a:ext>
            </a:extLst>
          </p:cNvPr>
          <p:cNvGrpSpPr/>
          <p:nvPr/>
        </p:nvGrpSpPr>
        <p:grpSpPr>
          <a:xfrm>
            <a:off x="2393587" y="7333765"/>
            <a:ext cx="8010875" cy="4482085"/>
            <a:chOff x="2393587" y="13080595"/>
            <a:chExt cx="8010875" cy="4482085"/>
          </a:xfrm>
        </p:grpSpPr>
        <p:pic>
          <p:nvPicPr>
            <p:cNvPr id="9" name="Рисунок 8">
              <a:extLst>
                <a:ext uri="{FF2B5EF4-FFF2-40B4-BE49-F238E27FC236}">
                  <a16:creationId xmlns:a16="http://schemas.microsoft.com/office/drawing/2014/main" id="{015A3316-09B1-F5F7-CEF4-93DD4EC9F7FB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905392" y="13080595"/>
              <a:ext cx="7499070" cy="3897310"/>
            </a:xfrm>
            <a:prstGeom prst="rect">
              <a:avLst/>
            </a:prstGeom>
          </p:spPr>
        </p:pic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CF3929FE-817A-DFD8-AF16-A4CAAF6F5D9B}"/>
                </a:ext>
              </a:extLst>
            </p:cNvPr>
            <p:cNvSpPr txBox="1"/>
            <p:nvPr/>
          </p:nvSpPr>
          <p:spPr>
            <a:xfrm>
              <a:off x="2393587" y="16977905"/>
              <a:ext cx="7633696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3200" b="0" i="0" u="none" strike="noStrike" kern="1200" cap="none" spc="0" normalizeH="0" baseline="0" noProof="0" dirty="0">
                  <a:ln>
                    <a:noFill/>
                  </a:ln>
                  <a:solidFill>
                    <a:srgbClr val="E7E6E6">
                      <a:lumMod val="10000"/>
                    </a:srgbClr>
                  </a:solidFill>
                  <a:effectLst/>
                  <a:uLnTx/>
                  <a:uFillTx/>
                  <a:latin typeface="Cascadia Code SemiBold" panose="020B0609020000020004" pitchFamily="49" charset="0"/>
                  <a:ea typeface="+mn-ea"/>
                  <a:cs typeface="Cascadia Code SemiBold" panose="020B0609020000020004" pitchFamily="49" charset="0"/>
                </a:rPr>
                <a:t>%%%%%%%%%%%%%%%%%%%%%%%%%%%%%%%</a:t>
              </a:r>
              <a:endPara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srgbClr val="E7E6E6">
                    <a:lumMod val="10000"/>
                  </a:srgbClr>
                </a:solidFill>
                <a:effectLst/>
                <a:uLnTx/>
                <a:uFillTx/>
                <a:latin typeface="Cascadia Code SemiBold" panose="020B0609020000020004" pitchFamily="49" charset="0"/>
                <a:ea typeface="+mn-ea"/>
                <a:cs typeface="Cascadia Code SemiBold" panose="020B0609020000020004" pitchFamily="49" charset="0"/>
              </a:endParaRPr>
            </a:p>
          </p:txBody>
        </p:sp>
      </p:grpSp>
      <p:sp>
        <p:nvSpPr>
          <p:cNvPr id="21" name="!!MainSectionRemover1!!">
            <a:extLst>
              <a:ext uri="{FF2B5EF4-FFF2-40B4-BE49-F238E27FC236}">
                <a16:creationId xmlns:a16="http://schemas.microsoft.com/office/drawing/2014/main" id="{4D7ACC2C-5135-580B-6840-204CC0D2ADCA}"/>
              </a:ext>
            </a:extLst>
          </p:cNvPr>
          <p:cNvSpPr/>
          <p:nvPr/>
        </p:nvSpPr>
        <p:spPr>
          <a:xfrm>
            <a:off x="2423160" y="1424296"/>
            <a:ext cx="309600" cy="503986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3" name="!!MainSectionRemover2!!">
            <a:extLst>
              <a:ext uri="{FF2B5EF4-FFF2-40B4-BE49-F238E27FC236}">
                <a16:creationId xmlns:a16="http://schemas.microsoft.com/office/drawing/2014/main" id="{45097343-EDC2-55B1-C7F4-19DC4E08427A}"/>
              </a:ext>
            </a:extLst>
          </p:cNvPr>
          <p:cNvSpPr/>
          <p:nvPr/>
        </p:nvSpPr>
        <p:spPr>
          <a:xfrm>
            <a:off x="1933733" y="1424296"/>
            <a:ext cx="309600" cy="5039865"/>
          </a:xfrm>
          <a:prstGeom prst="rect">
            <a:avLst/>
          </a:prstGeom>
          <a:solidFill>
            <a:schemeClr val="bg2">
              <a:lumMod val="1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7" name="!!MainSectionPseudoRemover!!">
            <a:extLst>
              <a:ext uri="{FF2B5EF4-FFF2-40B4-BE49-F238E27FC236}">
                <a16:creationId xmlns:a16="http://schemas.microsoft.com/office/drawing/2014/main" id="{C9D084B1-B1AC-C08B-058B-A790D9699F06}"/>
              </a:ext>
            </a:extLst>
          </p:cNvPr>
          <p:cNvSpPr txBox="1"/>
          <p:nvPr/>
        </p:nvSpPr>
        <p:spPr>
          <a:xfrm rot="5400000">
            <a:off x="-1033168" y="3644275"/>
            <a:ext cx="522644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E7E6E6">
                    <a:lumMod val="10000"/>
                  </a:srgbClr>
                </a:solidFill>
                <a:effectLst/>
                <a:uLnTx/>
                <a:uFillTx/>
                <a:latin typeface="Cascadia Code SemiBold" panose="020B0609020000020004" pitchFamily="49" charset="0"/>
                <a:ea typeface="+mn-ea"/>
                <a:cs typeface="Cascadia Code SemiBold" panose="020B0609020000020004" pitchFamily="49" charset="0"/>
              </a:rPr>
              <a:t>IIIIIIIIIIIIIIIIIIIII</a:t>
            </a:r>
            <a:endParaRPr kumimoji="0" lang="ru-RU" sz="3200" b="0" i="0" u="none" strike="noStrike" kern="1200" cap="none" spc="0" normalizeH="0" baseline="0" noProof="0" dirty="0">
              <a:ln>
                <a:noFill/>
              </a:ln>
              <a:solidFill>
                <a:srgbClr val="E7E6E6">
                  <a:lumMod val="10000"/>
                </a:srgbClr>
              </a:solidFill>
              <a:effectLst/>
              <a:uLnTx/>
              <a:uFillTx/>
              <a:latin typeface="Cascadia Code SemiBold" panose="020B0609020000020004" pitchFamily="49" charset="0"/>
              <a:ea typeface="+mn-ea"/>
              <a:cs typeface="Cascadia Code SemiBold" panose="020B0609020000020004" pitchFamily="49" charset="0"/>
            </a:endParaRPr>
          </a:p>
        </p:txBody>
      </p:sp>
      <p:sp>
        <p:nvSpPr>
          <p:cNvPr id="2" name="!!Perm2026!!">
            <a:extLst>
              <a:ext uri="{FF2B5EF4-FFF2-40B4-BE49-F238E27FC236}">
                <a16:creationId xmlns:a16="http://schemas.microsoft.com/office/drawing/2014/main" id="{B54477B4-FE93-C1FD-E026-5474061A759E}"/>
              </a:ext>
            </a:extLst>
          </p:cNvPr>
          <p:cNvSpPr txBox="1"/>
          <p:nvPr/>
        </p:nvSpPr>
        <p:spPr>
          <a:xfrm>
            <a:off x="10639724" y="6425327"/>
            <a:ext cx="210312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scadia Code SemiBold" panose="020B0609020000020004" pitchFamily="49" charset="0"/>
                <a:ea typeface="+mn-ea"/>
                <a:cs typeface="Cascadia Code SemiBold" panose="020B0609020000020004" pitchFamily="49" charset="0"/>
              </a:rPr>
              <a:t>Пермь, 2026</a:t>
            </a:r>
          </a:p>
        </p:txBody>
      </p:sp>
      <p:sp>
        <p:nvSpPr>
          <p:cNvPr id="5" name="!!TitleRemover!!">
            <a:extLst>
              <a:ext uri="{FF2B5EF4-FFF2-40B4-BE49-F238E27FC236}">
                <a16:creationId xmlns:a16="http://schemas.microsoft.com/office/drawing/2014/main" id="{4FD6DF12-CF85-67F1-122C-A9FDDE955834}"/>
              </a:ext>
            </a:extLst>
          </p:cNvPr>
          <p:cNvSpPr/>
          <p:nvPr/>
        </p:nvSpPr>
        <p:spPr>
          <a:xfrm>
            <a:off x="2423160" y="91665"/>
            <a:ext cx="309600" cy="110075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510103839"/>
      </p:ext>
    </p:extLst>
  </p:cSld>
  <p:clrMapOvr>
    <a:masterClrMapping/>
  </p:clrMapOvr>
  <p:transition spd="slow">
    <p:push dir="u"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95000"/>
            <a:lumOff val="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CB0E438-88C7-498D-D9C3-6850CA295A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!!TitleSection!!">
            <a:extLst>
              <a:ext uri="{FF2B5EF4-FFF2-40B4-BE49-F238E27FC236}">
                <a16:creationId xmlns:a16="http://schemas.microsoft.com/office/drawing/2014/main" id="{8DB4721E-7C4A-A1A3-C83C-9C79554727AA}"/>
              </a:ext>
            </a:extLst>
          </p:cNvPr>
          <p:cNvGrpSpPr/>
          <p:nvPr/>
        </p:nvGrpSpPr>
        <p:grpSpPr>
          <a:xfrm>
            <a:off x="2423160" y="0"/>
            <a:ext cx="17163989" cy="1323439"/>
            <a:chOff x="2423160" y="0"/>
            <a:chExt cx="17163989" cy="1323439"/>
          </a:xfrm>
        </p:grpSpPr>
        <p:sp>
          <p:nvSpPr>
            <p:cNvPr id="6" name="!!UnderTitle!!">
              <a:extLst>
                <a:ext uri="{FF2B5EF4-FFF2-40B4-BE49-F238E27FC236}">
                  <a16:creationId xmlns:a16="http://schemas.microsoft.com/office/drawing/2014/main" id="{C61E086C-9EBD-F202-B08B-228D35AD546E}"/>
                </a:ext>
              </a:extLst>
            </p:cNvPr>
            <p:cNvSpPr txBox="1"/>
            <p:nvPr/>
          </p:nvSpPr>
          <p:spPr>
            <a:xfrm>
              <a:off x="2828689" y="0"/>
              <a:ext cx="16758460" cy="132343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000" b="0" i="0" u="none" strike="noStrike" kern="1200" cap="none" spc="-300" normalizeH="0" baseline="0" noProof="0" dirty="0">
                  <a:ln>
                    <a:noFill/>
                  </a:ln>
                  <a:solidFill>
                    <a:srgbClr val="E7E6E6">
                      <a:lumMod val="10000"/>
                    </a:srgbClr>
                  </a:solidFill>
                  <a:effectLst/>
                  <a:uLnTx/>
                  <a:uFillTx/>
                  <a:latin typeface="Cascadia Code SemiBold" panose="020B0609020000020004" pitchFamily="49" charset="0"/>
                  <a:ea typeface="+mn-ea"/>
                  <a:cs typeface="Cascadia Code SemiBold" panose="020B0609020000020004" pitchFamily="49" charset="0"/>
                </a:rPr>
                <a:t>////////////////////</a:t>
              </a:r>
              <a:endParaRPr kumimoji="0" lang="ru-RU" sz="8000" b="0" i="0" u="none" strike="noStrike" kern="1200" cap="none" spc="-300" normalizeH="0" baseline="0" noProof="0" dirty="0">
                <a:ln>
                  <a:noFill/>
                </a:ln>
                <a:solidFill>
                  <a:srgbClr val="E7E6E6">
                    <a:lumMod val="10000"/>
                  </a:srgbClr>
                </a:solidFill>
                <a:effectLst/>
                <a:uLnTx/>
                <a:uFillTx/>
                <a:latin typeface="Cascadia Code SemiBold" panose="020B0609020000020004" pitchFamily="49" charset="0"/>
                <a:ea typeface="+mn-ea"/>
                <a:cs typeface="Cascadia Code SemiBold" panose="020B0609020000020004" pitchFamily="49" charset="0"/>
              </a:endParaRPr>
            </a:p>
          </p:txBody>
        </p:sp>
        <p:sp>
          <p:nvSpPr>
            <p:cNvPr id="3" name="!!Title!!">
              <a:extLst>
                <a:ext uri="{FF2B5EF4-FFF2-40B4-BE49-F238E27FC236}">
                  <a16:creationId xmlns:a16="http://schemas.microsoft.com/office/drawing/2014/main" id="{F2ED3F29-4BCE-C656-0F4F-B1B17E09025B}"/>
                </a:ext>
              </a:extLst>
            </p:cNvPr>
            <p:cNvSpPr txBox="1"/>
            <p:nvPr/>
          </p:nvSpPr>
          <p:spPr>
            <a:xfrm>
              <a:off x="2828689" y="284528"/>
              <a:ext cx="6712111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36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scadia Code SemiBold" panose="020B0609020000020004" pitchFamily="49" charset="0"/>
                  <a:ea typeface="+mn-ea"/>
                  <a:cs typeface="Cascadia Code SemiBold" panose="020B0609020000020004" pitchFamily="49" charset="0"/>
                </a:rPr>
                <a:t>Разработка</a:t>
              </a:r>
            </a:p>
          </p:txBody>
        </p:sp>
        <p:sp>
          <p:nvSpPr>
            <p:cNvPr id="4" name="!!TitleHighlighter!!">
              <a:extLst>
                <a:ext uri="{FF2B5EF4-FFF2-40B4-BE49-F238E27FC236}">
                  <a16:creationId xmlns:a16="http://schemas.microsoft.com/office/drawing/2014/main" id="{1B092566-2F59-DB17-3DDE-0E13D78E6A56}"/>
                </a:ext>
              </a:extLst>
            </p:cNvPr>
            <p:cNvSpPr/>
            <p:nvPr/>
          </p:nvSpPr>
          <p:spPr>
            <a:xfrm>
              <a:off x="2423160" y="91666"/>
              <a:ext cx="309600" cy="1100757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grpSp>
        <p:nvGrpSpPr>
          <p:cNvPr id="13" name="!!PtpitLogo!!">
            <a:extLst>
              <a:ext uri="{FF2B5EF4-FFF2-40B4-BE49-F238E27FC236}">
                <a16:creationId xmlns:a16="http://schemas.microsoft.com/office/drawing/2014/main" id="{09F97074-DFB1-39BA-FFD1-A0F6A9C41AB6}"/>
              </a:ext>
            </a:extLst>
          </p:cNvPr>
          <p:cNvGrpSpPr/>
          <p:nvPr/>
        </p:nvGrpSpPr>
        <p:grpSpPr>
          <a:xfrm>
            <a:off x="42438" y="91666"/>
            <a:ext cx="2208090" cy="1100757"/>
            <a:chOff x="42438" y="91666"/>
            <a:chExt cx="2208090" cy="1100757"/>
          </a:xfrm>
        </p:grpSpPr>
        <p:pic>
          <p:nvPicPr>
            <p:cNvPr id="14" name="!!PtpitLogo2!!">
              <a:extLst>
                <a:ext uri="{FF2B5EF4-FFF2-40B4-BE49-F238E27FC236}">
                  <a16:creationId xmlns:a16="http://schemas.microsoft.com/office/drawing/2014/main" id="{CF489102-4552-11C6-1A1D-5EB2EECD9F9A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biLevel thresh="7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146483" y="91666"/>
              <a:ext cx="1104045" cy="1100757"/>
            </a:xfrm>
            <a:prstGeom prst="rect">
              <a:avLst/>
            </a:prstGeom>
            <a:solidFill>
              <a:schemeClr val="bg1"/>
            </a:solidFill>
          </p:spPr>
        </p:pic>
        <p:pic>
          <p:nvPicPr>
            <p:cNvPr id="15" name="!!PtpitLogo1!!">
              <a:extLst>
                <a:ext uri="{FF2B5EF4-FFF2-40B4-BE49-F238E27FC236}">
                  <a16:creationId xmlns:a16="http://schemas.microsoft.com/office/drawing/2014/main" id="{3E544F1E-6DBB-BA52-38D2-716EDBAA515C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biLevel thresh="5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2438" y="91666"/>
              <a:ext cx="1104045" cy="1100757"/>
            </a:xfrm>
            <a:prstGeom prst="rect">
              <a:avLst/>
            </a:prstGeom>
            <a:noFill/>
          </p:spPr>
        </p:pic>
      </p:grpSp>
      <p:sp>
        <p:nvSpPr>
          <p:cNvPr id="5" name="!!TitleRemover!!">
            <a:extLst>
              <a:ext uri="{FF2B5EF4-FFF2-40B4-BE49-F238E27FC236}">
                <a16:creationId xmlns:a16="http://schemas.microsoft.com/office/drawing/2014/main" id="{EC029E34-BE6C-9EA0-809D-F01D17CD96C6}"/>
              </a:ext>
            </a:extLst>
          </p:cNvPr>
          <p:cNvSpPr/>
          <p:nvPr/>
        </p:nvSpPr>
        <p:spPr>
          <a:xfrm>
            <a:off x="2423160" y="91665"/>
            <a:ext cx="309600" cy="110075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pSp>
        <p:nvGrpSpPr>
          <p:cNvPr id="12" name="!!MainSection2!!">
            <a:extLst>
              <a:ext uri="{FF2B5EF4-FFF2-40B4-BE49-F238E27FC236}">
                <a16:creationId xmlns:a16="http://schemas.microsoft.com/office/drawing/2014/main" id="{805C3164-788C-8F4D-D965-12C4B0A8F65A}"/>
              </a:ext>
            </a:extLst>
          </p:cNvPr>
          <p:cNvGrpSpPr/>
          <p:nvPr/>
        </p:nvGrpSpPr>
        <p:grpSpPr>
          <a:xfrm>
            <a:off x="2905392" y="1703185"/>
            <a:ext cx="7633696" cy="4482085"/>
            <a:chOff x="2905392" y="13080595"/>
            <a:chExt cx="7633696" cy="4482085"/>
          </a:xfrm>
        </p:grpSpPr>
        <p:pic>
          <p:nvPicPr>
            <p:cNvPr id="16" name="Рисунок 15">
              <a:extLst>
                <a:ext uri="{FF2B5EF4-FFF2-40B4-BE49-F238E27FC236}">
                  <a16:creationId xmlns:a16="http://schemas.microsoft.com/office/drawing/2014/main" id="{9414BA5A-5CD3-3805-F020-93DA257EDC98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905392" y="13080595"/>
              <a:ext cx="7499070" cy="3897310"/>
            </a:xfrm>
            <a:prstGeom prst="rect">
              <a:avLst/>
            </a:prstGeom>
          </p:spPr>
        </p:pic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F308F9D3-22A1-4DE5-7A9A-9CAD9AA11233}"/>
                </a:ext>
              </a:extLst>
            </p:cNvPr>
            <p:cNvSpPr txBox="1"/>
            <p:nvPr/>
          </p:nvSpPr>
          <p:spPr>
            <a:xfrm>
              <a:off x="2905392" y="16977905"/>
              <a:ext cx="7633696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3200" b="0" i="0" u="none" strike="noStrike" kern="1200" cap="none" spc="0" normalizeH="0" baseline="0" noProof="0" dirty="0">
                  <a:ln>
                    <a:noFill/>
                  </a:ln>
                  <a:solidFill>
                    <a:srgbClr val="E7E6E6">
                      <a:lumMod val="10000"/>
                    </a:srgbClr>
                  </a:solidFill>
                  <a:effectLst/>
                  <a:uLnTx/>
                  <a:uFillTx/>
                  <a:latin typeface="Cascadia Code SemiBold" panose="020B0609020000020004" pitchFamily="49" charset="0"/>
                  <a:ea typeface="+mn-ea"/>
                  <a:cs typeface="Cascadia Code SemiBold" panose="020B0609020000020004" pitchFamily="49" charset="0"/>
                </a:rPr>
                <a:t>%%%%%%%%%%%%%%%%%%%%%%%%%%%%%%%</a:t>
              </a:r>
              <a:endPara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srgbClr val="E7E6E6">
                    <a:lumMod val="10000"/>
                  </a:srgbClr>
                </a:solidFill>
                <a:effectLst/>
                <a:uLnTx/>
                <a:uFillTx/>
                <a:latin typeface="Cascadia Code SemiBold" panose="020B0609020000020004" pitchFamily="49" charset="0"/>
                <a:ea typeface="+mn-ea"/>
                <a:cs typeface="Cascadia Code SemiBold" panose="020B0609020000020004" pitchFamily="49" charset="0"/>
              </a:endParaRPr>
            </a:p>
          </p:txBody>
        </p:sp>
      </p:grpSp>
      <p:sp>
        <p:nvSpPr>
          <p:cNvPr id="21" name="!!MainSectionRemover1!!">
            <a:extLst>
              <a:ext uri="{FF2B5EF4-FFF2-40B4-BE49-F238E27FC236}">
                <a16:creationId xmlns:a16="http://schemas.microsoft.com/office/drawing/2014/main" id="{882C1CFD-6A93-7447-F101-3892B078E93C}"/>
              </a:ext>
            </a:extLst>
          </p:cNvPr>
          <p:cNvSpPr/>
          <p:nvPr/>
        </p:nvSpPr>
        <p:spPr>
          <a:xfrm>
            <a:off x="12079883" y="1424296"/>
            <a:ext cx="101600" cy="503986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7" name="!!MainSectionPseudoRemover!!">
            <a:extLst>
              <a:ext uri="{FF2B5EF4-FFF2-40B4-BE49-F238E27FC236}">
                <a16:creationId xmlns:a16="http://schemas.microsoft.com/office/drawing/2014/main" id="{6548C0D1-05C5-4983-5916-F6EFCBA0E07A}"/>
              </a:ext>
            </a:extLst>
          </p:cNvPr>
          <p:cNvSpPr txBox="1"/>
          <p:nvPr/>
        </p:nvSpPr>
        <p:spPr>
          <a:xfrm rot="5400000">
            <a:off x="-530417" y="3644275"/>
            <a:ext cx="522644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E7E6E6">
                    <a:lumMod val="10000"/>
                  </a:srgbClr>
                </a:solidFill>
                <a:effectLst/>
                <a:uLnTx/>
                <a:uFillTx/>
                <a:latin typeface="Cascadia Code SemiBold" panose="020B0609020000020004" pitchFamily="49" charset="0"/>
                <a:ea typeface="+mn-ea"/>
                <a:cs typeface="Cascadia Code SemiBold" panose="020B0609020000020004" pitchFamily="49" charset="0"/>
              </a:rPr>
              <a:t>IIIIIIIIIIIIIIIIIIIII</a:t>
            </a:r>
            <a:endParaRPr kumimoji="0" lang="ru-RU" sz="3200" b="0" i="0" u="none" strike="noStrike" kern="1200" cap="none" spc="0" normalizeH="0" baseline="0" noProof="0" dirty="0">
              <a:ln>
                <a:noFill/>
              </a:ln>
              <a:solidFill>
                <a:srgbClr val="E7E6E6">
                  <a:lumMod val="10000"/>
                </a:srgbClr>
              </a:solidFill>
              <a:effectLst/>
              <a:uLnTx/>
              <a:uFillTx/>
              <a:latin typeface="Cascadia Code SemiBold" panose="020B0609020000020004" pitchFamily="49" charset="0"/>
              <a:ea typeface="+mn-ea"/>
              <a:cs typeface="Cascadia Code SemiBold" panose="020B0609020000020004" pitchFamily="49" charset="0"/>
            </a:endParaRPr>
          </a:p>
        </p:txBody>
      </p:sp>
      <p:sp>
        <p:nvSpPr>
          <p:cNvPr id="23" name="!!MainSectionRemover2!!">
            <a:extLst>
              <a:ext uri="{FF2B5EF4-FFF2-40B4-BE49-F238E27FC236}">
                <a16:creationId xmlns:a16="http://schemas.microsoft.com/office/drawing/2014/main" id="{973F3D8B-3DD5-2A0A-7ED1-982B2DC44B30}"/>
              </a:ext>
            </a:extLst>
          </p:cNvPr>
          <p:cNvSpPr/>
          <p:nvPr/>
        </p:nvSpPr>
        <p:spPr>
          <a:xfrm>
            <a:off x="2423160" y="1424296"/>
            <a:ext cx="309600" cy="503986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!!Perm2026!!">
            <a:extLst>
              <a:ext uri="{FF2B5EF4-FFF2-40B4-BE49-F238E27FC236}">
                <a16:creationId xmlns:a16="http://schemas.microsoft.com/office/drawing/2014/main" id="{3DB38D5F-CA4C-E126-84B2-DE5FB62147DC}"/>
              </a:ext>
            </a:extLst>
          </p:cNvPr>
          <p:cNvSpPr txBox="1"/>
          <p:nvPr/>
        </p:nvSpPr>
        <p:spPr>
          <a:xfrm>
            <a:off x="10639724" y="6425327"/>
            <a:ext cx="210312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scadia Code SemiBold" panose="020B0609020000020004" pitchFamily="49" charset="0"/>
                <a:ea typeface="+mn-ea"/>
                <a:cs typeface="Cascadia Code SemiBold" panose="020B0609020000020004" pitchFamily="49" charset="0"/>
              </a:rPr>
              <a:t>Пермь, 2026</a:t>
            </a:r>
          </a:p>
        </p:txBody>
      </p:sp>
      <p:sp>
        <p:nvSpPr>
          <p:cNvPr id="11" name="!!MainSectionRemoverU!!">
            <a:extLst>
              <a:ext uri="{FF2B5EF4-FFF2-40B4-BE49-F238E27FC236}">
                <a16:creationId xmlns:a16="http://schemas.microsoft.com/office/drawing/2014/main" id="{C5B0529D-51EC-E58E-0FEB-FBB49FC78E5C}"/>
              </a:ext>
            </a:extLst>
          </p:cNvPr>
          <p:cNvSpPr/>
          <p:nvPr/>
        </p:nvSpPr>
        <p:spPr>
          <a:xfrm>
            <a:off x="11567160" y="1424296"/>
            <a:ext cx="9638937" cy="5039865"/>
          </a:xfrm>
          <a:prstGeom prst="rect">
            <a:avLst/>
          </a:prstGeom>
          <a:solidFill>
            <a:srgbClr val="0D0D0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98892631"/>
      </p:ext>
    </p:extLst>
  </p:cSld>
  <p:clrMapOvr>
    <a:masterClrMapping/>
  </p:clrMapOvr>
  <p:transition spd="slow">
    <p:push dir="u"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95000"/>
            <a:lumOff val="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320BD4D-8C28-9B38-24DF-C1B4013D12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!!TitleSection!!">
            <a:extLst>
              <a:ext uri="{FF2B5EF4-FFF2-40B4-BE49-F238E27FC236}">
                <a16:creationId xmlns:a16="http://schemas.microsoft.com/office/drawing/2014/main" id="{51909B41-63C8-13E3-F3F0-7B7FC2C41323}"/>
              </a:ext>
            </a:extLst>
          </p:cNvPr>
          <p:cNvGrpSpPr/>
          <p:nvPr/>
        </p:nvGrpSpPr>
        <p:grpSpPr>
          <a:xfrm>
            <a:off x="2423160" y="0"/>
            <a:ext cx="17163989" cy="1323439"/>
            <a:chOff x="2423160" y="0"/>
            <a:chExt cx="17163989" cy="1323439"/>
          </a:xfrm>
        </p:grpSpPr>
        <p:sp>
          <p:nvSpPr>
            <p:cNvPr id="6" name="!!UnderTitle!!">
              <a:extLst>
                <a:ext uri="{FF2B5EF4-FFF2-40B4-BE49-F238E27FC236}">
                  <a16:creationId xmlns:a16="http://schemas.microsoft.com/office/drawing/2014/main" id="{8BE39EF0-26EA-2F05-ADC0-7FFD8FB05D72}"/>
                </a:ext>
              </a:extLst>
            </p:cNvPr>
            <p:cNvSpPr txBox="1"/>
            <p:nvPr/>
          </p:nvSpPr>
          <p:spPr>
            <a:xfrm>
              <a:off x="2828689" y="0"/>
              <a:ext cx="16758460" cy="132343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000" b="0" i="0" u="none" strike="noStrike" kern="1200" cap="none" spc="-300" normalizeH="0" baseline="0" noProof="0" dirty="0">
                  <a:ln>
                    <a:noFill/>
                  </a:ln>
                  <a:solidFill>
                    <a:srgbClr val="E7E6E6">
                      <a:lumMod val="10000"/>
                    </a:srgbClr>
                  </a:solidFill>
                  <a:effectLst/>
                  <a:uLnTx/>
                  <a:uFillTx/>
                  <a:latin typeface="Cascadia Code SemiBold" panose="020B0609020000020004" pitchFamily="49" charset="0"/>
                  <a:ea typeface="+mn-ea"/>
                  <a:cs typeface="Cascadia Code SemiBold" panose="020B0609020000020004" pitchFamily="49" charset="0"/>
                </a:rPr>
                <a:t>////////////////////</a:t>
              </a:r>
              <a:endParaRPr kumimoji="0" lang="ru-RU" sz="8000" b="0" i="0" u="none" strike="noStrike" kern="1200" cap="none" spc="-300" normalizeH="0" baseline="0" noProof="0" dirty="0">
                <a:ln>
                  <a:noFill/>
                </a:ln>
                <a:solidFill>
                  <a:srgbClr val="E7E6E6">
                    <a:lumMod val="10000"/>
                  </a:srgbClr>
                </a:solidFill>
                <a:effectLst/>
                <a:uLnTx/>
                <a:uFillTx/>
                <a:latin typeface="Cascadia Code SemiBold" panose="020B0609020000020004" pitchFamily="49" charset="0"/>
                <a:ea typeface="+mn-ea"/>
                <a:cs typeface="Cascadia Code SemiBold" panose="020B0609020000020004" pitchFamily="49" charset="0"/>
              </a:endParaRPr>
            </a:p>
          </p:txBody>
        </p:sp>
        <p:sp>
          <p:nvSpPr>
            <p:cNvPr id="3" name="!!Title!!">
              <a:extLst>
                <a:ext uri="{FF2B5EF4-FFF2-40B4-BE49-F238E27FC236}">
                  <a16:creationId xmlns:a16="http://schemas.microsoft.com/office/drawing/2014/main" id="{23749452-E6F4-E3DA-3466-919F9D5E6B59}"/>
                </a:ext>
              </a:extLst>
            </p:cNvPr>
            <p:cNvSpPr txBox="1"/>
            <p:nvPr/>
          </p:nvSpPr>
          <p:spPr>
            <a:xfrm>
              <a:off x="2828689" y="284528"/>
              <a:ext cx="6712111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36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scadia Code SemiBold" panose="020B0609020000020004" pitchFamily="49" charset="0"/>
                  <a:ea typeface="+mn-ea"/>
                  <a:cs typeface="Cascadia Code SemiBold" panose="020B0609020000020004" pitchFamily="49" charset="0"/>
                </a:rPr>
                <a:t>Демонстрация проекта</a:t>
              </a:r>
            </a:p>
          </p:txBody>
        </p:sp>
        <p:sp>
          <p:nvSpPr>
            <p:cNvPr id="4" name="!!TitleHighlighter!!">
              <a:extLst>
                <a:ext uri="{FF2B5EF4-FFF2-40B4-BE49-F238E27FC236}">
                  <a16:creationId xmlns:a16="http://schemas.microsoft.com/office/drawing/2014/main" id="{8F87BE2A-8F6C-B3D7-9C96-C0C9A45C9F5C}"/>
                </a:ext>
              </a:extLst>
            </p:cNvPr>
            <p:cNvSpPr/>
            <p:nvPr/>
          </p:nvSpPr>
          <p:spPr>
            <a:xfrm>
              <a:off x="2423160" y="91666"/>
              <a:ext cx="309600" cy="1100757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grpSp>
        <p:nvGrpSpPr>
          <p:cNvPr id="13" name="!!PtpitLogo!!">
            <a:extLst>
              <a:ext uri="{FF2B5EF4-FFF2-40B4-BE49-F238E27FC236}">
                <a16:creationId xmlns:a16="http://schemas.microsoft.com/office/drawing/2014/main" id="{B78A8FD3-95E8-448E-606A-82561A3C0CD1}"/>
              </a:ext>
            </a:extLst>
          </p:cNvPr>
          <p:cNvGrpSpPr/>
          <p:nvPr/>
        </p:nvGrpSpPr>
        <p:grpSpPr>
          <a:xfrm>
            <a:off x="42438" y="91666"/>
            <a:ext cx="2208090" cy="1100757"/>
            <a:chOff x="42438" y="91666"/>
            <a:chExt cx="2208090" cy="1100757"/>
          </a:xfrm>
        </p:grpSpPr>
        <p:pic>
          <p:nvPicPr>
            <p:cNvPr id="14" name="!!PtpitLogo2!!">
              <a:extLst>
                <a:ext uri="{FF2B5EF4-FFF2-40B4-BE49-F238E27FC236}">
                  <a16:creationId xmlns:a16="http://schemas.microsoft.com/office/drawing/2014/main" id="{66984149-E892-9CF0-8E34-85CAA3389099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biLevel thresh="7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146483" y="91666"/>
              <a:ext cx="1104045" cy="1100757"/>
            </a:xfrm>
            <a:prstGeom prst="rect">
              <a:avLst/>
            </a:prstGeom>
            <a:solidFill>
              <a:schemeClr val="bg1"/>
            </a:solidFill>
          </p:spPr>
        </p:pic>
        <p:pic>
          <p:nvPicPr>
            <p:cNvPr id="15" name="!!PtpitLogo1!!">
              <a:extLst>
                <a:ext uri="{FF2B5EF4-FFF2-40B4-BE49-F238E27FC236}">
                  <a16:creationId xmlns:a16="http://schemas.microsoft.com/office/drawing/2014/main" id="{8226CD38-926C-E8B1-0BA5-7EF8DF7543E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biLevel thresh="5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2438" y="91666"/>
              <a:ext cx="1104045" cy="1100757"/>
            </a:xfrm>
            <a:prstGeom prst="rect">
              <a:avLst/>
            </a:prstGeom>
            <a:noFill/>
          </p:spPr>
        </p:pic>
      </p:grpSp>
      <p:sp>
        <p:nvSpPr>
          <p:cNvPr id="5" name="!!TitleRemover!!">
            <a:extLst>
              <a:ext uri="{FF2B5EF4-FFF2-40B4-BE49-F238E27FC236}">
                <a16:creationId xmlns:a16="http://schemas.microsoft.com/office/drawing/2014/main" id="{470FF17A-4749-3475-574C-0C814080B568}"/>
              </a:ext>
            </a:extLst>
          </p:cNvPr>
          <p:cNvSpPr/>
          <p:nvPr/>
        </p:nvSpPr>
        <p:spPr>
          <a:xfrm>
            <a:off x="2423160" y="91665"/>
            <a:ext cx="309600" cy="110075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!!Perm2026!!">
            <a:extLst>
              <a:ext uri="{FF2B5EF4-FFF2-40B4-BE49-F238E27FC236}">
                <a16:creationId xmlns:a16="http://schemas.microsoft.com/office/drawing/2014/main" id="{C1FEC18D-1C9A-5024-55FF-6B103DC93BC9}"/>
              </a:ext>
            </a:extLst>
          </p:cNvPr>
          <p:cNvSpPr txBox="1"/>
          <p:nvPr/>
        </p:nvSpPr>
        <p:spPr>
          <a:xfrm>
            <a:off x="10639724" y="6425327"/>
            <a:ext cx="210312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scadia Code SemiBold" panose="020B0609020000020004" pitchFamily="49" charset="0"/>
                <a:ea typeface="+mn-ea"/>
                <a:cs typeface="Cascadia Code SemiBold" panose="020B0609020000020004" pitchFamily="49" charset="0"/>
              </a:rPr>
              <a:t>Пермь, 2026</a:t>
            </a:r>
          </a:p>
        </p:txBody>
      </p:sp>
      <p:sp>
        <p:nvSpPr>
          <p:cNvPr id="11" name="!!MainSectionRemoverU!!">
            <a:extLst>
              <a:ext uri="{FF2B5EF4-FFF2-40B4-BE49-F238E27FC236}">
                <a16:creationId xmlns:a16="http://schemas.microsoft.com/office/drawing/2014/main" id="{942B29ED-9107-5165-E742-5E01E37A4CAB}"/>
              </a:ext>
            </a:extLst>
          </p:cNvPr>
          <p:cNvSpPr/>
          <p:nvPr/>
        </p:nvSpPr>
        <p:spPr>
          <a:xfrm>
            <a:off x="12346511" y="1424296"/>
            <a:ext cx="9159240" cy="5039865"/>
          </a:xfrm>
          <a:prstGeom prst="rect">
            <a:avLst/>
          </a:prstGeom>
          <a:solidFill>
            <a:srgbClr val="0D0D0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!!MainSectionRemover2!!">
            <a:extLst>
              <a:ext uri="{FF2B5EF4-FFF2-40B4-BE49-F238E27FC236}">
                <a16:creationId xmlns:a16="http://schemas.microsoft.com/office/drawing/2014/main" id="{64895805-A4DA-55EF-2462-76365C90342D}"/>
              </a:ext>
            </a:extLst>
          </p:cNvPr>
          <p:cNvSpPr/>
          <p:nvPr/>
        </p:nvSpPr>
        <p:spPr>
          <a:xfrm>
            <a:off x="191194" y="1424296"/>
            <a:ext cx="309600" cy="503986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9274FC25-930D-AA22-D14E-7919029CB3B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04600" y="1607967"/>
            <a:ext cx="4238105" cy="42381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02273866"/>
      </p:ext>
    </p:extLst>
  </p:cSld>
  <p:clrMapOvr>
    <a:masterClrMapping/>
  </p:clrMapOvr>
  <p:transition spd="slow">
    <p:push dir="u"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95000"/>
            <a:lumOff val="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8E8DE26-E9CE-ECE5-2545-1F8F4379FA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!!TitleSection!!">
            <a:extLst>
              <a:ext uri="{FF2B5EF4-FFF2-40B4-BE49-F238E27FC236}">
                <a16:creationId xmlns:a16="http://schemas.microsoft.com/office/drawing/2014/main" id="{70CA93A5-83D9-631D-981D-ADA8E08135FA}"/>
              </a:ext>
            </a:extLst>
          </p:cNvPr>
          <p:cNvGrpSpPr/>
          <p:nvPr/>
        </p:nvGrpSpPr>
        <p:grpSpPr>
          <a:xfrm>
            <a:off x="2423160" y="0"/>
            <a:ext cx="17163989" cy="1323439"/>
            <a:chOff x="2423160" y="0"/>
            <a:chExt cx="17163989" cy="1323439"/>
          </a:xfrm>
        </p:grpSpPr>
        <p:sp>
          <p:nvSpPr>
            <p:cNvPr id="6" name="!!UnderTitle!!">
              <a:extLst>
                <a:ext uri="{FF2B5EF4-FFF2-40B4-BE49-F238E27FC236}">
                  <a16:creationId xmlns:a16="http://schemas.microsoft.com/office/drawing/2014/main" id="{BFE8FB26-7C09-A9C9-5144-2DEE995C3082}"/>
                </a:ext>
              </a:extLst>
            </p:cNvPr>
            <p:cNvSpPr txBox="1"/>
            <p:nvPr/>
          </p:nvSpPr>
          <p:spPr>
            <a:xfrm>
              <a:off x="2828689" y="0"/>
              <a:ext cx="16758460" cy="132343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000" b="0" i="0" u="none" strike="noStrike" kern="1200" cap="none" spc="-300" normalizeH="0" baseline="0" noProof="0" dirty="0">
                  <a:ln>
                    <a:noFill/>
                  </a:ln>
                  <a:solidFill>
                    <a:srgbClr val="E7E6E6">
                      <a:lumMod val="10000"/>
                    </a:srgbClr>
                  </a:solidFill>
                  <a:effectLst/>
                  <a:uLnTx/>
                  <a:uFillTx/>
                  <a:latin typeface="Cascadia Code SemiBold" panose="020B0609020000020004" pitchFamily="49" charset="0"/>
                  <a:ea typeface="+mn-ea"/>
                  <a:cs typeface="Cascadia Code SemiBold" panose="020B0609020000020004" pitchFamily="49" charset="0"/>
                </a:rPr>
                <a:t>////////////////////</a:t>
              </a:r>
              <a:endParaRPr kumimoji="0" lang="ru-RU" sz="8000" b="0" i="0" u="none" strike="noStrike" kern="1200" cap="none" spc="-300" normalizeH="0" baseline="0" noProof="0" dirty="0">
                <a:ln>
                  <a:noFill/>
                </a:ln>
                <a:solidFill>
                  <a:srgbClr val="E7E6E6">
                    <a:lumMod val="10000"/>
                  </a:srgbClr>
                </a:solidFill>
                <a:effectLst/>
                <a:uLnTx/>
                <a:uFillTx/>
                <a:latin typeface="Cascadia Code SemiBold" panose="020B0609020000020004" pitchFamily="49" charset="0"/>
                <a:ea typeface="+mn-ea"/>
                <a:cs typeface="Cascadia Code SemiBold" panose="020B0609020000020004" pitchFamily="49" charset="0"/>
              </a:endParaRPr>
            </a:p>
          </p:txBody>
        </p:sp>
        <p:sp>
          <p:nvSpPr>
            <p:cNvPr id="3" name="!!Title!!">
              <a:extLst>
                <a:ext uri="{FF2B5EF4-FFF2-40B4-BE49-F238E27FC236}">
                  <a16:creationId xmlns:a16="http://schemas.microsoft.com/office/drawing/2014/main" id="{0DEBA237-4ECD-8739-B350-A1F5E2608712}"/>
                </a:ext>
              </a:extLst>
            </p:cNvPr>
            <p:cNvSpPr txBox="1"/>
            <p:nvPr/>
          </p:nvSpPr>
          <p:spPr>
            <a:xfrm>
              <a:off x="2828689" y="284528"/>
              <a:ext cx="6712111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36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scadia Code SemiBold" panose="020B0609020000020004" pitchFamily="49" charset="0"/>
                  <a:ea typeface="+mn-ea"/>
                  <a:cs typeface="Cascadia Code SemiBold" panose="020B0609020000020004" pitchFamily="49" charset="0"/>
                </a:rPr>
                <a:t>Заключение</a:t>
              </a:r>
            </a:p>
          </p:txBody>
        </p:sp>
        <p:sp>
          <p:nvSpPr>
            <p:cNvPr id="4" name="!!TitleHighlighter!!">
              <a:extLst>
                <a:ext uri="{FF2B5EF4-FFF2-40B4-BE49-F238E27FC236}">
                  <a16:creationId xmlns:a16="http://schemas.microsoft.com/office/drawing/2014/main" id="{EBFF979A-5831-4C45-8807-CE0339E9E5C9}"/>
                </a:ext>
              </a:extLst>
            </p:cNvPr>
            <p:cNvSpPr/>
            <p:nvPr/>
          </p:nvSpPr>
          <p:spPr>
            <a:xfrm>
              <a:off x="2423160" y="91666"/>
              <a:ext cx="309600" cy="1100757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grpSp>
        <p:nvGrpSpPr>
          <p:cNvPr id="13" name="!!PtpitLogo!!">
            <a:extLst>
              <a:ext uri="{FF2B5EF4-FFF2-40B4-BE49-F238E27FC236}">
                <a16:creationId xmlns:a16="http://schemas.microsoft.com/office/drawing/2014/main" id="{8F02F6A3-29F2-860F-DD27-D092FC9F6B12}"/>
              </a:ext>
            </a:extLst>
          </p:cNvPr>
          <p:cNvGrpSpPr/>
          <p:nvPr/>
        </p:nvGrpSpPr>
        <p:grpSpPr>
          <a:xfrm>
            <a:off x="42438" y="91666"/>
            <a:ext cx="2208090" cy="1100757"/>
            <a:chOff x="42438" y="91666"/>
            <a:chExt cx="2208090" cy="1100757"/>
          </a:xfrm>
        </p:grpSpPr>
        <p:pic>
          <p:nvPicPr>
            <p:cNvPr id="14" name="!!PtpitLogo2!!">
              <a:extLst>
                <a:ext uri="{FF2B5EF4-FFF2-40B4-BE49-F238E27FC236}">
                  <a16:creationId xmlns:a16="http://schemas.microsoft.com/office/drawing/2014/main" id="{7F2BCE58-DB50-0175-60E2-89D2DE7F4AE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biLevel thresh="7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146483" y="91666"/>
              <a:ext cx="1104045" cy="1100757"/>
            </a:xfrm>
            <a:prstGeom prst="rect">
              <a:avLst/>
            </a:prstGeom>
            <a:solidFill>
              <a:schemeClr val="bg1"/>
            </a:solidFill>
          </p:spPr>
        </p:pic>
        <p:pic>
          <p:nvPicPr>
            <p:cNvPr id="15" name="!!PtpitLogo1!!">
              <a:extLst>
                <a:ext uri="{FF2B5EF4-FFF2-40B4-BE49-F238E27FC236}">
                  <a16:creationId xmlns:a16="http://schemas.microsoft.com/office/drawing/2014/main" id="{57FA595B-59B8-2D07-99B6-673D8E3D5213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biLevel thresh="5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2438" y="91666"/>
              <a:ext cx="1104045" cy="1100757"/>
            </a:xfrm>
            <a:prstGeom prst="rect">
              <a:avLst/>
            </a:prstGeom>
            <a:noFill/>
          </p:spPr>
        </p:pic>
      </p:grpSp>
      <p:grpSp>
        <p:nvGrpSpPr>
          <p:cNvPr id="17" name="!!MainSection!!">
            <a:extLst>
              <a:ext uri="{FF2B5EF4-FFF2-40B4-BE49-F238E27FC236}">
                <a16:creationId xmlns:a16="http://schemas.microsoft.com/office/drawing/2014/main" id="{07711CC1-1FA5-BBF9-08A3-999B86460482}"/>
              </a:ext>
            </a:extLst>
          </p:cNvPr>
          <p:cNvGrpSpPr/>
          <p:nvPr/>
        </p:nvGrpSpPr>
        <p:grpSpPr>
          <a:xfrm>
            <a:off x="2423159" y="1465686"/>
            <a:ext cx="17163990" cy="4811289"/>
            <a:chOff x="2423159" y="1465686"/>
            <a:chExt cx="17163990" cy="4811289"/>
          </a:xfrm>
        </p:grpSpPr>
        <p:sp>
          <p:nvSpPr>
            <p:cNvPr id="18" name="!!UnderMain!!">
              <a:extLst>
                <a:ext uri="{FF2B5EF4-FFF2-40B4-BE49-F238E27FC236}">
                  <a16:creationId xmlns:a16="http://schemas.microsoft.com/office/drawing/2014/main" id="{6DCF6C3D-8F6A-A16A-4F22-80B8BD379782}"/>
                </a:ext>
              </a:extLst>
            </p:cNvPr>
            <p:cNvSpPr txBox="1"/>
            <p:nvPr/>
          </p:nvSpPr>
          <p:spPr>
            <a:xfrm>
              <a:off x="2828689" y="1465686"/>
              <a:ext cx="16758460" cy="264687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600" b="0" i="0" u="none" strike="noStrike" kern="1200" cap="none" spc="-300" normalizeH="0" baseline="0" noProof="0" dirty="0">
                  <a:ln>
                    <a:noFill/>
                  </a:ln>
                  <a:solidFill>
                    <a:srgbClr val="E7E6E6">
                      <a:lumMod val="10000"/>
                    </a:srgbClr>
                  </a:solidFill>
                  <a:effectLst/>
                  <a:uLnTx/>
                  <a:uFillTx/>
                  <a:latin typeface="Cascadia Code SemiBold" panose="020B0609020000020004" pitchFamily="49" charset="0"/>
                  <a:ea typeface="+mn-ea"/>
                  <a:cs typeface="Cascadia Code SemiBold" panose="020B0609020000020004" pitchFamily="49" charset="0"/>
                </a:rPr>
                <a:t>///</a:t>
              </a:r>
              <a:endParaRPr kumimoji="0" lang="ru-RU" sz="16600" b="0" i="0" u="none" strike="noStrike" kern="1200" cap="none" spc="-300" normalizeH="0" baseline="0" noProof="0" dirty="0">
                <a:ln>
                  <a:noFill/>
                </a:ln>
                <a:solidFill>
                  <a:srgbClr val="E7E6E6">
                    <a:lumMod val="10000"/>
                  </a:srgbClr>
                </a:solidFill>
                <a:effectLst/>
                <a:uLnTx/>
                <a:uFillTx/>
                <a:latin typeface="Cascadia Code SemiBold" panose="020B0609020000020004" pitchFamily="49" charset="0"/>
                <a:ea typeface="+mn-ea"/>
                <a:cs typeface="Cascadia Code SemiBold" panose="020B0609020000020004" pitchFamily="49" charset="0"/>
              </a:endParaRPr>
            </a:p>
          </p:txBody>
        </p:sp>
        <p:sp>
          <p:nvSpPr>
            <p:cNvPr id="20" name="!!MainTextFiller1!!">
              <a:extLst>
                <a:ext uri="{FF2B5EF4-FFF2-40B4-BE49-F238E27FC236}">
                  <a16:creationId xmlns:a16="http://schemas.microsoft.com/office/drawing/2014/main" id="{ECBB922A-436A-EF94-24F7-78E61344796C}"/>
                </a:ext>
              </a:extLst>
            </p:cNvPr>
            <p:cNvSpPr txBox="1"/>
            <p:nvPr/>
          </p:nvSpPr>
          <p:spPr>
            <a:xfrm>
              <a:off x="2781587" y="4006758"/>
              <a:ext cx="4071090" cy="224676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800" b="0" i="0" u="none" strike="noStrike" kern="1200" cap="none" spc="0" normalizeH="0" baseline="0" noProof="0" dirty="0">
                  <a:ln>
                    <a:noFill/>
                  </a:ln>
                  <a:solidFill>
                    <a:srgbClr val="E7E6E6">
                      <a:lumMod val="10000"/>
                    </a:srgbClr>
                  </a:solidFill>
                  <a:effectLst/>
                  <a:uLnTx/>
                  <a:uFillTx/>
                  <a:latin typeface="Cascadia Code SemiBold" panose="020B0609020000020004" pitchFamily="49" charset="0"/>
                  <a:ea typeface="+mn-ea"/>
                  <a:cs typeface="Cascadia Code SemiBold" panose="020B0609020000020004" pitchFamily="49" charset="0"/>
                </a:rPr>
                <a:t>TTTTTTTTTTTTTTTTTTTTTTTTTTTTTTTTTTTTTTTTTTTTTTTTTTTTTTTTTTTTTTTTTTTTTTTTTTTTTTTTTTTTTTTTTT</a:t>
              </a:r>
              <a:endPara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srgbClr val="E7E6E6">
                    <a:lumMod val="10000"/>
                  </a:srgbClr>
                </a:solidFill>
                <a:effectLst/>
                <a:uLnTx/>
                <a:uFillTx/>
                <a:latin typeface="Cascadia Code SemiBold" panose="020B0609020000020004" pitchFamily="49" charset="0"/>
                <a:ea typeface="+mn-ea"/>
                <a:cs typeface="Cascadia Code SemiBold" panose="020B0609020000020004" pitchFamily="49" charset="0"/>
              </a:endParaRPr>
            </a:p>
          </p:txBody>
        </p:sp>
        <p:sp>
          <p:nvSpPr>
            <p:cNvPr id="21" name="!!MainText!!">
              <a:extLst>
                <a:ext uri="{FF2B5EF4-FFF2-40B4-BE49-F238E27FC236}">
                  <a16:creationId xmlns:a16="http://schemas.microsoft.com/office/drawing/2014/main" id="{7299BE4F-E90A-43A2-ACA6-4299D6A548CD}"/>
                </a:ext>
              </a:extLst>
            </p:cNvPr>
            <p:cNvSpPr txBox="1"/>
            <p:nvPr/>
          </p:nvSpPr>
          <p:spPr>
            <a:xfrm>
              <a:off x="2828689" y="1817937"/>
              <a:ext cx="3692071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scadia Code SemiBold" panose="020B0609020000020004" pitchFamily="49" charset="0"/>
                  <a:ea typeface="+mn-ea"/>
                  <a:cs typeface="Cascadia Code SemiBold" panose="020B0609020000020004" pitchFamily="49" charset="0"/>
                </a:rPr>
                <a:t>Все поставленные задачи выполнены</a:t>
              </a:r>
            </a:p>
          </p:txBody>
        </p:sp>
        <p:sp>
          <p:nvSpPr>
            <p:cNvPr id="22" name="!!MainTextHighligther!!">
              <a:extLst>
                <a:ext uri="{FF2B5EF4-FFF2-40B4-BE49-F238E27FC236}">
                  <a16:creationId xmlns:a16="http://schemas.microsoft.com/office/drawing/2014/main" id="{73CAD271-0F40-D8E8-E309-701C007E5694}"/>
                </a:ext>
              </a:extLst>
            </p:cNvPr>
            <p:cNvSpPr/>
            <p:nvPr/>
          </p:nvSpPr>
          <p:spPr>
            <a:xfrm>
              <a:off x="2423159" y="1528580"/>
              <a:ext cx="310897" cy="474839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23" name="!!MainImage!!">
            <a:extLst>
              <a:ext uri="{FF2B5EF4-FFF2-40B4-BE49-F238E27FC236}">
                <a16:creationId xmlns:a16="http://schemas.microsoft.com/office/drawing/2014/main" id="{0BA5FEF7-54E4-3564-93A5-37E23D163848}"/>
              </a:ext>
            </a:extLst>
          </p:cNvPr>
          <p:cNvSpPr/>
          <p:nvPr/>
        </p:nvSpPr>
        <p:spPr>
          <a:xfrm rot="8100000">
            <a:off x="7605379" y="1936816"/>
            <a:ext cx="3931920" cy="3931920"/>
          </a:xfrm>
          <a:custGeom>
            <a:avLst/>
            <a:gdLst>
              <a:gd name="csX0" fmla="*/ 533879 w 3931920"/>
              <a:gd name="csY0" fmla="*/ 1633268 h 3931920"/>
              <a:gd name="csX1" fmla="*/ 533879 w 3931920"/>
              <a:gd name="csY1" fmla="*/ 1369872 h 3931920"/>
              <a:gd name="csX2" fmla="*/ 3105629 w 3931920"/>
              <a:gd name="csY2" fmla="*/ 1369872 h 3931920"/>
              <a:gd name="csX3" fmla="*/ 3105629 w 3931920"/>
              <a:gd name="csY3" fmla="*/ 1373138 h 3931920"/>
              <a:gd name="csX4" fmla="*/ 3105629 w 3931920"/>
              <a:gd name="csY4" fmla="*/ 1633268 h 3931920"/>
              <a:gd name="csX5" fmla="*/ 3105629 w 3931920"/>
              <a:gd name="csY5" fmla="*/ 2854466 h 3931920"/>
              <a:gd name="csX6" fmla="*/ 2842233 w 3931920"/>
              <a:gd name="csY6" fmla="*/ 2854466 h 3931920"/>
              <a:gd name="csX7" fmla="*/ 2842233 w 3931920"/>
              <a:gd name="csY7" fmla="*/ 1633268 h 3931920"/>
              <a:gd name="csX8" fmla="*/ 785311 w 3931920"/>
              <a:gd name="csY8" fmla="*/ 3146609 h 3931920"/>
              <a:gd name="csX9" fmla="*/ 3146609 w 3931920"/>
              <a:gd name="csY9" fmla="*/ 3146609 h 3931920"/>
              <a:gd name="csX10" fmla="*/ 3146609 w 3931920"/>
              <a:gd name="csY10" fmla="*/ 785311 h 3931920"/>
              <a:gd name="csX11" fmla="*/ 785311 w 3931920"/>
              <a:gd name="csY11" fmla="*/ 785311 h 3931920"/>
              <a:gd name="csX12" fmla="*/ 785311 w 3931920"/>
              <a:gd name="csY12" fmla="*/ 3146609 h 3931920"/>
              <a:gd name="csX13" fmla="*/ 575817 w 3931920"/>
              <a:gd name="csY13" fmla="*/ 3356103 h 3931920"/>
              <a:gd name="csX14" fmla="*/ 575817 w 3931920"/>
              <a:gd name="csY14" fmla="*/ 575816 h 3931920"/>
              <a:gd name="csX15" fmla="*/ 3356104 w 3931920"/>
              <a:gd name="csY15" fmla="*/ 575816 h 3931920"/>
              <a:gd name="csX16" fmla="*/ 3356104 w 3931920"/>
              <a:gd name="csY16" fmla="*/ 3356103 h 3931920"/>
              <a:gd name="csX17" fmla="*/ 575817 w 3931920"/>
              <a:gd name="csY17" fmla="*/ 3356103 h 393192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</a:cxnLst>
            <a:rect l="l" t="t" r="r" b="b"/>
            <a:pathLst>
              <a:path w="3931920" h="3931920">
                <a:moveTo>
                  <a:pt x="533879" y="1633268"/>
                </a:moveTo>
                <a:lnTo>
                  <a:pt x="533879" y="1369872"/>
                </a:lnTo>
                <a:lnTo>
                  <a:pt x="3105629" y="1369872"/>
                </a:lnTo>
                <a:lnTo>
                  <a:pt x="3105629" y="1373138"/>
                </a:lnTo>
                <a:lnTo>
                  <a:pt x="3105629" y="1633268"/>
                </a:lnTo>
                <a:lnTo>
                  <a:pt x="3105629" y="2854466"/>
                </a:lnTo>
                <a:lnTo>
                  <a:pt x="2842233" y="2854466"/>
                </a:lnTo>
                <a:lnTo>
                  <a:pt x="2842233" y="1633268"/>
                </a:lnTo>
                <a:close/>
                <a:moveTo>
                  <a:pt x="785311" y="3146609"/>
                </a:moveTo>
                <a:cubicBezTo>
                  <a:pt x="1437366" y="3798663"/>
                  <a:pt x="2494555" y="3798663"/>
                  <a:pt x="3146609" y="3146609"/>
                </a:cubicBezTo>
                <a:cubicBezTo>
                  <a:pt x="3798664" y="2494555"/>
                  <a:pt x="3798664" y="1437365"/>
                  <a:pt x="3146609" y="785311"/>
                </a:cubicBezTo>
                <a:cubicBezTo>
                  <a:pt x="2494555" y="133256"/>
                  <a:pt x="1437366" y="133256"/>
                  <a:pt x="785311" y="785311"/>
                </a:cubicBezTo>
                <a:cubicBezTo>
                  <a:pt x="133257" y="1437365"/>
                  <a:pt x="133257" y="2494555"/>
                  <a:pt x="785311" y="3146609"/>
                </a:cubicBezTo>
                <a:close/>
                <a:moveTo>
                  <a:pt x="575817" y="3356103"/>
                </a:moveTo>
                <a:cubicBezTo>
                  <a:pt x="-191939" y="2588348"/>
                  <a:pt x="-191939" y="1343572"/>
                  <a:pt x="575817" y="575816"/>
                </a:cubicBezTo>
                <a:cubicBezTo>
                  <a:pt x="1343572" y="-191939"/>
                  <a:pt x="2588349" y="-191939"/>
                  <a:pt x="3356104" y="575816"/>
                </a:cubicBezTo>
                <a:cubicBezTo>
                  <a:pt x="4123859" y="1343572"/>
                  <a:pt x="4123859" y="2588348"/>
                  <a:pt x="3356104" y="3356103"/>
                </a:cubicBezTo>
                <a:cubicBezTo>
                  <a:pt x="2588349" y="4123859"/>
                  <a:pt x="1343572" y="4123859"/>
                  <a:pt x="575817" y="3356103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ru-RU"/>
          </a:p>
        </p:txBody>
      </p:sp>
      <p:sp>
        <p:nvSpPr>
          <p:cNvPr id="24" name="!!Left!!">
            <a:extLst>
              <a:ext uri="{FF2B5EF4-FFF2-40B4-BE49-F238E27FC236}">
                <a16:creationId xmlns:a16="http://schemas.microsoft.com/office/drawing/2014/main" id="{D71A183F-13C1-832D-799D-F6F0504E9B8F}"/>
              </a:ext>
            </a:extLst>
          </p:cNvPr>
          <p:cNvSpPr txBox="1"/>
          <p:nvPr/>
        </p:nvSpPr>
        <p:spPr>
          <a:xfrm>
            <a:off x="54563" y="1732952"/>
            <a:ext cx="2321280" cy="43396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3800" dirty="0">
                <a:solidFill>
                  <a:schemeClr val="bg2">
                    <a:lumMod val="10000"/>
                  </a:schemeClr>
                </a:solidFill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////</a:t>
            </a:r>
            <a:endParaRPr lang="ru-RU" sz="13800" dirty="0">
              <a:solidFill>
                <a:schemeClr val="bg2">
                  <a:lumMod val="10000"/>
                </a:schemeClr>
              </a:solidFill>
              <a:latin typeface="Cascadia Code SemiBold" panose="020B0609020000020004" pitchFamily="49" charset="0"/>
              <a:cs typeface="Cascadia Code SemiBold" panose="020B0609020000020004" pitchFamily="49" charset="0"/>
            </a:endParaRPr>
          </a:p>
        </p:txBody>
      </p:sp>
      <p:sp>
        <p:nvSpPr>
          <p:cNvPr id="5" name="!!TitleRemover!!">
            <a:extLst>
              <a:ext uri="{FF2B5EF4-FFF2-40B4-BE49-F238E27FC236}">
                <a16:creationId xmlns:a16="http://schemas.microsoft.com/office/drawing/2014/main" id="{63EBC08C-2100-F420-9669-8ADA28581EC9}"/>
              </a:ext>
            </a:extLst>
          </p:cNvPr>
          <p:cNvSpPr/>
          <p:nvPr/>
        </p:nvSpPr>
        <p:spPr>
          <a:xfrm>
            <a:off x="11996928" y="91665"/>
            <a:ext cx="9472352" cy="110075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!!Perm2026!!">
            <a:extLst>
              <a:ext uri="{FF2B5EF4-FFF2-40B4-BE49-F238E27FC236}">
                <a16:creationId xmlns:a16="http://schemas.microsoft.com/office/drawing/2014/main" id="{04A5E1F5-BC03-D522-4F38-B3CF21A22EB3}"/>
              </a:ext>
            </a:extLst>
          </p:cNvPr>
          <p:cNvSpPr txBox="1"/>
          <p:nvPr/>
        </p:nvSpPr>
        <p:spPr>
          <a:xfrm>
            <a:off x="10639724" y="6425327"/>
            <a:ext cx="210312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scadia Code SemiBold" panose="020B0609020000020004" pitchFamily="49" charset="0"/>
                <a:ea typeface="+mn-ea"/>
                <a:cs typeface="Cascadia Code SemiBold" panose="020B0609020000020004" pitchFamily="49" charset="0"/>
              </a:rPr>
              <a:t>Пермь, 2026</a:t>
            </a:r>
          </a:p>
        </p:txBody>
      </p:sp>
      <p:sp>
        <p:nvSpPr>
          <p:cNvPr id="8" name="!!MainSectionRemover2!!">
            <a:extLst>
              <a:ext uri="{FF2B5EF4-FFF2-40B4-BE49-F238E27FC236}">
                <a16:creationId xmlns:a16="http://schemas.microsoft.com/office/drawing/2014/main" id="{4E724316-1635-229E-E2B9-33D2F183B5AD}"/>
              </a:ext>
            </a:extLst>
          </p:cNvPr>
          <p:cNvSpPr/>
          <p:nvPr/>
        </p:nvSpPr>
        <p:spPr>
          <a:xfrm>
            <a:off x="11996928" y="1424296"/>
            <a:ext cx="11704319" cy="503986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!!MainSectionRemoverU!!">
            <a:extLst>
              <a:ext uri="{FF2B5EF4-FFF2-40B4-BE49-F238E27FC236}">
                <a16:creationId xmlns:a16="http://schemas.microsoft.com/office/drawing/2014/main" id="{DB8EC82E-BA18-5256-B7FE-74654C10129D}"/>
              </a:ext>
            </a:extLst>
          </p:cNvPr>
          <p:cNvSpPr/>
          <p:nvPr/>
        </p:nvSpPr>
        <p:spPr>
          <a:xfrm>
            <a:off x="11895512" y="1424296"/>
            <a:ext cx="9159240" cy="5039865"/>
          </a:xfrm>
          <a:prstGeom prst="rect">
            <a:avLst/>
          </a:prstGeom>
          <a:solidFill>
            <a:srgbClr val="0D0D0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!!MainSectionRemoverU1!!">
            <a:extLst>
              <a:ext uri="{FF2B5EF4-FFF2-40B4-BE49-F238E27FC236}">
                <a16:creationId xmlns:a16="http://schemas.microsoft.com/office/drawing/2014/main" id="{33F0F7A6-878E-D85B-3B89-20402EB531F7}"/>
              </a:ext>
            </a:extLst>
          </p:cNvPr>
          <p:cNvSpPr/>
          <p:nvPr/>
        </p:nvSpPr>
        <p:spPr>
          <a:xfrm>
            <a:off x="11895512" y="0"/>
            <a:ext cx="9159240" cy="5039865"/>
          </a:xfrm>
          <a:prstGeom prst="rect">
            <a:avLst/>
          </a:prstGeom>
          <a:solidFill>
            <a:srgbClr val="0D0D0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689228"/>
      </p:ext>
    </p:extLst>
  </p:cSld>
  <p:clrMapOvr>
    <a:masterClrMapping/>
  </p:clrMapOvr>
  <p:transition spd="slow">
    <p:push dir="u"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95000"/>
            <a:lumOff val="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ACBB033-4EB8-A740-29CA-E3F5BB616B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!!TitleSection!!">
            <a:extLst>
              <a:ext uri="{FF2B5EF4-FFF2-40B4-BE49-F238E27FC236}">
                <a16:creationId xmlns:a16="http://schemas.microsoft.com/office/drawing/2014/main" id="{4C5B799E-55F4-1950-D1E5-92E1E2E771EC}"/>
              </a:ext>
            </a:extLst>
          </p:cNvPr>
          <p:cNvGrpSpPr/>
          <p:nvPr/>
        </p:nvGrpSpPr>
        <p:grpSpPr>
          <a:xfrm>
            <a:off x="2423160" y="0"/>
            <a:ext cx="17163989" cy="1323439"/>
            <a:chOff x="2423160" y="0"/>
            <a:chExt cx="17163989" cy="1323439"/>
          </a:xfrm>
        </p:grpSpPr>
        <p:sp>
          <p:nvSpPr>
            <p:cNvPr id="6" name="!!UnderTitle!!">
              <a:extLst>
                <a:ext uri="{FF2B5EF4-FFF2-40B4-BE49-F238E27FC236}">
                  <a16:creationId xmlns:a16="http://schemas.microsoft.com/office/drawing/2014/main" id="{BD1184FC-2248-CCBA-B824-A898F4C3FFFF}"/>
                </a:ext>
              </a:extLst>
            </p:cNvPr>
            <p:cNvSpPr txBox="1"/>
            <p:nvPr/>
          </p:nvSpPr>
          <p:spPr>
            <a:xfrm>
              <a:off x="2828689" y="0"/>
              <a:ext cx="16758460" cy="132343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000" b="0" i="0" u="none" strike="noStrike" kern="1200" cap="none" spc="-300" normalizeH="0" baseline="0" noProof="0" dirty="0">
                  <a:ln>
                    <a:noFill/>
                  </a:ln>
                  <a:solidFill>
                    <a:srgbClr val="E7E6E6">
                      <a:lumMod val="10000"/>
                    </a:srgbClr>
                  </a:solidFill>
                  <a:effectLst/>
                  <a:uLnTx/>
                  <a:uFillTx/>
                  <a:latin typeface="Cascadia Code SemiBold" panose="020B0609020000020004" pitchFamily="49" charset="0"/>
                  <a:ea typeface="+mn-ea"/>
                  <a:cs typeface="Cascadia Code SemiBold" panose="020B0609020000020004" pitchFamily="49" charset="0"/>
                </a:rPr>
                <a:t>////////////////////</a:t>
              </a:r>
              <a:endParaRPr kumimoji="0" lang="ru-RU" sz="8000" b="0" i="0" u="none" strike="noStrike" kern="1200" cap="none" spc="-300" normalizeH="0" baseline="0" noProof="0" dirty="0">
                <a:ln>
                  <a:noFill/>
                </a:ln>
                <a:solidFill>
                  <a:srgbClr val="E7E6E6">
                    <a:lumMod val="10000"/>
                  </a:srgbClr>
                </a:solidFill>
                <a:effectLst/>
                <a:uLnTx/>
                <a:uFillTx/>
                <a:latin typeface="Cascadia Code SemiBold" panose="020B0609020000020004" pitchFamily="49" charset="0"/>
                <a:ea typeface="+mn-ea"/>
                <a:cs typeface="Cascadia Code SemiBold" panose="020B0609020000020004" pitchFamily="49" charset="0"/>
              </a:endParaRPr>
            </a:p>
          </p:txBody>
        </p:sp>
        <p:sp>
          <p:nvSpPr>
            <p:cNvPr id="3" name="!!Title!!">
              <a:extLst>
                <a:ext uri="{FF2B5EF4-FFF2-40B4-BE49-F238E27FC236}">
                  <a16:creationId xmlns:a16="http://schemas.microsoft.com/office/drawing/2014/main" id="{BD45537A-74CD-D1EE-2A61-3ED7F7B09D8F}"/>
                </a:ext>
              </a:extLst>
            </p:cNvPr>
            <p:cNvSpPr txBox="1"/>
            <p:nvPr/>
          </p:nvSpPr>
          <p:spPr>
            <a:xfrm>
              <a:off x="2828689" y="284528"/>
              <a:ext cx="9320873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36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scadia Code SemiBold" panose="020B0609020000020004" pitchFamily="49" charset="0"/>
                  <a:ea typeface="+mn-ea"/>
                  <a:cs typeface="Cascadia Code SemiBold" panose="020B0609020000020004" pitchFamily="49" charset="0"/>
                </a:rPr>
                <a:t>Рекомендуемые системные требования</a:t>
              </a:r>
            </a:p>
          </p:txBody>
        </p:sp>
        <p:sp>
          <p:nvSpPr>
            <p:cNvPr id="4" name="!!TitleHighlighter!!">
              <a:extLst>
                <a:ext uri="{FF2B5EF4-FFF2-40B4-BE49-F238E27FC236}">
                  <a16:creationId xmlns:a16="http://schemas.microsoft.com/office/drawing/2014/main" id="{79B7B303-6DD9-5FD0-6302-2FD25009B4D4}"/>
                </a:ext>
              </a:extLst>
            </p:cNvPr>
            <p:cNvSpPr/>
            <p:nvPr/>
          </p:nvSpPr>
          <p:spPr>
            <a:xfrm>
              <a:off x="2423160" y="91666"/>
              <a:ext cx="309600" cy="1100757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grpSp>
        <p:nvGrpSpPr>
          <p:cNvPr id="13" name="!!PtpitLogo!!">
            <a:extLst>
              <a:ext uri="{FF2B5EF4-FFF2-40B4-BE49-F238E27FC236}">
                <a16:creationId xmlns:a16="http://schemas.microsoft.com/office/drawing/2014/main" id="{FEE26E09-08ED-6B19-4C42-757CE62B9AE5}"/>
              </a:ext>
            </a:extLst>
          </p:cNvPr>
          <p:cNvGrpSpPr/>
          <p:nvPr/>
        </p:nvGrpSpPr>
        <p:grpSpPr>
          <a:xfrm>
            <a:off x="42438" y="91666"/>
            <a:ext cx="2208090" cy="1100757"/>
            <a:chOff x="42438" y="91666"/>
            <a:chExt cx="2208090" cy="1100757"/>
          </a:xfrm>
        </p:grpSpPr>
        <p:pic>
          <p:nvPicPr>
            <p:cNvPr id="14" name="!!PtpitLogo2!!">
              <a:extLst>
                <a:ext uri="{FF2B5EF4-FFF2-40B4-BE49-F238E27FC236}">
                  <a16:creationId xmlns:a16="http://schemas.microsoft.com/office/drawing/2014/main" id="{CE6DAC59-5A95-0AEC-A6A8-20555A6FD7F4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biLevel thresh="7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146483" y="91666"/>
              <a:ext cx="1104045" cy="1100757"/>
            </a:xfrm>
            <a:prstGeom prst="rect">
              <a:avLst/>
            </a:prstGeom>
            <a:solidFill>
              <a:schemeClr val="bg1"/>
            </a:solidFill>
          </p:spPr>
        </p:pic>
        <p:pic>
          <p:nvPicPr>
            <p:cNvPr id="15" name="!!PtpitLogo1!!">
              <a:extLst>
                <a:ext uri="{FF2B5EF4-FFF2-40B4-BE49-F238E27FC236}">
                  <a16:creationId xmlns:a16="http://schemas.microsoft.com/office/drawing/2014/main" id="{36001677-1E18-FB4B-3191-00C911E9BF5A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biLevel thresh="5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2438" y="91666"/>
              <a:ext cx="1104045" cy="1100757"/>
            </a:xfrm>
            <a:prstGeom prst="rect">
              <a:avLst/>
            </a:prstGeom>
            <a:noFill/>
          </p:spPr>
        </p:pic>
      </p:grpSp>
      <p:sp>
        <p:nvSpPr>
          <p:cNvPr id="2" name="!!Perm2026!!">
            <a:extLst>
              <a:ext uri="{FF2B5EF4-FFF2-40B4-BE49-F238E27FC236}">
                <a16:creationId xmlns:a16="http://schemas.microsoft.com/office/drawing/2014/main" id="{6199398E-F893-7EFB-B825-E7D945563D62}"/>
              </a:ext>
            </a:extLst>
          </p:cNvPr>
          <p:cNvSpPr txBox="1"/>
          <p:nvPr/>
        </p:nvSpPr>
        <p:spPr>
          <a:xfrm>
            <a:off x="10639724" y="6425327"/>
            <a:ext cx="210312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scadia Code SemiBold" panose="020B0609020000020004" pitchFamily="49" charset="0"/>
                <a:ea typeface="+mn-ea"/>
                <a:cs typeface="Cascadia Code SemiBold" panose="020B0609020000020004" pitchFamily="49" charset="0"/>
              </a:rPr>
              <a:t>Пермь, 2026</a:t>
            </a:r>
          </a:p>
        </p:txBody>
      </p:sp>
      <p:graphicFrame>
        <p:nvGraphicFramePr>
          <p:cNvPr id="10" name="Объект 9">
            <a:extLst>
              <a:ext uri="{FF2B5EF4-FFF2-40B4-BE49-F238E27FC236}">
                <a16:creationId xmlns:a16="http://schemas.microsoft.com/office/drawing/2014/main" id="{077EDE10-5372-73F7-5BDE-10A3DCAC47C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259020" y="2019966"/>
          <a:ext cx="9673960" cy="281806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3" imgW="6572516" imgH="1914761" progId="Excel.Sheet.12">
                  <p:embed/>
                </p:oleObj>
              </mc:Choice>
              <mc:Fallback>
                <p:oleObj name="Worksheet" r:id="rId3" imgW="6572516" imgH="1914761" progId="Excel.Sheet.12">
                  <p:embed/>
                  <p:pic>
                    <p:nvPicPr>
                      <p:cNvPr id="10" name="Объект 9">
                        <a:extLst>
                          <a:ext uri="{FF2B5EF4-FFF2-40B4-BE49-F238E27FC236}">
                            <a16:creationId xmlns:a16="http://schemas.microsoft.com/office/drawing/2014/main" id="{077EDE10-5372-73F7-5BDE-10A3DCAC47C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259020" y="2019966"/>
                        <a:ext cx="9673960" cy="2818067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128123207"/>
      </p:ext>
    </p:extLst>
  </p:cSld>
  <p:clrMapOvr>
    <a:masterClrMapping/>
  </p:clrMapOvr>
  <p:transition spd="slow">
    <p:push dir="u"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95000"/>
            <a:lumOff val="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EDE1A12-FA89-912D-2E72-816C541FCD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!!TitleSection!!">
            <a:extLst>
              <a:ext uri="{FF2B5EF4-FFF2-40B4-BE49-F238E27FC236}">
                <a16:creationId xmlns:a16="http://schemas.microsoft.com/office/drawing/2014/main" id="{6D11F020-CD09-DC38-6C75-95E2D80AC483}"/>
              </a:ext>
            </a:extLst>
          </p:cNvPr>
          <p:cNvGrpSpPr/>
          <p:nvPr/>
        </p:nvGrpSpPr>
        <p:grpSpPr>
          <a:xfrm>
            <a:off x="2423160" y="0"/>
            <a:ext cx="17163989" cy="1323439"/>
            <a:chOff x="2423160" y="0"/>
            <a:chExt cx="17163989" cy="1323439"/>
          </a:xfrm>
        </p:grpSpPr>
        <p:sp>
          <p:nvSpPr>
            <p:cNvPr id="6" name="!!UnderTitle!!">
              <a:extLst>
                <a:ext uri="{FF2B5EF4-FFF2-40B4-BE49-F238E27FC236}">
                  <a16:creationId xmlns:a16="http://schemas.microsoft.com/office/drawing/2014/main" id="{832D8B71-B1DC-7BB9-1DDE-7EAF0F4BE340}"/>
                </a:ext>
              </a:extLst>
            </p:cNvPr>
            <p:cNvSpPr txBox="1"/>
            <p:nvPr/>
          </p:nvSpPr>
          <p:spPr>
            <a:xfrm>
              <a:off x="2828689" y="0"/>
              <a:ext cx="16758460" cy="132343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000" b="0" i="0" u="none" strike="noStrike" kern="1200" cap="none" spc="-300" normalizeH="0" baseline="0" noProof="0" dirty="0">
                  <a:ln>
                    <a:noFill/>
                  </a:ln>
                  <a:solidFill>
                    <a:srgbClr val="E7E6E6">
                      <a:lumMod val="10000"/>
                    </a:srgbClr>
                  </a:solidFill>
                  <a:effectLst/>
                  <a:uLnTx/>
                  <a:uFillTx/>
                  <a:latin typeface="Cascadia Code SemiBold" panose="020B0609020000020004" pitchFamily="49" charset="0"/>
                  <a:ea typeface="+mn-ea"/>
                  <a:cs typeface="Cascadia Code SemiBold" panose="020B0609020000020004" pitchFamily="49" charset="0"/>
                </a:rPr>
                <a:t>////////////////////</a:t>
              </a:r>
              <a:endParaRPr kumimoji="0" lang="ru-RU" sz="8000" b="0" i="0" u="none" strike="noStrike" kern="1200" cap="none" spc="-300" normalizeH="0" baseline="0" noProof="0" dirty="0">
                <a:ln>
                  <a:noFill/>
                </a:ln>
                <a:solidFill>
                  <a:srgbClr val="E7E6E6">
                    <a:lumMod val="10000"/>
                  </a:srgbClr>
                </a:solidFill>
                <a:effectLst/>
                <a:uLnTx/>
                <a:uFillTx/>
                <a:latin typeface="Cascadia Code SemiBold" panose="020B0609020000020004" pitchFamily="49" charset="0"/>
                <a:ea typeface="+mn-ea"/>
                <a:cs typeface="Cascadia Code SemiBold" panose="020B0609020000020004" pitchFamily="49" charset="0"/>
              </a:endParaRPr>
            </a:p>
          </p:txBody>
        </p:sp>
        <p:sp>
          <p:nvSpPr>
            <p:cNvPr id="3" name="!!Title!!">
              <a:extLst>
                <a:ext uri="{FF2B5EF4-FFF2-40B4-BE49-F238E27FC236}">
                  <a16:creationId xmlns:a16="http://schemas.microsoft.com/office/drawing/2014/main" id="{B32B906B-AD93-0FDE-2C5A-DBC6169C5FCB}"/>
                </a:ext>
              </a:extLst>
            </p:cNvPr>
            <p:cNvSpPr txBox="1"/>
            <p:nvPr/>
          </p:nvSpPr>
          <p:spPr>
            <a:xfrm>
              <a:off x="2828689" y="284528"/>
              <a:ext cx="9320873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36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scadia Code SemiBold" panose="020B0609020000020004" pitchFamily="49" charset="0"/>
                  <a:ea typeface="+mn-ea"/>
                  <a:cs typeface="Cascadia Code SemiBold" panose="020B0609020000020004" pitchFamily="49" charset="0"/>
                </a:rPr>
                <a:t>Оценка производственных затрат</a:t>
              </a:r>
            </a:p>
          </p:txBody>
        </p:sp>
        <p:sp>
          <p:nvSpPr>
            <p:cNvPr id="4" name="!!TitleHighlighter!!">
              <a:extLst>
                <a:ext uri="{FF2B5EF4-FFF2-40B4-BE49-F238E27FC236}">
                  <a16:creationId xmlns:a16="http://schemas.microsoft.com/office/drawing/2014/main" id="{486B7C46-8695-98A5-0538-B7F323B037FE}"/>
                </a:ext>
              </a:extLst>
            </p:cNvPr>
            <p:cNvSpPr/>
            <p:nvPr/>
          </p:nvSpPr>
          <p:spPr>
            <a:xfrm>
              <a:off x="2423160" y="91666"/>
              <a:ext cx="309600" cy="1100757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grpSp>
        <p:nvGrpSpPr>
          <p:cNvPr id="13" name="!!PtpitLogo!!">
            <a:extLst>
              <a:ext uri="{FF2B5EF4-FFF2-40B4-BE49-F238E27FC236}">
                <a16:creationId xmlns:a16="http://schemas.microsoft.com/office/drawing/2014/main" id="{DC048D92-2AC2-76A6-44B1-115653E7B484}"/>
              </a:ext>
            </a:extLst>
          </p:cNvPr>
          <p:cNvGrpSpPr/>
          <p:nvPr/>
        </p:nvGrpSpPr>
        <p:grpSpPr>
          <a:xfrm>
            <a:off x="42438" y="91666"/>
            <a:ext cx="2208090" cy="1100757"/>
            <a:chOff x="42438" y="91666"/>
            <a:chExt cx="2208090" cy="1100757"/>
          </a:xfrm>
        </p:grpSpPr>
        <p:pic>
          <p:nvPicPr>
            <p:cNvPr id="14" name="!!PtpitLogo2!!">
              <a:extLst>
                <a:ext uri="{FF2B5EF4-FFF2-40B4-BE49-F238E27FC236}">
                  <a16:creationId xmlns:a16="http://schemas.microsoft.com/office/drawing/2014/main" id="{D838A56E-8ADE-83F3-95BA-B261CEFD1E2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biLevel thresh="7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146483" y="91666"/>
              <a:ext cx="1104045" cy="1100757"/>
            </a:xfrm>
            <a:prstGeom prst="rect">
              <a:avLst/>
            </a:prstGeom>
            <a:solidFill>
              <a:schemeClr val="bg1"/>
            </a:solidFill>
          </p:spPr>
        </p:pic>
        <p:pic>
          <p:nvPicPr>
            <p:cNvPr id="15" name="!!PtpitLogo1!!">
              <a:extLst>
                <a:ext uri="{FF2B5EF4-FFF2-40B4-BE49-F238E27FC236}">
                  <a16:creationId xmlns:a16="http://schemas.microsoft.com/office/drawing/2014/main" id="{285158CB-C5AD-FEB0-B074-156B4CA7AC47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biLevel thresh="5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2438" y="91666"/>
              <a:ext cx="1104045" cy="1100757"/>
            </a:xfrm>
            <a:prstGeom prst="rect">
              <a:avLst/>
            </a:prstGeom>
            <a:noFill/>
          </p:spPr>
        </p:pic>
      </p:grpSp>
      <p:sp>
        <p:nvSpPr>
          <p:cNvPr id="2" name="!!Perm2026!!">
            <a:extLst>
              <a:ext uri="{FF2B5EF4-FFF2-40B4-BE49-F238E27FC236}">
                <a16:creationId xmlns:a16="http://schemas.microsoft.com/office/drawing/2014/main" id="{82F2B8FE-8C77-9F50-4748-A6386DB21FEE}"/>
              </a:ext>
            </a:extLst>
          </p:cNvPr>
          <p:cNvSpPr txBox="1"/>
          <p:nvPr/>
        </p:nvSpPr>
        <p:spPr>
          <a:xfrm>
            <a:off x="10639724" y="6425327"/>
            <a:ext cx="210312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scadia Code SemiBold" panose="020B0609020000020004" pitchFamily="49" charset="0"/>
                <a:ea typeface="+mn-ea"/>
                <a:cs typeface="Cascadia Code SemiBold" panose="020B0609020000020004" pitchFamily="49" charset="0"/>
              </a:rPr>
              <a:t>Пермь, 2026</a:t>
            </a:r>
          </a:p>
        </p:txBody>
      </p:sp>
      <p:graphicFrame>
        <p:nvGraphicFramePr>
          <p:cNvPr id="9" name="Объект 8">
            <a:extLst>
              <a:ext uri="{FF2B5EF4-FFF2-40B4-BE49-F238E27FC236}">
                <a16:creationId xmlns:a16="http://schemas.microsoft.com/office/drawing/2014/main" id="{266A51F0-1424-64AD-B03D-0A9CF2BE49D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253206" y="2208212"/>
          <a:ext cx="9685587" cy="24415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3" imgW="4572000" imgH="1152780" progId="Excel.Sheet.12">
                  <p:embed/>
                </p:oleObj>
              </mc:Choice>
              <mc:Fallback>
                <p:oleObj name="Worksheet" r:id="rId3" imgW="4572000" imgH="1152780" progId="Excel.Sheet.12">
                  <p:embed/>
                  <p:pic>
                    <p:nvPicPr>
                      <p:cNvPr id="9" name="Объект 8">
                        <a:extLst>
                          <a:ext uri="{FF2B5EF4-FFF2-40B4-BE49-F238E27FC236}">
                            <a16:creationId xmlns:a16="http://schemas.microsoft.com/office/drawing/2014/main" id="{266A51F0-1424-64AD-B03D-0A9CF2BE49D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253206" y="2208212"/>
                        <a:ext cx="9685587" cy="2441575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716242478"/>
      </p:ext>
    </p:extLst>
  </p:cSld>
  <p:clrMapOvr>
    <a:masterClrMapping/>
  </p:clrMapOvr>
  <p:transition spd="slow">
    <p:push dir="u"/>
  </p:transition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 Boardroom</Template>
  <TotalTime>1068</TotalTime>
  <Words>333</Words>
  <Application>Microsoft Office PowerPoint</Application>
  <PresentationFormat>Широкоэкранный</PresentationFormat>
  <Paragraphs>186</Paragraphs>
  <Slides>23</Slides>
  <Notes>0</Notes>
  <HiddenSlides>0</HiddenSlides>
  <MMClips>0</MMClips>
  <ScaleCrop>false</ScaleCrop>
  <HeadingPairs>
    <vt:vector size="8" baseType="variant">
      <vt:variant>
        <vt:lpstr>Использованные шрифты</vt:lpstr>
      </vt:variant>
      <vt:variant>
        <vt:i4>5</vt:i4>
      </vt:variant>
      <vt:variant>
        <vt:lpstr>Тема</vt:lpstr>
      </vt:variant>
      <vt:variant>
        <vt:i4>1</vt:i4>
      </vt:variant>
      <vt:variant>
        <vt:lpstr>Внедренные серверы OLE</vt:lpstr>
      </vt:variant>
      <vt:variant>
        <vt:i4>1</vt:i4>
      </vt:variant>
      <vt:variant>
        <vt:lpstr>Заголовки слайдов</vt:lpstr>
      </vt:variant>
      <vt:variant>
        <vt:i4>23</vt:i4>
      </vt:variant>
    </vt:vector>
  </HeadingPairs>
  <TitlesOfParts>
    <vt:vector size="30" baseType="lpstr">
      <vt:lpstr>Arial</vt:lpstr>
      <vt:lpstr>Calibri</vt:lpstr>
      <vt:lpstr>Calibri Light</vt:lpstr>
      <vt:lpstr>Cascadia Code SemiBold</vt:lpstr>
      <vt:lpstr>Webdings</vt:lpstr>
      <vt:lpstr>Тема Office</vt:lpstr>
      <vt:lpstr>Лист Microsoft Excel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Илья Бурдышев</dc:creator>
  <cp:lastModifiedBy>Илья Бурдышев</cp:lastModifiedBy>
  <cp:revision>40</cp:revision>
  <dcterms:created xsi:type="dcterms:W3CDTF">2026-05-20T19:04:06Z</dcterms:created>
  <dcterms:modified xsi:type="dcterms:W3CDTF">2026-06-07T21:30:46Z</dcterms:modified>
</cp:coreProperties>
</file>