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lvl="0">
      <a:defRPr lang="ru-RU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9E32E4-16FA-49AC-AF1E-F7938AE968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A2B75CF-E055-4022-82D8-D49B9D9F8D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62E9E5-504B-47F6-8812-A8CCD95AB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38B4BD-057D-4C65-9C71-84E165D4D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E47207-3713-4FE0-AAF4-5521112C0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844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8A436F-F96E-4837-BC4B-97F622994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9D9804-53F3-4D70-A9D9-E2BEE8A98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25E813-31FF-4178-8435-9C3B0F1AC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CFBF37-4B34-444F-AB5C-A7A890684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AD49F4-9706-4115-9A2C-5582D04DA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9202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6DB409-3169-4802-B4D0-F036157B0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E0FD3E-A5D7-4008-BCA3-0E44B6CB7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E06979-90E7-4DE5-87C5-590E51424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6EC389-62A4-42AB-BBF6-D0FCB61EB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B47324-BAF2-481B-AA81-BFB53C38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483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0B6D07-3B23-4030-A062-D62AC7433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1F6A0A-EE8C-420A-8030-7625D1E21E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F6404D7-E17C-4BC2-B6D9-F3F3A7B88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3DD9B4-579E-4FA0-8225-FAA8CA72D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3DEC4A8-1011-4D12-9D3C-9C78096C9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35BEB6-82CC-4C69-A2AB-1E8398AA8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8816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99EAB-142F-4400-BF0D-9F95620F3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977A82-7DF0-41B0-8B01-C4C47B54D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8EA9C3-6599-46CB-ADC9-9B2089DEB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90E729D-C53A-434C-AF8F-3CB6F37AA3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17918BD-A84F-4160-A01B-BA5788D94C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33C1419-7B02-45B1-ADB2-5A9EC8F10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153431B-86B7-4712-A458-F9BD81A63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27C95E9-7D3F-49BC-A38E-2AA32E9C5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813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4BBB27-A8CB-4B90-B787-AD90ED047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95C354C-B985-4B63-AA2D-0BDAFCAC7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1AA350A-EA4D-473B-9D51-D058F23C1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B3D719B-0A82-413A-8D3E-6A8EB8952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22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06A6239-2371-4B40-8F6B-D3AAA10D1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81561AE-7B06-4F50-BAF7-CF7B7CC7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D919D6-E9BF-4A92-AC8C-0F7EEF37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598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5A8B8C-2FD0-4EE3-AFFF-B284C3BD0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3D740A-209D-4BF1-B5DE-6842342DB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077197-E2D0-4E59-BAE6-8C7C7B2D9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8DF978C-5321-4DBF-A757-30DD3EBF0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36D684C-E286-4C8F-81B3-5450891AD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63C24B-16E5-49CE-BF0F-7E7B2323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2953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31E22F-D317-4615-AD78-B35213E7B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125067F-3E29-4EC7-9147-3D9A0EA34A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02306DA-664C-4C88-A70A-C0362CC46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754EF5-6E6F-479B-9B2E-A8BD56CA0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E9BB1D9-4A64-4117-975F-9CFACB1A9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E1CF3F-1F07-47AE-AC3A-3F1DEE2A5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439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300F82-D3A0-451B-BDCF-66EC43B9F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4A87DE-99D7-4B4B-BF37-2F0C3B4EBE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F32AE6-575A-4286-87A7-FC85D11E9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638B8E-7A34-45F9-BC44-D5CA285BE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320A33-C8A6-4893-BD65-9FAD37F54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9468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BFFDC52-60A3-45C6-AC76-536F1C4C2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87FA910-9123-4EA3-9FA4-EAD89D14F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E88044-632D-42CC-AD6C-028BD0777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4B7D-BA85-4604-BC4C-EF930BCDBFF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F84B53-629E-4A8F-BCB5-94EEF8486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5D0D9F-E25C-4BAB-BF33-F48A30A01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E5E56-D825-4525-8C37-AEB4A427B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14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CB5452-A1E5-4978-968A-42F355DDE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357286-9213-4E41-A9A7-269A831CC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4AA322-2E44-4645-8B74-EB50F953B4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84B7D-BA85-4604-BC4C-EF930BCDBFF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406E9D-BDBA-4428-A88C-E6694D086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BAA139-58F9-43AD-82B3-895DFA26F8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E5E56-D825-4525-8C37-AEB4A427B1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24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655F41-2D2D-476E-A1E3-BBDD46A85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223" y="2134397"/>
            <a:ext cx="8102353" cy="2048522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ВЫПУСКНАЯ КВАЛИФИКАЦИОННАЯ РАБОТА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«Тема» 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ВКР №09.02.05.18.4.1.1</a:t>
            </a:r>
            <a:endParaRPr lang="ru-RU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CE24D3-AC69-437F-AE05-D3573D8915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9992" y="4075644"/>
            <a:ext cx="3444534" cy="1651285"/>
          </a:xfrm>
        </p:spPr>
        <p:txBody>
          <a:bodyPr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Работу выполнил:</a:t>
            </a:r>
          </a:p>
          <a:p>
            <a:pPr algn="l">
              <a:spcBef>
                <a:spcPts val="0"/>
              </a:spcBef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обучающийся 18СПИ1 группы</a:t>
            </a:r>
          </a:p>
          <a:p>
            <a:pPr algn="l">
              <a:spcBef>
                <a:spcPts val="0"/>
              </a:spcBef>
            </a:pP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ФИО</a:t>
            </a:r>
          </a:p>
          <a:p>
            <a:pPr algn="l">
              <a:spcBef>
                <a:spcPts val="0"/>
              </a:spcBef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Руководитель:</a:t>
            </a:r>
          </a:p>
          <a:p>
            <a:pPr algn="l">
              <a:spcBef>
                <a:spcPts val="0"/>
              </a:spcBef>
            </a:pP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ФИО</a:t>
            </a:r>
          </a:p>
        </p:txBody>
      </p:sp>
      <p:sp>
        <p:nvSpPr>
          <p:cNvPr id="4" name="Google Shape;94;p13">
            <a:extLst>
              <a:ext uri="{FF2B5EF4-FFF2-40B4-BE49-F238E27FC236}">
                <a16:creationId xmlns:a16="http://schemas.microsoft.com/office/drawing/2014/main" id="{5A021213-D472-43DF-9C44-467F15234022}"/>
              </a:ext>
            </a:extLst>
          </p:cNvPr>
          <p:cNvSpPr txBox="1">
            <a:spLocks/>
          </p:cNvSpPr>
          <p:nvPr/>
        </p:nvSpPr>
        <p:spPr>
          <a:xfrm>
            <a:off x="5201850" y="6347534"/>
            <a:ext cx="1788300" cy="51046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4D485B"/>
              </a:buClr>
              <a:buSzPts val="1800"/>
            </a:pP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Пермь, 202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ru-RU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  <a:buClr>
                <a:srgbClr val="4D485B"/>
              </a:buClr>
              <a:buSzPts val="1800"/>
            </a:pPr>
            <a:endParaRPr lang="ru-RU" sz="1800" b="1" dirty="0"/>
          </a:p>
        </p:txBody>
      </p:sp>
      <p:sp>
        <p:nvSpPr>
          <p:cNvPr id="7" name="AutoShape 2" descr="ПТПИТ | Пермский техникум | Пермь | ВКонтакте">
            <a:extLst>
              <a:ext uri="{FF2B5EF4-FFF2-40B4-BE49-F238E27FC236}">
                <a16:creationId xmlns:a16="http://schemas.microsoft.com/office/drawing/2014/main" id="{7C9537B0-B1B6-45F5-89FD-274457F747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AutoShape 4" descr="ПТПИТ | Пермский техникум | Пермь | ВКонтакте">
            <a:extLst>
              <a:ext uri="{FF2B5EF4-FFF2-40B4-BE49-F238E27FC236}">
                <a16:creationId xmlns:a16="http://schemas.microsoft.com/office/drawing/2014/main" id="{717F549D-7B3A-4AB1-9195-746B1D1EF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DE2D425-F059-49B4-8F50-796C1D406D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26"/>
          <a:stretch/>
        </p:blipFill>
        <p:spPr>
          <a:xfrm>
            <a:off x="3923839" y="194692"/>
            <a:ext cx="6132622" cy="140428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9870645-5B0E-460F-9C29-6586F1859C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148" y="189068"/>
            <a:ext cx="1536577" cy="153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635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1ADBE-703A-48E3-AACD-15AE92ED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3" y="365125"/>
            <a:ext cx="11401425" cy="1139825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Актуальность</a:t>
            </a: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7A8A0618-A91E-407D-A6A4-AB252F89D1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06" y="5363368"/>
            <a:ext cx="1413669" cy="1413669"/>
          </a:xfr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53EDDDCF-464E-4464-A0CE-730F9D239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874" y="1628776"/>
            <a:ext cx="11401425" cy="43513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AutoShape 2" descr="Фотографии со страницы сообщества «ПТПИТ | Пермский техникум | Пермь» –  Фотография 3 из 4 | ВКонтакте">
            <a:extLst>
              <a:ext uri="{FF2B5EF4-FFF2-40B4-BE49-F238E27FC236}">
                <a16:creationId xmlns:a16="http://schemas.microsoft.com/office/drawing/2014/main" id="{2599A565-7E06-4117-8C4A-29F76851CD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105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1ADBE-703A-48E3-AACD-15AE92ED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3" y="365125"/>
            <a:ext cx="11401425" cy="1139825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Цель</a:t>
            </a: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7A8A0618-A91E-407D-A6A4-AB252F89D1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06" y="5363368"/>
            <a:ext cx="1413669" cy="1413669"/>
          </a:xfr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53EDDDCF-464E-4464-A0CE-730F9D239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874" y="1628776"/>
            <a:ext cx="11401425" cy="43513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AutoShape 2" descr="Фотографии со страницы сообщества «ПТПИТ | Пермский техникум | Пермь» –  Фотография 3 из 4 | ВКонтакте">
            <a:extLst>
              <a:ext uri="{FF2B5EF4-FFF2-40B4-BE49-F238E27FC236}">
                <a16:creationId xmlns:a16="http://schemas.microsoft.com/office/drawing/2014/main" id="{2599A565-7E06-4117-8C4A-29F76851CD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755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1ADBE-703A-48E3-AACD-15AE92ED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3" y="365125"/>
            <a:ext cx="11401425" cy="1158875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Задачи</a:t>
            </a: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7A8A0618-A91E-407D-A6A4-AB252F89D1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06" y="5363368"/>
            <a:ext cx="1413669" cy="1413669"/>
          </a:xfr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53EDDDCF-464E-4464-A0CE-730F9D239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874" y="1628776"/>
            <a:ext cx="11401425" cy="43513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AutoShape 2" descr="Фотографии со страницы сообщества «ПТПИТ | Пермский техникум | Пермь» –  Фотография 3 из 4 | ВКонтакте">
            <a:extLst>
              <a:ext uri="{FF2B5EF4-FFF2-40B4-BE49-F238E27FC236}">
                <a16:creationId xmlns:a16="http://schemas.microsoft.com/office/drawing/2014/main" id="{2599A565-7E06-4117-8C4A-29F76851CD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5479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1ADBE-703A-48E3-AACD-15AE92ED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3" y="365125"/>
            <a:ext cx="11401425" cy="1177925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Предпроектный анализ</a:t>
            </a: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7A8A0618-A91E-407D-A6A4-AB252F89D1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06" y="5363368"/>
            <a:ext cx="1413669" cy="1413669"/>
          </a:xfr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53EDDDCF-464E-4464-A0CE-730F9D239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874" y="1628776"/>
            <a:ext cx="11401425" cy="43513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AutoShape 2" descr="Фотографии со страницы сообщества «ПТПИТ | Пермский техникум | Пермь» –  Фотография 3 из 4 | ВКонтакте">
            <a:extLst>
              <a:ext uri="{FF2B5EF4-FFF2-40B4-BE49-F238E27FC236}">
                <a16:creationId xmlns:a16="http://schemas.microsoft.com/office/drawing/2014/main" id="{2599A565-7E06-4117-8C4A-29F76851CD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0213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1ADBE-703A-48E3-AACD-15AE92ED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3" y="365125"/>
            <a:ext cx="11401425" cy="1177925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Проектирование ресурса</a:t>
            </a: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7A8A0618-A91E-407D-A6A4-AB252F89D1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06" y="5363368"/>
            <a:ext cx="1413669" cy="1413669"/>
          </a:xfr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53EDDDCF-464E-4464-A0CE-730F9D239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874" y="1628776"/>
            <a:ext cx="11401425" cy="43513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AutoShape 2" descr="Фотографии со страницы сообщества «ПТПИТ | Пермский техникум | Пермь» –  Фотография 3 из 4 | ВКонтакте">
            <a:extLst>
              <a:ext uri="{FF2B5EF4-FFF2-40B4-BE49-F238E27FC236}">
                <a16:creationId xmlns:a16="http://schemas.microsoft.com/office/drawing/2014/main" id="{2599A565-7E06-4117-8C4A-29F76851CD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9243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1ADBE-703A-48E3-AACD-15AE92ED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3" y="365125"/>
            <a:ext cx="11401425" cy="1177925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Разработка ресурса</a:t>
            </a: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7A8A0618-A91E-407D-A6A4-AB252F89D1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06" y="5363368"/>
            <a:ext cx="1413669" cy="1413669"/>
          </a:xfr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53EDDDCF-464E-4464-A0CE-730F9D239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874" y="1628776"/>
            <a:ext cx="11401425" cy="43513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AutoShape 2" descr="Фотографии со страницы сообщества «ПТПИТ | Пермский техникум | Пермь» –  Фотография 3 из 4 | ВКонтакте">
            <a:extLst>
              <a:ext uri="{FF2B5EF4-FFF2-40B4-BE49-F238E27FC236}">
                <a16:creationId xmlns:a16="http://schemas.microsoft.com/office/drawing/2014/main" id="{2599A565-7E06-4117-8C4A-29F76851CD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45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1ADBE-703A-48E3-AACD-15AE92ED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3" y="365125"/>
            <a:ext cx="11401425" cy="1177925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Демонстрация ресурса</a:t>
            </a: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7A8A0618-A91E-407D-A6A4-AB252F89D1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06" y="5363368"/>
            <a:ext cx="1413669" cy="1413669"/>
          </a:xfr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53EDDDCF-464E-4464-A0CE-730F9D239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874" y="1628776"/>
            <a:ext cx="11401425" cy="43513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AutoShape 2" descr="Фотографии со страницы сообщества «ПТПИТ | Пермский техникум | Пермь» –  Фотография 3 из 4 | ВКонтакте">
            <a:extLst>
              <a:ext uri="{FF2B5EF4-FFF2-40B4-BE49-F238E27FC236}">
                <a16:creationId xmlns:a16="http://schemas.microsoft.com/office/drawing/2014/main" id="{2599A565-7E06-4117-8C4A-29F76851CD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0302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1ADBE-703A-48E3-AACD-15AE92ED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3" y="365125"/>
            <a:ext cx="11401425" cy="1177925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Заключение</a:t>
            </a: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7A8A0618-A91E-407D-A6A4-AB252F89D1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06" y="5363368"/>
            <a:ext cx="1413669" cy="1413669"/>
          </a:xfr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53EDDDCF-464E-4464-A0CE-730F9D239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874" y="1628776"/>
            <a:ext cx="11401425" cy="43513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AutoShape 2" descr="Фотографии со страницы сообщества «ПТПИТ | Пермский техникум | Пермь» –  Фотография 3 из 4 | ВКонтакте">
            <a:extLst>
              <a:ext uri="{FF2B5EF4-FFF2-40B4-BE49-F238E27FC236}">
                <a16:creationId xmlns:a16="http://schemas.microsoft.com/office/drawing/2014/main" id="{2599A565-7E06-4117-8C4A-29F76851CD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135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4D780E-FC5E-4A95-A8BC-34A575C57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внимание!</a:t>
            </a:r>
          </a:p>
        </p:txBody>
      </p:sp>
      <p:pic>
        <p:nvPicPr>
          <p:cNvPr id="3" name="Объект 13">
            <a:extLst>
              <a:ext uri="{FF2B5EF4-FFF2-40B4-BE49-F238E27FC236}">
                <a16:creationId xmlns:a16="http://schemas.microsoft.com/office/drawing/2014/main" id="{CE93D472-AC6A-423D-93D8-E6EF4428DF8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06" y="5363368"/>
            <a:ext cx="1413669" cy="1413669"/>
          </a:xfrm>
        </p:spPr>
      </p:pic>
    </p:spTree>
    <p:extLst>
      <p:ext uri="{BB962C8B-B14F-4D97-AF65-F5344CB8AC3E}">
        <p14:creationId xmlns:p14="http://schemas.microsoft.com/office/powerpoint/2010/main" val="3856111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EAADA6-20A7-461D-95F9-8544DC3FA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Рекомендуемые системные требования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533E92-10D5-4BE4-AF87-6DE110B36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368" y="1859679"/>
            <a:ext cx="7895264" cy="313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495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5E477B-E380-43F9-B95E-EBD4E234D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Оценка производственных затрат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2236501-A05B-44D7-AC13-ED4C733FD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471" y="2319260"/>
            <a:ext cx="8933058" cy="221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776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Красный и фиолетовый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PresentationFormat>Широкоэкранный</PresentationFormat>
  <Paragraphs>18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Тема Office</vt:lpstr>
      <vt:lpstr>ВЫПУСКНАЯ КВАЛИФИКАЦИОННАЯ РАБОТА   «Тема»  ВКР №09.02.05.18.4.1.1</vt:lpstr>
      <vt:lpstr>Актуальность</vt:lpstr>
      <vt:lpstr>Цель</vt:lpstr>
      <vt:lpstr>Задачи</vt:lpstr>
      <vt:lpstr>Предпроектный анализ</vt:lpstr>
      <vt:lpstr>Проектирование ресурса</vt:lpstr>
      <vt:lpstr>Разработка ресурса</vt:lpstr>
      <vt:lpstr>Демонстрация ресурса</vt:lpstr>
      <vt:lpstr>Заключение</vt:lpstr>
      <vt:lpstr>Спасибо за внимание!</vt:lpstr>
      <vt:lpstr>Рекомендуемые системные требования </vt:lpstr>
      <vt:lpstr>Оценка производственных затрат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Admen</dc:creator>
  <cp:lastModifiedBy>Илья Бурдышев</cp:lastModifiedBy>
  <cp:revision>1</cp:revision>
  <dcterms:modified xsi:type="dcterms:W3CDTF">2026-05-18T19:35:15Z</dcterms:modified>
</cp:coreProperties>
</file>